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14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embeddedFontLst>
    <p:embeddedFont>
      <p:font typeface="Montserrat" pitchFamily="2" charset="77"/>
      <p:regular r:id="rId17"/>
      <p:bold r:id="rId18"/>
      <p:italic r:id="rId19"/>
      <p:boldItalic r:id="rId20"/>
    </p:embeddedFont>
    <p:embeddedFont>
      <p:font typeface="Montserrat ExtraBold" panose="020F0502020204030204" pitchFamily="34" charset="0"/>
      <p:bold r:id="rId21"/>
      <p:italic r:id="rId22"/>
      <p:boldItalic r:id="rId23"/>
    </p:embeddedFont>
    <p:embeddedFont>
      <p:font typeface="Montserrat Medium" panose="020F0502020204030204" pitchFamily="34" charset="0"/>
      <p:regular r:id="rId24"/>
      <p:bold r:id="rId25"/>
      <p:italic r:id="rId26"/>
      <p:boldItalic r:id="rId27"/>
    </p:embeddedFont>
    <p:embeddedFont>
      <p:font typeface="Montserrat SemiBold" panose="020F0502020204030204" pitchFamily="34" charset="0"/>
      <p:regular r:id="rId28"/>
      <p:bold r:id="rId29"/>
      <p:italic r:id="rId30"/>
      <p:boldItalic r:id="rId31"/>
    </p:embeddedFont>
    <p:embeddedFont>
      <p:font typeface="Poppins" pitchFamily="2" charset="77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8"/>
  </p:normalViewPr>
  <p:slideViewPr>
    <p:cSldViewPr snapToGrid="0">
      <p:cViewPr varScale="1">
        <p:scale>
          <a:sx n="157" d="100"/>
          <a:sy n="157" d="100"/>
        </p:scale>
        <p:origin x="86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9" Type="http://schemas.openxmlformats.org/officeDocument/2006/relationships/tableStyles" Target="tableStyles.xml"/><Relationship Id="rId21" Type="http://schemas.openxmlformats.org/officeDocument/2006/relationships/font" Target="fonts/font5.fntdata"/><Relationship Id="rId34" Type="http://schemas.openxmlformats.org/officeDocument/2006/relationships/font" Target="fonts/font18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41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37" Type="http://schemas.openxmlformats.org/officeDocument/2006/relationships/viewProps" Target="viewProps.xml"/><Relationship Id="rId40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font" Target="fonts/font19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font" Target="fonts/font17.fntdata"/><Relationship Id="rId38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09e163bccb_1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09e163bccb_1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09e163bccb_1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09e163bccb_1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109e163bccb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109e163bccb_1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9e5d333cde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9e5d333cde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09e163bccb_1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09e163bccb_1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9e5d333cde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9e5d333cde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9e5d333cde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9e5d333cde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9e5d333cde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9e5d333cde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9e5d333cde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9e5d333cde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9e5d333cde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9e5d333cde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9e5d333cde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9e5d333cde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9e5d333cde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9e5d333cde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9e5d333cde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9e5d333cde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09e163bccb_1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109e163bccb_1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tch's Them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0" y="200477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900"/>
              <a:buFont typeface="Poppins"/>
              <a:buNone/>
              <a:defRPr sz="3900" b="1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56FE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225" y="-1771325"/>
            <a:ext cx="7845552" cy="8686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27350" y="236825"/>
            <a:ext cx="1089300" cy="25187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3064350" y="1988775"/>
            <a:ext cx="30153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Kubernetes workshop</a:t>
            </a:r>
            <a:endParaRPr sz="320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751650" y="3151775"/>
            <a:ext cx="1640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DevOps</a:t>
            </a:r>
            <a:endParaRPr>
              <a:solidFill>
                <a:srgbClr val="0156F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D21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/>
          <p:cNvPicPr preferRelativeResize="0"/>
          <p:nvPr/>
        </p:nvPicPr>
        <p:blipFill rotWithShape="1">
          <a:blip r:embed="rId3">
            <a:alphaModFix/>
          </a:blip>
          <a:srcRect t="6599" b="13509"/>
          <a:stretch/>
        </p:blipFill>
        <p:spPr>
          <a:xfrm>
            <a:off x="3674500" y="0"/>
            <a:ext cx="5824725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742450" y="450800"/>
            <a:ext cx="3157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 agenda</a:t>
            </a:r>
            <a:endParaRPr sz="26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742450" y="1420950"/>
            <a:ext cx="400200" cy="400200"/>
          </a:xfrm>
          <a:prstGeom prst="roundRect">
            <a:avLst>
              <a:gd name="adj" fmla="val 16667"/>
            </a:avLst>
          </a:prstGeom>
          <a:solidFill>
            <a:srgbClr val="015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742450" y="2069200"/>
            <a:ext cx="400200" cy="400200"/>
          </a:xfrm>
          <a:prstGeom prst="roundRect">
            <a:avLst>
              <a:gd name="adj" fmla="val 16667"/>
            </a:avLst>
          </a:prstGeom>
          <a:solidFill>
            <a:srgbClr val="015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4"/>
          <p:cNvSpPr/>
          <p:nvPr/>
        </p:nvSpPr>
        <p:spPr>
          <a:xfrm>
            <a:off x="742450" y="2717450"/>
            <a:ext cx="400200" cy="400200"/>
          </a:xfrm>
          <a:prstGeom prst="roundRect">
            <a:avLst>
              <a:gd name="adj" fmla="val 16667"/>
            </a:avLst>
          </a:prstGeom>
          <a:solidFill>
            <a:srgbClr val="015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4"/>
          <p:cNvSpPr/>
          <p:nvPr/>
        </p:nvSpPr>
        <p:spPr>
          <a:xfrm>
            <a:off x="742450" y="3365700"/>
            <a:ext cx="400200" cy="400200"/>
          </a:xfrm>
          <a:prstGeom prst="roundRect">
            <a:avLst>
              <a:gd name="adj" fmla="val 16667"/>
            </a:avLst>
          </a:prstGeom>
          <a:solidFill>
            <a:srgbClr val="015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4"/>
          <p:cNvSpPr/>
          <p:nvPr/>
        </p:nvSpPr>
        <p:spPr>
          <a:xfrm>
            <a:off x="742450" y="4013950"/>
            <a:ext cx="400200" cy="400200"/>
          </a:xfrm>
          <a:prstGeom prst="roundRect">
            <a:avLst>
              <a:gd name="adj" fmla="val 16667"/>
            </a:avLst>
          </a:prstGeom>
          <a:solidFill>
            <a:srgbClr val="015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14"/>
          <p:cNvSpPr txBox="1"/>
          <p:nvPr/>
        </p:nvSpPr>
        <p:spPr>
          <a:xfrm>
            <a:off x="845950" y="1459500"/>
            <a:ext cx="193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8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845950" y="2107750"/>
            <a:ext cx="193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8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845950" y="2756000"/>
            <a:ext cx="193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18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845950" y="3404250"/>
            <a:ext cx="193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sz="18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845950" y="4052500"/>
            <a:ext cx="193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sz="18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1449800" y="1490250"/>
            <a:ext cx="33978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Tools installeren</a:t>
            </a:r>
            <a:endParaRPr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5" name="Google Shape;75;p14"/>
          <p:cNvSpPr txBox="1"/>
          <p:nvPr/>
        </p:nvSpPr>
        <p:spPr>
          <a:xfrm>
            <a:off x="1449800" y="2138500"/>
            <a:ext cx="33978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Cluster opzetten</a:t>
            </a:r>
            <a:endParaRPr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1449800" y="2786750"/>
            <a:ext cx="33978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Web Server deployen</a:t>
            </a:r>
            <a:endParaRPr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1449800" y="3435000"/>
            <a:ext cx="33978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Verbinden met de webserver</a:t>
            </a:r>
            <a:endParaRPr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8" name="Google Shape;78;p14"/>
          <p:cNvSpPr txBox="1"/>
          <p:nvPr/>
        </p:nvSpPr>
        <p:spPr>
          <a:xfrm>
            <a:off x="1449800" y="4083250"/>
            <a:ext cx="33978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Vragen</a:t>
            </a:r>
            <a:endParaRPr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D21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/>
        </p:nvSpPr>
        <p:spPr>
          <a:xfrm>
            <a:off x="2740650" y="450800"/>
            <a:ext cx="3662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Tools Installeren</a:t>
            </a:r>
            <a:endParaRPr sz="26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697325" y="1133600"/>
            <a:ext cx="7351800" cy="36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Docker desktop vereist</a:t>
            </a: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Mac</a:t>
            </a: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 Medium"/>
              <a:buChar char="○"/>
            </a:pPr>
            <a:r>
              <a:rPr lang="en" sz="16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‘brew install kubectl’</a:t>
            </a: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 Medium"/>
              <a:buChar char="○"/>
            </a:pPr>
            <a:r>
              <a:rPr lang="en" sz="16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‘brew install kind’</a:t>
            </a: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Windows</a:t>
            </a: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 Medium"/>
              <a:buChar char="○"/>
            </a:pPr>
            <a:r>
              <a:rPr lang="en" sz="16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Winget</a:t>
            </a: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1371600" lvl="2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 Medium"/>
              <a:buChar char="■"/>
            </a:pPr>
            <a:r>
              <a:rPr lang="en" sz="16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‘winget install -e --id Kubernetes.kubectl’ </a:t>
            </a: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1371600" lvl="2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 Medium"/>
              <a:buChar char="■"/>
            </a:pPr>
            <a:r>
              <a:rPr lang="en" sz="16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‘winget install Kubernetes.kind’</a:t>
            </a: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 Medium"/>
              <a:buChar char="○"/>
            </a:pPr>
            <a:r>
              <a:rPr lang="en" sz="16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Choco</a:t>
            </a: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1371600" lvl="2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 Medium"/>
              <a:buChar char="■"/>
            </a:pPr>
            <a:r>
              <a:rPr lang="en" sz="16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‘choco install kubernetes-cli’</a:t>
            </a: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1371600" lvl="2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 Medium"/>
              <a:buChar char="■"/>
            </a:pPr>
            <a:r>
              <a:rPr lang="en" sz="16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‘choco install kind’</a:t>
            </a: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Vergeet niet je shell/cmd opnieuw te starten.</a:t>
            </a: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85" name="Google Shape;8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01875" y="1296400"/>
            <a:ext cx="1449350" cy="144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D21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7350" y="236825"/>
            <a:ext cx="1089300" cy="25187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6"/>
          <p:cNvSpPr txBox="1"/>
          <p:nvPr/>
        </p:nvSpPr>
        <p:spPr>
          <a:xfrm>
            <a:off x="3751650" y="4586475"/>
            <a:ext cx="1640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Kind cluster</a:t>
            </a:r>
            <a:endParaRPr>
              <a:solidFill>
                <a:srgbClr val="0156F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92" name="Google Shape;9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0375" y="746888"/>
            <a:ext cx="6991350" cy="358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D21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/>
        </p:nvSpPr>
        <p:spPr>
          <a:xfrm>
            <a:off x="1158125" y="1784400"/>
            <a:ext cx="69834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kind create cluster --name ipsenh-cluster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" name="Google Shape;98;p17"/>
          <p:cNvSpPr/>
          <p:nvPr/>
        </p:nvSpPr>
        <p:spPr>
          <a:xfrm>
            <a:off x="4350000" y="1100925"/>
            <a:ext cx="444000" cy="81300"/>
          </a:xfrm>
          <a:prstGeom prst="roundRect">
            <a:avLst>
              <a:gd name="adj" fmla="val 16667"/>
            </a:avLst>
          </a:prstGeom>
          <a:solidFill>
            <a:srgbClr val="015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7"/>
          <p:cNvSpPr/>
          <p:nvPr/>
        </p:nvSpPr>
        <p:spPr>
          <a:xfrm>
            <a:off x="4350000" y="3961275"/>
            <a:ext cx="444000" cy="444000"/>
          </a:xfrm>
          <a:prstGeom prst="ellipse">
            <a:avLst/>
          </a:prstGeom>
          <a:solidFill>
            <a:srgbClr val="015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7"/>
          <p:cNvSpPr txBox="1"/>
          <p:nvPr/>
        </p:nvSpPr>
        <p:spPr>
          <a:xfrm>
            <a:off x="1627650" y="2317800"/>
            <a:ext cx="58887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kubectl cluster-info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p17"/>
          <p:cNvSpPr txBox="1"/>
          <p:nvPr/>
        </p:nvSpPr>
        <p:spPr>
          <a:xfrm>
            <a:off x="1695200" y="2872838"/>
            <a:ext cx="58887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kubectl get nodes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p17"/>
          <p:cNvSpPr txBox="1"/>
          <p:nvPr/>
        </p:nvSpPr>
        <p:spPr>
          <a:xfrm>
            <a:off x="2740650" y="450800"/>
            <a:ext cx="3662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Cluster opzetten</a:t>
            </a:r>
            <a:endParaRPr sz="26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D2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/>
          <p:nvPr/>
        </p:nvSpPr>
        <p:spPr>
          <a:xfrm>
            <a:off x="2740650" y="450800"/>
            <a:ext cx="3662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Namespaces</a:t>
            </a:r>
            <a:endParaRPr sz="26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" name="Google Shape;108;p18"/>
          <p:cNvSpPr txBox="1"/>
          <p:nvPr/>
        </p:nvSpPr>
        <p:spPr>
          <a:xfrm>
            <a:off x="697325" y="1133600"/>
            <a:ext cx="7351800" cy="22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Groeperen van resources in kubernetes</a:t>
            </a: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Webserver deployen in eigen namespace.</a:t>
            </a: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-n flag op kubectl</a:t>
            </a: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kubectl create namespace my-webserver</a:t>
            </a: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kubectl get namespaces</a:t>
            </a: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kubectl get pods -n my-webserver</a:t>
            </a: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D2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7350" y="236825"/>
            <a:ext cx="1089300" cy="251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9"/>
          <p:cNvSpPr txBox="1"/>
          <p:nvPr/>
        </p:nvSpPr>
        <p:spPr>
          <a:xfrm>
            <a:off x="3751650" y="4662675"/>
            <a:ext cx="1640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Deployments</a:t>
            </a:r>
            <a:endParaRPr>
              <a:solidFill>
                <a:srgbClr val="0156F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15" name="Google Shape;11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5175" y="641100"/>
            <a:ext cx="7673649" cy="379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D21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/>
          <p:nvPr/>
        </p:nvSpPr>
        <p:spPr>
          <a:xfrm>
            <a:off x="2740650" y="298400"/>
            <a:ext cx="3662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deployment.yaml</a:t>
            </a:r>
            <a:endParaRPr sz="26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" name="Google Shape;121;p20"/>
          <p:cNvSpPr txBox="1"/>
          <p:nvPr/>
        </p:nvSpPr>
        <p:spPr>
          <a:xfrm>
            <a:off x="1227275" y="908875"/>
            <a:ext cx="2610000" cy="41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apiVersion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: apps/v1</a:t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kind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: Deployment</a:t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metadata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: nginx-deployment</a:t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namespace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: my-webserver</a:t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labels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app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: nginx</a:t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spec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replicas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: 2</a:t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selector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matchLabels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10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app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: nginx</a:t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template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metadata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10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labels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0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app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: nginx</a:t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spec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10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containers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      - </a:t>
            </a:r>
            <a:r>
              <a:rPr lang="en" sz="10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: nginx</a:t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r>
              <a:rPr lang="en" sz="10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image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: nginx:1.14.2</a:t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r>
              <a:rPr lang="en" sz="10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ports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- </a:t>
            </a:r>
            <a:r>
              <a:rPr lang="en" sz="10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containerPort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: 80</a:t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56FE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"/>
          <p:cNvSpPr txBox="1"/>
          <p:nvPr/>
        </p:nvSpPr>
        <p:spPr>
          <a:xfrm>
            <a:off x="596550" y="1479588"/>
            <a:ext cx="7950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kubectl apply -f deployment.yaml</a:t>
            </a:r>
            <a:endParaRPr sz="25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p21"/>
          <p:cNvSpPr txBox="1"/>
          <p:nvPr/>
        </p:nvSpPr>
        <p:spPr>
          <a:xfrm>
            <a:off x="596550" y="1091425"/>
            <a:ext cx="1224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Deploy &amp; verify</a:t>
            </a:r>
            <a:endParaRPr sz="1200" b="1" i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" name="Google Shape;128;p21"/>
          <p:cNvSpPr txBox="1"/>
          <p:nvPr/>
        </p:nvSpPr>
        <p:spPr>
          <a:xfrm>
            <a:off x="596550" y="2067863"/>
            <a:ext cx="7950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kubectl get deployments -n my-webserver</a:t>
            </a:r>
            <a:endParaRPr sz="25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" name="Google Shape;129;p21"/>
          <p:cNvSpPr txBox="1"/>
          <p:nvPr/>
        </p:nvSpPr>
        <p:spPr>
          <a:xfrm>
            <a:off x="596550" y="2656149"/>
            <a:ext cx="7950900" cy="8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kubectl get replicasets -n my-webserver</a:t>
            </a:r>
            <a:endParaRPr sz="25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" name="Google Shape;130;p21"/>
          <p:cNvSpPr txBox="1"/>
          <p:nvPr/>
        </p:nvSpPr>
        <p:spPr>
          <a:xfrm>
            <a:off x="596550" y="3215763"/>
            <a:ext cx="7950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kubectl get pods -n my-webserver</a:t>
            </a:r>
            <a:endParaRPr sz="25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D21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/>
          <p:nvPr/>
        </p:nvSpPr>
        <p:spPr>
          <a:xfrm>
            <a:off x="1512900" y="468100"/>
            <a:ext cx="61182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Verbinden met de webserver</a:t>
            </a:r>
            <a:endParaRPr sz="26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" name="Google Shape;136;p22"/>
          <p:cNvSpPr txBox="1"/>
          <p:nvPr/>
        </p:nvSpPr>
        <p:spPr>
          <a:xfrm>
            <a:off x="697325" y="1133600"/>
            <a:ext cx="73518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Momenteel is de webserver niet vanaf buiten bereikbaar.</a:t>
            </a: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We hebben 2 replica’s, hoe balanceren we de load?</a:t>
            </a: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37" name="Google Shape;137;p22"/>
          <p:cNvSpPr txBox="1"/>
          <p:nvPr/>
        </p:nvSpPr>
        <p:spPr>
          <a:xfrm>
            <a:off x="697325" y="1968775"/>
            <a:ext cx="73518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ontserrat"/>
              <a:buChar char="●"/>
            </a:pPr>
            <a:r>
              <a:rPr lang="en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Dit doen we met een service.</a:t>
            </a:r>
            <a:endParaRPr sz="1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ontserrat"/>
              <a:buChar char="●"/>
            </a:pPr>
            <a:r>
              <a:rPr lang="en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Een service vertelt kubernetes hoe pods bereikbaar worden gemaakt.</a:t>
            </a:r>
            <a:endParaRPr sz="1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ontserrat"/>
              <a:buChar char="●"/>
            </a:pPr>
            <a:r>
              <a:rPr lang="en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LoadBalancer maakt meerdere pods op een IP en poort beschikbaar en balanceert tussen die pods.</a:t>
            </a:r>
            <a:endParaRPr sz="1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D21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/>
        </p:nvSpPr>
        <p:spPr>
          <a:xfrm>
            <a:off x="2740650" y="298400"/>
            <a:ext cx="3662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service.yaml</a:t>
            </a:r>
            <a:endParaRPr sz="26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" name="Google Shape;143;p23"/>
          <p:cNvSpPr txBox="1"/>
          <p:nvPr/>
        </p:nvSpPr>
        <p:spPr>
          <a:xfrm>
            <a:off x="1227275" y="1061275"/>
            <a:ext cx="3993000" cy="29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apiVersion</a:t>
            </a:r>
            <a:r>
              <a:rPr lang="en" sz="12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: v1</a:t>
            </a:r>
            <a:endParaRPr sz="12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kind</a:t>
            </a:r>
            <a:r>
              <a:rPr lang="en" sz="12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: Service</a:t>
            </a:r>
            <a:endParaRPr sz="12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metadata</a:t>
            </a:r>
            <a:r>
              <a:rPr lang="en" sz="12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2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namespace</a:t>
            </a:r>
            <a:r>
              <a:rPr lang="en" sz="12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: my-webserver</a:t>
            </a:r>
            <a:endParaRPr sz="12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12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: nginx-service</a:t>
            </a:r>
            <a:endParaRPr sz="12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spec</a:t>
            </a:r>
            <a:r>
              <a:rPr lang="en" sz="12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2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selector</a:t>
            </a:r>
            <a:r>
              <a:rPr lang="en" sz="12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2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2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app</a:t>
            </a:r>
            <a:r>
              <a:rPr lang="en" sz="12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: nginx</a:t>
            </a:r>
            <a:endParaRPr sz="12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ports</a:t>
            </a:r>
            <a:r>
              <a:rPr lang="en" sz="12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2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  - </a:t>
            </a:r>
            <a:r>
              <a:rPr lang="en" sz="12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port</a:t>
            </a:r>
            <a:r>
              <a:rPr lang="en" sz="12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: 8082</a:t>
            </a:r>
            <a:endParaRPr sz="12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12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targetPort</a:t>
            </a:r>
            <a:r>
              <a:rPr lang="en" sz="12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: 80</a:t>
            </a:r>
            <a:endParaRPr sz="12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n" sz="12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: LoadBalancer</a:t>
            </a:r>
            <a:endParaRPr sz="12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externalTrafficPolicy</a:t>
            </a:r>
            <a:r>
              <a:rPr lang="en" sz="12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: Cluster</a:t>
            </a:r>
            <a:endParaRPr sz="12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CF8E6D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D21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 txBox="1"/>
          <p:nvPr/>
        </p:nvSpPr>
        <p:spPr>
          <a:xfrm>
            <a:off x="1512900" y="468100"/>
            <a:ext cx="61182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Port forwarden</a:t>
            </a:r>
            <a:endParaRPr sz="26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" name="Google Shape;149;p24"/>
          <p:cNvSpPr txBox="1"/>
          <p:nvPr/>
        </p:nvSpPr>
        <p:spPr>
          <a:xfrm>
            <a:off x="697325" y="1133600"/>
            <a:ext cx="7351800" cy="27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We draaien in docker, dus standaard is onze cluster niet bereikbaar. De poorten staan niet open in docker.</a:t>
            </a: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We kunnen de service tijdelijk direct forwarden naar onze localhost.</a:t>
            </a: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kubectl port-forward service/nginx-service -n my-webserver 8082:8082</a:t>
            </a: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Op localhost:8082 kan je nu de nginx welkom pagina zien.</a:t>
            </a: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D21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 txBox="1"/>
          <p:nvPr/>
        </p:nvSpPr>
        <p:spPr>
          <a:xfrm>
            <a:off x="1512900" y="468100"/>
            <a:ext cx="61182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Werkt de service wel?</a:t>
            </a:r>
            <a:endParaRPr sz="26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" name="Google Shape;155;p25"/>
          <p:cNvSpPr txBox="1"/>
          <p:nvPr/>
        </p:nvSpPr>
        <p:spPr>
          <a:xfrm>
            <a:off x="697325" y="1133600"/>
            <a:ext cx="7351800" cy="36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Om te verifieren dat onze service echt werkt kunnen we een http call maken naar het IP van de service.</a:t>
            </a: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kubectl describe service nginx-service -n my-webserver  </a:t>
            </a: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Noteer de teruggegeven IP en port.</a:t>
            </a: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Noteer in docker-desktop de eerste 3 tekens van je container ID.</a:t>
            </a: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docker exec &lt;3 tekens&gt; curl &lt;ip&gt;:&lt;port&gt;</a:t>
            </a: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Nu zien we dat nginx bereikbaar is op onze service.</a:t>
            </a: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56FE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225" y="-1771325"/>
            <a:ext cx="7845552" cy="8686146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6"/>
          <p:cNvSpPr txBox="1"/>
          <p:nvPr/>
        </p:nvSpPr>
        <p:spPr>
          <a:xfrm>
            <a:off x="1499550" y="2233200"/>
            <a:ext cx="61449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Vragen?</a:t>
            </a:r>
            <a:endParaRPr sz="3200" b="1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6492C47A9634448A67B6C0F4E203E71" ma:contentTypeVersion="11" ma:contentTypeDescription="Een nieuw document maken." ma:contentTypeScope="" ma:versionID="b4d7563d66b0beb763d409546ae9dbf0">
  <xsd:schema xmlns:xsd="http://www.w3.org/2001/XMLSchema" xmlns:xs="http://www.w3.org/2001/XMLSchema" xmlns:p="http://schemas.microsoft.com/office/2006/metadata/properties" xmlns:ns2="a158c91d-1665-465e-9b38-ca2a7ebcd6da" xmlns:ns3="87fc4ed5-cdfa-48bf-b5e3-e02fa6b65765" targetNamespace="http://schemas.microsoft.com/office/2006/metadata/properties" ma:root="true" ma:fieldsID="4f701b31861b3ec13e5b4d69d5cb5965" ns2:_="" ns3:_="">
    <xsd:import namespace="a158c91d-1665-465e-9b38-ca2a7ebcd6da"/>
    <xsd:import namespace="87fc4ed5-cdfa-48bf-b5e3-e02fa6b657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58c91d-1665-465e-9b38-ca2a7ebcd6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Afbeeldingtags" ma:readOnly="false" ma:fieldId="{5cf76f15-5ced-4ddc-b409-7134ff3c332f}" ma:taxonomyMulti="true" ma:sspId="3e192ce0-c5ca-4d88-9667-94490d92b81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fc4ed5-cdfa-48bf-b5e3-e02fa6b6576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f4639e74-6fe4-491c-91ac-574d54d48b9d}" ma:internalName="TaxCatchAll" ma:showField="CatchAllData" ma:web="87fc4ed5-cdfa-48bf-b5e3-e02fa6b6576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0914620-EE29-49B4-B5BA-883431F1223E}"/>
</file>

<file path=customXml/itemProps2.xml><?xml version="1.0" encoding="utf-8"?>
<ds:datastoreItem xmlns:ds="http://schemas.openxmlformats.org/officeDocument/2006/customXml" ds:itemID="{5FF3EC37-05F0-45BD-BE99-234442B5A609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473</Words>
  <Application>Microsoft Macintosh PowerPoint</Application>
  <PresentationFormat>Diavoorstelling (16:9)</PresentationFormat>
  <Paragraphs>109</Paragraphs>
  <Slides>14</Slides>
  <Notes>14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7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14</vt:i4>
      </vt:variant>
    </vt:vector>
  </HeadingPairs>
  <TitlesOfParts>
    <vt:vector size="22" baseType="lpstr">
      <vt:lpstr>Montserrat ExtraBold</vt:lpstr>
      <vt:lpstr>Montserrat SemiBold</vt:lpstr>
      <vt:lpstr>Courier New</vt:lpstr>
      <vt:lpstr>Montserrat</vt:lpstr>
      <vt:lpstr>Montserrat Medium</vt:lpstr>
      <vt:lpstr>Arial</vt:lpstr>
      <vt:lpstr>Poppins</vt:lpstr>
      <vt:lpstr>Simple Light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cp:lastModifiedBy>Ron Arts</cp:lastModifiedBy>
  <cp:revision>1</cp:revision>
  <dcterms:modified xsi:type="dcterms:W3CDTF">2023-11-23T12:18:14Z</dcterms:modified>
</cp:coreProperties>
</file>