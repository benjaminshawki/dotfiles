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8" r:id="rId5"/>
  </p:sldIdLst>
  <p:sldSz cx="7561263" cy="10693400"/>
  <p:notesSz cx="6858000" cy="9144000"/>
  <p:defaultTextStyle>
    <a:defPPr>
      <a:defRPr lang="nl-NL"/>
    </a:defPPr>
    <a:lvl1pPr marL="0" algn="l" defTabSz="1032815" rtl="0" eaLnBrk="1" latinLnBrk="0" hangingPunct="1">
      <a:defRPr sz="2000" kern="1200">
        <a:solidFill>
          <a:schemeClr val="tx1"/>
        </a:solidFill>
        <a:latin typeface="+mn-lt"/>
        <a:ea typeface="+mn-ea"/>
        <a:cs typeface="+mn-cs"/>
      </a:defRPr>
    </a:lvl1pPr>
    <a:lvl2pPr marL="516407" algn="l" defTabSz="1032815" rtl="0" eaLnBrk="1" latinLnBrk="0" hangingPunct="1">
      <a:defRPr sz="2000" kern="1200">
        <a:solidFill>
          <a:schemeClr val="tx1"/>
        </a:solidFill>
        <a:latin typeface="+mn-lt"/>
        <a:ea typeface="+mn-ea"/>
        <a:cs typeface="+mn-cs"/>
      </a:defRPr>
    </a:lvl2pPr>
    <a:lvl3pPr marL="1032815" algn="l" defTabSz="1032815" rtl="0" eaLnBrk="1" latinLnBrk="0" hangingPunct="1">
      <a:defRPr sz="2000" kern="1200">
        <a:solidFill>
          <a:schemeClr val="tx1"/>
        </a:solidFill>
        <a:latin typeface="+mn-lt"/>
        <a:ea typeface="+mn-ea"/>
        <a:cs typeface="+mn-cs"/>
      </a:defRPr>
    </a:lvl3pPr>
    <a:lvl4pPr marL="1549222" algn="l" defTabSz="1032815" rtl="0" eaLnBrk="1" latinLnBrk="0" hangingPunct="1">
      <a:defRPr sz="2000" kern="1200">
        <a:solidFill>
          <a:schemeClr val="tx1"/>
        </a:solidFill>
        <a:latin typeface="+mn-lt"/>
        <a:ea typeface="+mn-ea"/>
        <a:cs typeface="+mn-cs"/>
      </a:defRPr>
    </a:lvl4pPr>
    <a:lvl5pPr marL="2065630" algn="l" defTabSz="1032815" rtl="0" eaLnBrk="1" latinLnBrk="0" hangingPunct="1">
      <a:defRPr sz="2000" kern="1200">
        <a:solidFill>
          <a:schemeClr val="tx1"/>
        </a:solidFill>
        <a:latin typeface="+mn-lt"/>
        <a:ea typeface="+mn-ea"/>
        <a:cs typeface="+mn-cs"/>
      </a:defRPr>
    </a:lvl5pPr>
    <a:lvl6pPr marL="2582037" algn="l" defTabSz="1032815" rtl="0" eaLnBrk="1" latinLnBrk="0" hangingPunct="1">
      <a:defRPr sz="2000" kern="1200">
        <a:solidFill>
          <a:schemeClr val="tx1"/>
        </a:solidFill>
        <a:latin typeface="+mn-lt"/>
        <a:ea typeface="+mn-ea"/>
        <a:cs typeface="+mn-cs"/>
      </a:defRPr>
    </a:lvl6pPr>
    <a:lvl7pPr marL="3098444" algn="l" defTabSz="1032815" rtl="0" eaLnBrk="1" latinLnBrk="0" hangingPunct="1">
      <a:defRPr sz="2000" kern="1200">
        <a:solidFill>
          <a:schemeClr val="tx1"/>
        </a:solidFill>
        <a:latin typeface="+mn-lt"/>
        <a:ea typeface="+mn-ea"/>
        <a:cs typeface="+mn-cs"/>
      </a:defRPr>
    </a:lvl7pPr>
    <a:lvl8pPr marL="3614852" algn="l" defTabSz="1032815" rtl="0" eaLnBrk="1" latinLnBrk="0" hangingPunct="1">
      <a:defRPr sz="2000" kern="1200">
        <a:solidFill>
          <a:schemeClr val="tx1"/>
        </a:solidFill>
        <a:latin typeface="+mn-lt"/>
        <a:ea typeface="+mn-ea"/>
        <a:cs typeface="+mn-cs"/>
      </a:defRPr>
    </a:lvl8pPr>
    <a:lvl9pPr marL="4131259" algn="l" defTabSz="1032815"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8">
          <p15:clr>
            <a:srgbClr val="A4A3A4"/>
          </p15:clr>
        </p15:guide>
        <p15:guide id="2" pos="238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FC4BF1-AE97-495F-8A73-DAA36D2DA3F9}" v="5" dt="2022-04-07T09:03:53.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3336" y="365"/>
      </p:cViewPr>
      <p:guideLst>
        <p:guide orient="horz" pos="3368"/>
        <p:guide pos="238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enstra, Corinne" userId="9c5b4195-27d8-4e94-a884-f4b5de5459f6" providerId="ADAL" clId="{D5693EBE-95DD-4B0C-A463-3CF4CD224048}"/>
    <pc:docChg chg="custSel modSld">
      <pc:chgData name="Veenstra, Corinne" userId="9c5b4195-27d8-4e94-a884-f4b5de5459f6" providerId="ADAL" clId="{D5693EBE-95DD-4B0C-A463-3CF4CD224048}" dt="2022-04-07T10:13:54.705" v="240" actId="20577"/>
      <pc:docMkLst>
        <pc:docMk/>
      </pc:docMkLst>
      <pc:sldChg chg="delSp modSp mod">
        <pc:chgData name="Veenstra, Corinne" userId="9c5b4195-27d8-4e94-a884-f4b5de5459f6" providerId="ADAL" clId="{D5693EBE-95DD-4B0C-A463-3CF4CD224048}" dt="2022-04-07T10:13:54.705" v="240" actId="20577"/>
        <pc:sldMkLst>
          <pc:docMk/>
          <pc:sldMk cId="974028388" sldId="258"/>
        </pc:sldMkLst>
        <pc:spChg chg="mod">
          <ac:chgData name="Veenstra, Corinne" userId="9c5b4195-27d8-4e94-a884-f4b5de5459f6" providerId="ADAL" clId="{D5693EBE-95DD-4B0C-A463-3CF4CD224048}" dt="2022-04-07T10:08:52.618" v="45" actId="1076"/>
          <ac:spMkLst>
            <pc:docMk/>
            <pc:sldMk cId="974028388" sldId="258"/>
            <ac:spMk id="14" creationId="{00000000-0000-0000-0000-000000000000}"/>
          </ac:spMkLst>
        </pc:spChg>
        <pc:spChg chg="mod">
          <ac:chgData name="Veenstra, Corinne" userId="9c5b4195-27d8-4e94-a884-f4b5de5459f6" providerId="ADAL" clId="{D5693EBE-95DD-4B0C-A463-3CF4CD224048}" dt="2022-04-07T10:07:35.241" v="19" actId="1076"/>
          <ac:spMkLst>
            <pc:docMk/>
            <pc:sldMk cId="974028388" sldId="258"/>
            <ac:spMk id="15" creationId="{00000000-0000-0000-0000-000000000000}"/>
          </ac:spMkLst>
        </pc:spChg>
        <pc:spChg chg="mod">
          <ac:chgData name="Veenstra, Corinne" userId="9c5b4195-27d8-4e94-a884-f4b5de5459f6" providerId="ADAL" clId="{D5693EBE-95DD-4B0C-A463-3CF4CD224048}" dt="2022-04-07T10:13:54.705" v="240" actId="20577"/>
          <ac:spMkLst>
            <pc:docMk/>
            <pc:sldMk cId="974028388" sldId="258"/>
            <ac:spMk id="16" creationId="{AEB90C45-985F-4FCD-9385-9B59FDB77C7B}"/>
          </ac:spMkLst>
        </pc:spChg>
        <pc:picChg chg="mod">
          <ac:chgData name="Veenstra, Corinne" userId="9c5b4195-27d8-4e94-a884-f4b5de5459f6" providerId="ADAL" clId="{D5693EBE-95DD-4B0C-A463-3CF4CD224048}" dt="2022-04-07T10:08:29.722" v="40" actId="1076"/>
          <ac:picMkLst>
            <pc:docMk/>
            <pc:sldMk cId="974028388" sldId="258"/>
            <ac:picMk id="18" creationId="{00000000-0000-0000-0000-000000000000}"/>
          </ac:picMkLst>
        </pc:picChg>
        <pc:picChg chg="mod">
          <ac:chgData name="Veenstra, Corinne" userId="9c5b4195-27d8-4e94-a884-f4b5de5459f6" providerId="ADAL" clId="{D5693EBE-95DD-4B0C-A463-3CF4CD224048}" dt="2022-04-07T10:08:44.130" v="43" actId="14100"/>
          <ac:picMkLst>
            <pc:docMk/>
            <pc:sldMk cId="974028388" sldId="258"/>
            <ac:picMk id="19" creationId="{00000000-0000-0000-0000-000000000000}"/>
          </ac:picMkLst>
        </pc:picChg>
        <pc:picChg chg="del">
          <ac:chgData name="Veenstra, Corinne" userId="9c5b4195-27d8-4e94-a884-f4b5de5459f6" providerId="ADAL" clId="{D5693EBE-95DD-4B0C-A463-3CF4CD224048}" dt="2022-04-07T10:06:07.021" v="0" actId="478"/>
          <ac:picMkLst>
            <pc:docMk/>
            <pc:sldMk cId="974028388" sldId="258"/>
            <ac:picMk id="23"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378064" y="428231"/>
            <a:ext cx="6805137" cy="1782233"/>
          </a:xfrm>
          <a:prstGeom prst="rect">
            <a:avLst/>
          </a:prstGeom>
        </p:spPr>
        <p:txBody>
          <a:bodyPr vert="horz" lIns="103281" tIns="51641" rIns="103281" bIns="51641" rtlCol="0" anchor="ctr">
            <a:normAutofit/>
          </a:bodyPr>
          <a:lstStyle/>
          <a:p>
            <a:r>
              <a:rPr lang="nl-NL"/>
              <a:t>Klik om de stijl te bewerken</a:t>
            </a:r>
          </a:p>
        </p:txBody>
      </p:sp>
      <p:sp>
        <p:nvSpPr>
          <p:cNvPr id="3" name="Tijdelijke aanduiding voor tekst 2"/>
          <p:cNvSpPr>
            <a:spLocks noGrp="1"/>
          </p:cNvSpPr>
          <p:nvPr>
            <p:ph type="body" idx="1"/>
          </p:nvPr>
        </p:nvSpPr>
        <p:spPr>
          <a:xfrm>
            <a:off x="378064" y="2495128"/>
            <a:ext cx="6805137" cy="7057149"/>
          </a:xfrm>
          <a:prstGeom prst="rect">
            <a:avLst/>
          </a:prstGeom>
        </p:spPr>
        <p:txBody>
          <a:bodyPr vert="horz" lIns="103281" tIns="51641" rIns="103281" bIns="51641"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378064" y="9911199"/>
            <a:ext cx="1764294" cy="569325"/>
          </a:xfrm>
          <a:prstGeom prst="rect">
            <a:avLst/>
          </a:prstGeom>
        </p:spPr>
        <p:txBody>
          <a:bodyPr vert="horz" lIns="103281" tIns="51641" rIns="103281" bIns="51641" rtlCol="0" anchor="ctr"/>
          <a:lstStyle>
            <a:lvl1pPr algn="l">
              <a:defRPr sz="1400">
                <a:solidFill>
                  <a:schemeClr val="tx1">
                    <a:tint val="75000"/>
                  </a:schemeClr>
                </a:solidFill>
              </a:defRPr>
            </a:lvl1pPr>
          </a:lstStyle>
          <a:p>
            <a:fld id="{1062A255-4A82-4A41-9876-00647F312578}" type="datetimeFigureOut">
              <a:rPr lang="nl-NL" smtClean="0"/>
              <a:pPr/>
              <a:t>7-4-2022</a:t>
            </a:fld>
            <a:endParaRPr lang="nl-NL"/>
          </a:p>
        </p:txBody>
      </p:sp>
      <p:sp>
        <p:nvSpPr>
          <p:cNvPr id="5" name="Tijdelijke aanduiding voor voettekst 4"/>
          <p:cNvSpPr>
            <a:spLocks noGrp="1"/>
          </p:cNvSpPr>
          <p:nvPr>
            <p:ph type="ftr" sz="quarter" idx="3"/>
          </p:nvPr>
        </p:nvSpPr>
        <p:spPr>
          <a:xfrm>
            <a:off x="2583432" y="9911199"/>
            <a:ext cx="2394400" cy="569325"/>
          </a:xfrm>
          <a:prstGeom prst="rect">
            <a:avLst/>
          </a:prstGeom>
        </p:spPr>
        <p:txBody>
          <a:bodyPr vert="horz" lIns="103281" tIns="51641" rIns="103281" bIns="51641" rtlCol="0" anchor="ctr"/>
          <a:lstStyle>
            <a:lvl1pPr algn="ctr">
              <a:defRPr sz="1400">
                <a:solidFill>
                  <a:schemeClr val="tx1">
                    <a:tint val="75000"/>
                  </a:schemeClr>
                </a:solidFill>
              </a:defRPr>
            </a:lvl1pPr>
          </a:lstStyle>
          <a:p>
            <a:endParaRPr lang="nl-NL"/>
          </a:p>
        </p:txBody>
      </p:sp>
      <p:sp>
        <p:nvSpPr>
          <p:cNvPr id="6" name="Tijdelijke aanduiding voor dianummer 5"/>
          <p:cNvSpPr>
            <a:spLocks noGrp="1"/>
          </p:cNvSpPr>
          <p:nvPr>
            <p:ph type="sldNum" sz="quarter" idx="4"/>
          </p:nvPr>
        </p:nvSpPr>
        <p:spPr>
          <a:xfrm>
            <a:off x="5418905" y="9911199"/>
            <a:ext cx="1764294" cy="569325"/>
          </a:xfrm>
          <a:prstGeom prst="rect">
            <a:avLst/>
          </a:prstGeom>
        </p:spPr>
        <p:txBody>
          <a:bodyPr vert="horz" lIns="103281" tIns="51641" rIns="103281" bIns="51641" rtlCol="0" anchor="ctr"/>
          <a:lstStyle>
            <a:lvl1pPr algn="r">
              <a:defRPr sz="1400">
                <a:solidFill>
                  <a:schemeClr val="tx1">
                    <a:tint val="75000"/>
                  </a:schemeClr>
                </a:solidFill>
              </a:defRPr>
            </a:lvl1pPr>
          </a:lstStyle>
          <a:p>
            <a:fld id="{DB8FD301-82CA-40A0-80A3-8F5F583FD8EE}" type="slidenum">
              <a:rPr lang="nl-NL" smtClean="0"/>
              <a:pPr/>
              <a:t>‹nr.›</a:t>
            </a:fld>
            <a:endParaRPr lang="nl-NL"/>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1032815" rtl="0" eaLnBrk="1" latinLnBrk="0" hangingPunct="1">
        <a:spcBef>
          <a:spcPct val="0"/>
        </a:spcBef>
        <a:buNone/>
        <a:defRPr sz="5000" kern="1200">
          <a:solidFill>
            <a:schemeClr val="tx1"/>
          </a:solidFill>
          <a:latin typeface="+mj-lt"/>
          <a:ea typeface="+mj-ea"/>
          <a:cs typeface="+mj-cs"/>
        </a:defRPr>
      </a:lvl1pPr>
    </p:titleStyle>
    <p:bodyStyle>
      <a:lvl1pPr marL="387306" indent="-387306" algn="l" defTabSz="1032815"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39162" indent="-322755" algn="l" defTabSz="1032815"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291019" indent="-258204" algn="l" defTabSz="1032815"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07426"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23833"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40241"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56648"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73056"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389463"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nl-NL"/>
      </a:defPPr>
      <a:lvl1pPr marL="0" algn="l" defTabSz="1032815" rtl="0" eaLnBrk="1" latinLnBrk="0" hangingPunct="1">
        <a:defRPr sz="2000" kern="1200">
          <a:solidFill>
            <a:schemeClr val="tx1"/>
          </a:solidFill>
          <a:latin typeface="+mn-lt"/>
          <a:ea typeface="+mn-ea"/>
          <a:cs typeface="+mn-cs"/>
        </a:defRPr>
      </a:lvl1pPr>
      <a:lvl2pPr marL="516407" algn="l" defTabSz="1032815" rtl="0" eaLnBrk="1" latinLnBrk="0" hangingPunct="1">
        <a:defRPr sz="2000" kern="1200">
          <a:solidFill>
            <a:schemeClr val="tx1"/>
          </a:solidFill>
          <a:latin typeface="+mn-lt"/>
          <a:ea typeface="+mn-ea"/>
          <a:cs typeface="+mn-cs"/>
        </a:defRPr>
      </a:lvl2pPr>
      <a:lvl3pPr marL="1032815" algn="l" defTabSz="1032815" rtl="0" eaLnBrk="1" latinLnBrk="0" hangingPunct="1">
        <a:defRPr sz="2000" kern="1200">
          <a:solidFill>
            <a:schemeClr val="tx1"/>
          </a:solidFill>
          <a:latin typeface="+mn-lt"/>
          <a:ea typeface="+mn-ea"/>
          <a:cs typeface="+mn-cs"/>
        </a:defRPr>
      </a:lvl3pPr>
      <a:lvl4pPr marL="1549222" algn="l" defTabSz="1032815" rtl="0" eaLnBrk="1" latinLnBrk="0" hangingPunct="1">
        <a:defRPr sz="2000" kern="1200">
          <a:solidFill>
            <a:schemeClr val="tx1"/>
          </a:solidFill>
          <a:latin typeface="+mn-lt"/>
          <a:ea typeface="+mn-ea"/>
          <a:cs typeface="+mn-cs"/>
        </a:defRPr>
      </a:lvl4pPr>
      <a:lvl5pPr marL="2065630" algn="l" defTabSz="1032815" rtl="0" eaLnBrk="1" latinLnBrk="0" hangingPunct="1">
        <a:defRPr sz="2000" kern="1200">
          <a:solidFill>
            <a:schemeClr val="tx1"/>
          </a:solidFill>
          <a:latin typeface="+mn-lt"/>
          <a:ea typeface="+mn-ea"/>
          <a:cs typeface="+mn-cs"/>
        </a:defRPr>
      </a:lvl5pPr>
      <a:lvl6pPr marL="2582037" algn="l" defTabSz="1032815" rtl="0" eaLnBrk="1" latinLnBrk="0" hangingPunct="1">
        <a:defRPr sz="2000" kern="1200">
          <a:solidFill>
            <a:schemeClr val="tx1"/>
          </a:solidFill>
          <a:latin typeface="+mn-lt"/>
          <a:ea typeface="+mn-ea"/>
          <a:cs typeface="+mn-cs"/>
        </a:defRPr>
      </a:lvl6pPr>
      <a:lvl7pPr marL="3098444" algn="l" defTabSz="1032815" rtl="0" eaLnBrk="1" latinLnBrk="0" hangingPunct="1">
        <a:defRPr sz="2000" kern="1200">
          <a:solidFill>
            <a:schemeClr val="tx1"/>
          </a:solidFill>
          <a:latin typeface="+mn-lt"/>
          <a:ea typeface="+mn-ea"/>
          <a:cs typeface="+mn-cs"/>
        </a:defRPr>
      </a:lvl7pPr>
      <a:lvl8pPr marL="3614852" algn="l" defTabSz="1032815" rtl="0" eaLnBrk="1" latinLnBrk="0" hangingPunct="1">
        <a:defRPr sz="2000" kern="1200">
          <a:solidFill>
            <a:schemeClr val="tx1"/>
          </a:solidFill>
          <a:latin typeface="+mn-lt"/>
          <a:ea typeface="+mn-ea"/>
          <a:cs typeface="+mn-cs"/>
        </a:defRPr>
      </a:lvl8pPr>
      <a:lvl9pPr marL="4131259" algn="l" defTabSz="103281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www.openaccess.nl/"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Afbeelding 17" descr="spotligh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2673"/>
            <a:ext cx="6780480" cy="6732620"/>
          </a:xfrm>
          <a:prstGeom prst="rect">
            <a:avLst/>
          </a:prstGeom>
        </p:spPr>
      </p:pic>
      <p:sp>
        <p:nvSpPr>
          <p:cNvPr id="11" name="Tijdelijke aanduiding voor tekst 12"/>
          <p:cNvSpPr txBox="1">
            <a:spLocks/>
          </p:cNvSpPr>
          <p:nvPr/>
        </p:nvSpPr>
        <p:spPr>
          <a:xfrm>
            <a:off x="396255" y="8299772"/>
            <a:ext cx="6624736" cy="1007368"/>
          </a:xfrm>
          <a:prstGeom prst="rect">
            <a:avLst/>
          </a:prstGeom>
        </p:spPr>
        <p:txBody>
          <a:bodyPr>
            <a:noAutofit/>
          </a:bodyPr>
          <a:lstStyle>
            <a:lvl1pPr marL="0" indent="0" algn="l" defTabSz="1032815" rtl="0" eaLnBrk="1" latinLnBrk="0" hangingPunct="1">
              <a:spcBef>
                <a:spcPct val="20000"/>
              </a:spcBef>
              <a:buFont typeface="Arial" pitchFamily="34" charset="0"/>
              <a:buNone/>
              <a:defRPr sz="3000" b="1" kern="1200">
                <a:solidFill>
                  <a:schemeClr val="tx1"/>
                </a:solidFill>
                <a:latin typeface="+mn-lt"/>
                <a:ea typeface="+mn-ea"/>
                <a:cs typeface="+mn-cs"/>
              </a:defRPr>
            </a:lvl1pPr>
            <a:lvl2pPr marL="839162" indent="-322755" algn="l" defTabSz="1032815"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291019" indent="-258204" algn="l" defTabSz="1032815"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07426"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23833"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40241"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56648"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73056"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389463"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nl-NL" dirty="0">
                <a:latin typeface="+mj-lt"/>
                <a:ea typeface="Verdana" panose="020B0604030504040204" pitchFamily="34" charset="0"/>
                <a:cs typeface="Verdana" panose="020B0604030504040204" pitchFamily="34" charset="0"/>
              </a:rPr>
              <a:t>Toestemmingsformulier</a:t>
            </a:r>
            <a:endParaRPr lang="nl-NL" dirty="0">
              <a:latin typeface="+mj-lt"/>
            </a:endParaRPr>
          </a:p>
        </p:txBody>
      </p:sp>
      <p:sp>
        <p:nvSpPr>
          <p:cNvPr id="14" name="Tijdelijke aanduiding voor tekst 14"/>
          <p:cNvSpPr txBox="1">
            <a:spLocks/>
          </p:cNvSpPr>
          <p:nvPr/>
        </p:nvSpPr>
        <p:spPr>
          <a:xfrm>
            <a:off x="480059" y="2426741"/>
            <a:ext cx="6324908" cy="709982"/>
          </a:xfrm>
          <a:prstGeom prst="rect">
            <a:avLst/>
          </a:prstGeom>
        </p:spPr>
        <p:txBody>
          <a:bodyPr>
            <a:normAutofit/>
          </a:bodyPr>
          <a:lstStyle>
            <a:lvl1pPr marL="0" indent="0" algn="l" defTabSz="1032815" rtl="0" eaLnBrk="1" latinLnBrk="0" hangingPunct="1">
              <a:spcBef>
                <a:spcPct val="20000"/>
              </a:spcBef>
              <a:buFont typeface="Arial" pitchFamily="34" charset="0"/>
              <a:buNone/>
              <a:defRPr sz="1500" b="1" kern="1200">
                <a:solidFill>
                  <a:schemeClr val="tx1"/>
                </a:solidFill>
                <a:latin typeface="+mn-lt"/>
                <a:ea typeface="+mn-ea"/>
                <a:cs typeface="+mn-cs"/>
              </a:defRPr>
            </a:lvl1pPr>
            <a:lvl2pPr marL="839162" indent="-322755" algn="l" defTabSz="1032815"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291019" indent="-258204" algn="l" defTabSz="1032815"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07426"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23833"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40241"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56648"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73056"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389463"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nl-NL" dirty="0"/>
              <a:t>Publicatie afstudeerverslag </a:t>
            </a:r>
            <a:br>
              <a:rPr lang="nl-NL" dirty="0"/>
            </a:br>
            <a:r>
              <a:rPr lang="nl-NL" dirty="0"/>
              <a:t>toestemmingsformulier</a:t>
            </a:r>
          </a:p>
        </p:txBody>
      </p:sp>
      <p:sp>
        <p:nvSpPr>
          <p:cNvPr id="15" name="Tijdelijke aanduiding voor tekst 14"/>
          <p:cNvSpPr txBox="1">
            <a:spLocks/>
          </p:cNvSpPr>
          <p:nvPr/>
        </p:nvSpPr>
        <p:spPr>
          <a:xfrm>
            <a:off x="480059" y="1363346"/>
            <a:ext cx="6078134" cy="1320291"/>
          </a:xfrm>
          <a:prstGeom prst="rect">
            <a:avLst/>
          </a:prstGeom>
        </p:spPr>
        <p:txBody>
          <a:bodyPr>
            <a:normAutofit/>
          </a:bodyPr>
          <a:lstStyle>
            <a:lvl1pPr marL="0" indent="0" algn="l" defTabSz="1032815" rtl="0" eaLnBrk="1" latinLnBrk="0" hangingPunct="1">
              <a:spcBef>
                <a:spcPct val="20000"/>
              </a:spcBef>
              <a:buFont typeface="Arial" pitchFamily="34" charset="0"/>
              <a:buNone/>
              <a:defRPr sz="1500" b="1" kern="1200">
                <a:solidFill>
                  <a:schemeClr val="tx1"/>
                </a:solidFill>
                <a:latin typeface="+mn-lt"/>
                <a:ea typeface="+mn-ea"/>
                <a:cs typeface="+mn-cs"/>
              </a:defRPr>
            </a:lvl1pPr>
            <a:lvl2pPr marL="839162" indent="-322755" algn="l" defTabSz="1032815"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291019" indent="-258204" algn="l" defTabSz="1032815"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07426"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23833"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40241"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56648"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73056"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389463" indent="-258204" algn="l" defTabSz="103281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endParaRPr lang="nl-NL" sz="2600" dirty="0"/>
          </a:p>
          <a:p>
            <a:r>
              <a:rPr lang="nl-NL" sz="2600" dirty="0"/>
              <a:t>HBO Kennisbank </a:t>
            </a:r>
          </a:p>
        </p:txBody>
      </p:sp>
      <p:pic>
        <p:nvPicPr>
          <p:cNvPr id="19" name="Afbeelding 18" descr="stippellijn-pp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279" y="2319453"/>
            <a:ext cx="3024336" cy="56529"/>
          </a:xfrm>
          <a:prstGeom prst="rect">
            <a:avLst/>
          </a:prstGeom>
        </p:spPr>
      </p:pic>
      <p:pic>
        <p:nvPicPr>
          <p:cNvPr id="3" name="Afbeelding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15990" y="1402"/>
            <a:ext cx="905001" cy="1072679"/>
          </a:xfrm>
          <a:prstGeom prst="rect">
            <a:avLst/>
          </a:prstGeom>
        </p:spPr>
      </p:pic>
      <p:sp>
        <p:nvSpPr>
          <p:cNvPr id="16" name="Tekstvak 15">
            <a:extLst>
              <a:ext uri="{FF2B5EF4-FFF2-40B4-BE49-F238E27FC236}">
                <a16:creationId xmlns:a16="http://schemas.microsoft.com/office/drawing/2014/main" id="{AEB90C45-985F-4FCD-9385-9B59FDB77C7B}"/>
              </a:ext>
            </a:extLst>
          </p:cNvPr>
          <p:cNvSpPr txBox="1"/>
          <p:nvPr/>
        </p:nvSpPr>
        <p:spPr>
          <a:xfrm>
            <a:off x="1476375" y="3328641"/>
            <a:ext cx="5328592" cy="5647700"/>
          </a:xfrm>
          <a:prstGeom prst="rect">
            <a:avLst/>
          </a:prstGeom>
          <a:noFill/>
        </p:spPr>
        <p:txBody>
          <a:bodyPr wrap="square" rtlCol="0">
            <a:spAutoFit/>
          </a:bodyPr>
          <a:lstStyle/>
          <a:p>
            <a:pPr algn="l"/>
            <a:r>
              <a:rPr lang="nl-NL" sz="1100" b="0" i="0" dirty="0">
                <a:solidFill>
                  <a:srgbClr val="050E1D"/>
                </a:solidFill>
                <a:effectLst/>
              </a:rPr>
              <a:t>Binnen hogescholen worden veel publicaties zoals artikelen, onderzoeksrapporten en afstudeerwerken geproduceerd door lectoren, docent-onderzoekers en studenten. HBO Kennisbank biedt toegang tot </a:t>
            </a:r>
            <a:r>
              <a:rPr lang="nl-NL" sz="1100" b="0" i="0" dirty="0" err="1">
                <a:solidFill>
                  <a:srgbClr val="050E1D"/>
                </a:solidFill>
                <a:effectLst/>
              </a:rPr>
              <a:t>onderzoekspublicaties</a:t>
            </a:r>
            <a:r>
              <a:rPr lang="nl-NL" sz="1100" b="0" i="0" dirty="0">
                <a:solidFill>
                  <a:srgbClr val="050E1D"/>
                </a:solidFill>
                <a:effectLst/>
              </a:rPr>
              <a:t> en afstudeerproducten van deelnemende hogescholen en maakt deze beschikbaar voor hergebruik. Hiermee vergemakkelijkt de HBO Kennisbank de uitwisseling tussen onderzoek, onderwijs, bedrijfs- en beroepsleven en maatschappij.</a:t>
            </a:r>
          </a:p>
          <a:p>
            <a:pPr algn="l"/>
            <a:endParaRPr lang="nl-NL" sz="1100" b="0" i="0" dirty="0">
              <a:solidFill>
                <a:srgbClr val="050E1D"/>
              </a:solidFill>
              <a:effectLst/>
            </a:endParaRPr>
          </a:p>
          <a:p>
            <a:pPr algn="l"/>
            <a:r>
              <a:rPr lang="nl-NL" sz="1100" b="1" i="0" dirty="0">
                <a:solidFill>
                  <a:srgbClr val="050E1D"/>
                </a:solidFill>
                <a:effectLst/>
              </a:rPr>
              <a:t>Uitwisseling van kennis</a:t>
            </a:r>
          </a:p>
          <a:p>
            <a:pPr algn="l"/>
            <a:r>
              <a:rPr lang="nl-NL" sz="1100" b="0" i="0" dirty="0">
                <a:solidFill>
                  <a:srgbClr val="050E1D"/>
                </a:solidFill>
                <a:effectLst/>
              </a:rPr>
              <a:t>Vrij toegankelijke kennis; De publicaties die binnen hogescholen worden geproduceerd, zijn van grote waarde voor de maatschappelijke en economische ontwikkeling van Nederland. De HBO Kennisbank is daarom gericht op vrije toegang tot resultaten van praktijkgericht onderzoek, zodat deze door iedereen kunnen worden (her)gebruikt. Een groot deel van de publicaties op HBO Kennisbank is </a:t>
            </a:r>
            <a:r>
              <a:rPr lang="nl-NL" sz="1100" b="0" i="0" u="sng" dirty="0">
                <a:solidFill>
                  <a:srgbClr val="1B75BC"/>
                </a:solidFill>
                <a:effectLst/>
                <a:hlinkClick r:id="rId5"/>
              </a:rPr>
              <a:t>open access</a:t>
            </a:r>
            <a:r>
              <a:rPr lang="nl-NL" sz="1100" b="0" i="0" dirty="0">
                <a:solidFill>
                  <a:srgbClr val="050E1D"/>
                </a:solidFill>
                <a:effectLst/>
              </a:rPr>
              <a:t> beschikbaar.</a:t>
            </a:r>
          </a:p>
          <a:p>
            <a:pPr algn="l"/>
            <a:endParaRPr lang="nl-NL" sz="1100" b="0" i="0" dirty="0">
              <a:solidFill>
                <a:srgbClr val="050E1D"/>
              </a:solidFill>
              <a:effectLst/>
            </a:endParaRPr>
          </a:p>
          <a:p>
            <a:pPr algn="l"/>
            <a:r>
              <a:rPr lang="nl-NL" sz="1100" b="1" i="0" dirty="0">
                <a:solidFill>
                  <a:srgbClr val="050E1D"/>
                </a:solidFill>
                <a:effectLst/>
              </a:rPr>
              <a:t>Voor en door hogescholen</a:t>
            </a:r>
          </a:p>
          <a:p>
            <a:pPr algn="l"/>
            <a:r>
              <a:rPr lang="nl-NL" sz="1100" b="0" i="0" dirty="0">
                <a:solidFill>
                  <a:srgbClr val="050E1D"/>
                </a:solidFill>
                <a:effectLst/>
              </a:rPr>
              <a:t>De HBO Kennisbank levert een bijdrage aan het zichtbaar maken en vindbaar houden van verschillende elementen van praktijkgericht onderzoek. Dit doen zij samen met de deelnemende hogescholen. Hogeschool Leiden draagt hier aan bij. Het doel is om de impact van praktijkgericht onderzoek op Nederland te vergroten.</a:t>
            </a:r>
          </a:p>
          <a:p>
            <a:pPr algn="l"/>
            <a:endParaRPr lang="nl-NL" sz="1100" dirty="0">
              <a:solidFill>
                <a:srgbClr val="050E1D"/>
              </a:solidFill>
            </a:endParaRPr>
          </a:p>
          <a:p>
            <a:pPr algn="l"/>
            <a:r>
              <a:rPr lang="nl-NL" sz="1100" b="0" i="0" dirty="0">
                <a:solidFill>
                  <a:srgbClr val="050E1D"/>
                </a:solidFill>
                <a:effectLst/>
              </a:rPr>
              <a:t>Afstudeerproducten met een beoordelin</a:t>
            </a:r>
            <a:r>
              <a:rPr lang="nl-NL" sz="1100" dirty="0">
                <a:solidFill>
                  <a:srgbClr val="050E1D"/>
                </a:solidFill>
              </a:rPr>
              <a:t>gscijfer van </a:t>
            </a:r>
            <a:r>
              <a:rPr lang="nl-NL" sz="1100" b="0" i="0" dirty="0">
                <a:solidFill>
                  <a:srgbClr val="050E1D"/>
                </a:solidFill>
                <a:effectLst/>
              </a:rPr>
              <a:t>7 of hoger komen in aanmerking om door de Kennisbank opgenomen te worden. Hiervoor dienen student en afstudeerbedrijf aan te geven aan de hogeschool of </a:t>
            </a:r>
            <a:r>
              <a:rPr lang="nl-NL" sz="1100" dirty="0">
                <a:solidFill>
                  <a:srgbClr val="050E1D"/>
                </a:solidFill>
              </a:rPr>
              <a:t>er wel of geen </a:t>
            </a:r>
            <a:r>
              <a:rPr lang="nl-NL" sz="1100" b="0" i="0" dirty="0">
                <a:solidFill>
                  <a:srgbClr val="050E1D"/>
                </a:solidFill>
                <a:effectLst/>
              </a:rPr>
              <a:t>toestemming wordt verleend. </a:t>
            </a:r>
          </a:p>
          <a:p>
            <a:pPr algn="l"/>
            <a:endParaRPr lang="nl-NL" sz="1100" dirty="0">
              <a:solidFill>
                <a:srgbClr val="050E1D"/>
              </a:solidFill>
            </a:endParaRPr>
          </a:p>
          <a:p>
            <a:pPr algn="l"/>
            <a:r>
              <a:rPr lang="nl-NL" sz="1100" dirty="0">
                <a:solidFill>
                  <a:srgbClr val="050E1D"/>
                </a:solidFill>
              </a:rPr>
              <a:t>We verzoeken jou en je afstudeerbedrijf om op het toestemmingsformulier aan te geven of de afstudeerproducten </a:t>
            </a:r>
            <a:r>
              <a:rPr lang="nl-NL" sz="1100">
                <a:solidFill>
                  <a:srgbClr val="050E1D"/>
                </a:solidFill>
              </a:rPr>
              <a:t>gepubliceerd mogen worden of niet.</a:t>
            </a:r>
            <a:endParaRPr lang="nl-NL" sz="1100" b="0" i="0" dirty="0">
              <a:solidFill>
                <a:srgbClr val="050E1D"/>
              </a:solidFill>
              <a:effectLst/>
            </a:endParaRPr>
          </a:p>
          <a:p>
            <a:endParaRPr lang="nl-NL" sz="900" dirty="0">
              <a:solidFill>
                <a:srgbClr val="000000"/>
              </a:solidFill>
            </a:endParaRPr>
          </a:p>
        </p:txBody>
      </p:sp>
    </p:spTree>
    <p:extLst>
      <p:ext uri="{BB962C8B-B14F-4D97-AF65-F5344CB8AC3E}">
        <p14:creationId xmlns:p14="http://schemas.microsoft.com/office/powerpoint/2010/main" val="974028388"/>
      </p:ext>
    </p:extLst>
  </p:cSld>
  <p:clrMapOvr>
    <a:masterClrMapping/>
  </p:clrMapOvr>
</p:sld>
</file>

<file path=ppt/theme/theme1.xml><?xml version="1.0" encoding="utf-8"?>
<a:theme xmlns:a="http://schemas.openxmlformats.org/drawingml/2006/main" name="Blokboek HBO-R (aangepast)">
  <a:themeElements>
    <a:clrScheme name="Aangepast 1">
      <a:dk1>
        <a:srgbClr val="FFFFFF"/>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3309587F734C4496109FCE8D9C6EB7" ma:contentTypeVersion="4" ma:contentTypeDescription="Een nieuw document maken." ma:contentTypeScope="" ma:versionID="64683e270a3d390c10c11b1840a777dd">
  <xsd:schema xmlns:xsd="http://www.w3.org/2001/XMLSchema" xmlns:xs="http://www.w3.org/2001/XMLSchema" xmlns:p="http://schemas.microsoft.com/office/2006/metadata/properties" xmlns:ns2="e0f9d6d4-c248-4468-b9c2-5ef56d804f0d" xmlns:ns3="722da162-165f-4e0f-a5e6-e20bd49ff96d" targetNamespace="http://schemas.microsoft.com/office/2006/metadata/properties" ma:root="true" ma:fieldsID="37205b1e6521d0b3611e5713aaae70d3" ns2:_="" ns3:_="">
    <xsd:import namespace="e0f9d6d4-c248-4468-b9c2-5ef56d804f0d"/>
    <xsd:import namespace="722da162-165f-4e0f-a5e6-e20bd49ff96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f9d6d4-c248-4468-b9c2-5ef56d804f0d"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22da162-165f-4e0f-a5e6-e20bd49ff96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e0f9d6d4-c248-4468-b9c2-5ef56d804f0d">
      <UserInfo>
        <DisplayName>Almering, Nicole</DisplayName>
        <AccountId>738</AccountId>
        <AccountType/>
      </UserInfo>
    </SharedWithUsers>
  </documentManagement>
</p:properties>
</file>

<file path=customXml/itemProps1.xml><?xml version="1.0" encoding="utf-8"?>
<ds:datastoreItem xmlns:ds="http://schemas.openxmlformats.org/officeDocument/2006/customXml" ds:itemID="{238D0D21-0DF1-4E92-83F4-400728AB70C4}"/>
</file>

<file path=customXml/itemProps2.xml><?xml version="1.0" encoding="utf-8"?>
<ds:datastoreItem xmlns:ds="http://schemas.openxmlformats.org/officeDocument/2006/customXml" ds:itemID="{6BB6A303-35D8-472A-93CB-F1937A807C1D}">
  <ds:schemaRefs>
    <ds:schemaRef ds:uri="http://schemas.microsoft.com/sharepoint/v3/contenttype/forms"/>
  </ds:schemaRefs>
</ds:datastoreItem>
</file>

<file path=customXml/itemProps3.xml><?xml version="1.0" encoding="utf-8"?>
<ds:datastoreItem xmlns:ds="http://schemas.openxmlformats.org/officeDocument/2006/customXml" ds:itemID="{598B3796-C095-4F6D-8EC9-EB36A057E327}">
  <ds:schemaRefs>
    <ds:schemaRef ds:uri="http://purl.org/dc/dcmitype/"/>
    <ds:schemaRef ds:uri="7d8b4fc4-cd91-4d29-811e-41a355e05e83"/>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http://schemas.microsoft.com/office/2006/documentManagement/types"/>
    <ds:schemaRef ds:uri="99d128c8-fac6-4de0-a98d-e1d2ab9f6fb4"/>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Blokboek HBO-R (aangepast).potx</Template>
  <TotalTime>49</TotalTime>
  <Words>243</Words>
  <Application>Microsoft Office PowerPoint</Application>
  <PresentationFormat>Aangepast</PresentationFormat>
  <Paragraphs>15</Paragraphs>
  <Slides>1</Slides>
  <Notes>0</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1</vt:i4>
      </vt:variant>
    </vt:vector>
  </HeadingPairs>
  <TitlesOfParts>
    <vt:vector size="4" baseType="lpstr">
      <vt:lpstr>Arial</vt:lpstr>
      <vt:lpstr>Verdana</vt:lpstr>
      <vt:lpstr>Blokboek HBO-R (aangepast)</vt:lpstr>
      <vt:lpstr>PowerPoint-presentatie</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voorblad</dc:title>
  <dc:subject>Template voorblad</dc:subject>
  <dc:creator>UMW</dc:creator>
  <cp:lastModifiedBy>Veenstra, Corinne</cp:lastModifiedBy>
  <cp:revision>21</cp:revision>
  <dcterms:created xsi:type="dcterms:W3CDTF">2013-08-20T16:25:23Z</dcterms:created>
  <dcterms:modified xsi:type="dcterms:W3CDTF">2022-04-07T10:14:01Z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0x010100743309587F734C4496109FCE8D9C6EB7</vt:lpwstr>
  </property>
  <property fmtid="{D5CDD505-2E9C-101B-9397-08002B2CF9AE}" pid="3" name="hl_doelgroep">
    <vt:lpwstr>3;#Student|0b303f8e-1c75-49b6-9c22-3503af27efac;#7;#Medewerker|882c9350-9624-42d3-b869-6c3d44626b60</vt:lpwstr>
  </property>
  <property fmtid="{D5CDD505-2E9C-101B-9397-08002B2CF9AE}" pid="4" name="hl_onderwerp">
    <vt:lpwstr>358;#Huisstijl|35175797-e217-4e78-b165-b4869f83dc65</vt:lpwstr>
  </property>
  <property fmtid="{D5CDD505-2E9C-101B-9397-08002B2CF9AE}" pid="5" name="hl_periode">
    <vt:lpwstr/>
  </property>
  <property fmtid="{D5CDD505-2E9C-101B-9397-08002B2CF9AE}" pid="6" name="hl_afdeling_opleiding">
    <vt:lpwstr>357;#Traffic|47d510a5-3fed-4bff-830b-d9bbb44b4388</vt:lpwstr>
  </property>
  <property fmtid="{D5CDD505-2E9C-101B-9397-08002B2CF9AE}" pid="7" name="hl_kenmerk">
    <vt:lpwstr>125;#Template|2c7720aa-7127-4f68-9eac-a79deff4e0e0</vt:lpwstr>
  </property>
  <property fmtid="{D5CDD505-2E9C-101B-9397-08002B2CF9AE}" pid="8" name="hl_dienst_faculteit">
    <vt:lpwstr>263;#Marketing ＆ Communicatie|e4b15a6d-fcac-4d99-82b1-2cd9ff886aa7</vt:lpwstr>
  </property>
  <property fmtid="{D5CDD505-2E9C-101B-9397-08002B2CF9AE}" pid="9" name="hl_status">
    <vt:lpwstr>9;#Definitief|2c963a99-9f67-4b56-8397-ef78c6cc2805</vt:lpwstr>
  </property>
  <property fmtid="{D5CDD505-2E9C-101B-9397-08002B2CF9AE}" pid="10" name="SharedWithUsers">
    <vt:lpwstr>738;#Almering, Nicole</vt:lpwstr>
  </property>
</Properties>
</file>