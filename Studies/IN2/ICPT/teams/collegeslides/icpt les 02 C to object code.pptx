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4"/>
  </p:sldMasterIdLst>
  <p:notesMasterIdLst>
    <p:notesMasterId r:id="rId13"/>
  </p:notesMasterIdLst>
  <p:sldIdLst>
    <p:sldId id="256" r:id="rId5"/>
    <p:sldId id="325" r:id="rId6"/>
    <p:sldId id="316" r:id="rId7"/>
    <p:sldId id="320" r:id="rId8"/>
    <p:sldId id="321" r:id="rId9"/>
    <p:sldId id="322" r:id="rId10"/>
    <p:sldId id="323" r:id="rId11"/>
    <p:sldId id="324" r:id="rId12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114C"/>
    <a:srgbClr val="20BD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7531"/>
  </p:normalViewPr>
  <p:slideViewPr>
    <p:cSldViewPr>
      <p:cViewPr varScale="1">
        <p:scale>
          <a:sx n="122" d="100"/>
          <a:sy n="122" d="100"/>
        </p:scale>
        <p:origin x="222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s, Ron" userId="24548d85-388a-4276-9d61-77686c5c648d" providerId="ADAL" clId="{F674EA71-9E66-4443-932F-6DB7E782460E}"/>
    <pc:docChg chg="undo custSel addSld modSld">
      <pc:chgData name="Arts, Ron" userId="24548d85-388a-4276-9d61-77686c5c648d" providerId="ADAL" clId="{F674EA71-9E66-4443-932F-6DB7E782460E}" dt="2020-02-14T14:10:38" v="64" actId="20577"/>
      <pc:docMkLst>
        <pc:docMk/>
      </pc:docMkLst>
      <pc:sldChg chg="modSp add">
        <pc:chgData name="Arts, Ron" userId="24548d85-388a-4276-9d61-77686c5c648d" providerId="ADAL" clId="{F674EA71-9E66-4443-932F-6DB7E782460E}" dt="2020-02-14T14:10:38" v="64" actId="20577"/>
        <pc:sldMkLst>
          <pc:docMk/>
          <pc:sldMk cId="241614561" sldId="325"/>
        </pc:sldMkLst>
        <pc:spChg chg="mod">
          <ac:chgData name="Arts, Ron" userId="24548d85-388a-4276-9d61-77686c5c648d" providerId="ADAL" clId="{F674EA71-9E66-4443-932F-6DB7E782460E}" dt="2020-02-14T14:10:38" v="64" actId="20577"/>
          <ac:spMkLst>
            <pc:docMk/>
            <pc:sldMk cId="241614561" sldId="325"/>
            <ac:spMk id="2" creationId="{2E26635A-0342-2A43-A146-18AB7F77BC98}"/>
          </ac:spMkLst>
        </pc:spChg>
      </pc:sldChg>
    </pc:docChg>
  </pc:docChgLst>
  <pc:docChgLst>
    <pc:chgData name="Arts, Ron" userId="24548d85-388a-4276-9d61-77686c5c648d" providerId="ADAL" clId="{806A6C58-34E2-804E-AB55-CFA751388610}"/>
    <pc:docChg chg="custSel modSld">
      <pc:chgData name="Arts, Ron" userId="24548d85-388a-4276-9d61-77686c5c648d" providerId="ADAL" clId="{806A6C58-34E2-804E-AB55-CFA751388610}" dt="2020-11-25T13:31:35.630" v="39" actId="20577"/>
      <pc:docMkLst>
        <pc:docMk/>
      </pc:docMkLst>
      <pc:sldChg chg="modSp mod">
        <pc:chgData name="Arts, Ron" userId="24548d85-388a-4276-9d61-77686c5c648d" providerId="ADAL" clId="{806A6C58-34E2-804E-AB55-CFA751388610}" dt="2020-11-25T13:31:35.630" v="39" actId="20577"/>
        <pc:sldMkLst>
          <pc:docMk/>
          <pc:sldMk cId="4030450225" sldId="256"/>
        </pc:sldMkLst>
        <pc:spChg chg="mod">
          <ac:chgData name="Arts, Ron" userId="24548d85-388a-4276-9d61-77686c5c648d" providerId="ADAL" clId="{806A6C58-34E2-804E-AB55-CFA751388610}" dt="2020-11-25T13:31:35.630" v="39" actId="20577"/>
          <ac:spMkLst>
            <pc:docMk/>
            <pc:sldMk cId="4030450225" sldId="256"/>
            <ac:spMk id="3" creationId="{00000000-0000-0000-0000-000000000000}"/>
          </ac:spMkLst>
        </pc:spChg>
      </pc:sldChg>
      <pc:sldChg chg="delSp modSp mod">
        <pc:chgData name="Arts, Ron" userId="24548d85-388a-4276-9d61-77686c5c648d" providerId="ADAL" clId="{806A6C58-34E2-804E-AB55-CFA751388610}" dt="2020-11-17T13:33:31.492" v="9" actId="27636"/>
        <pc:sldMkLst>
          <pc:docMk/>
          <pc:sldMk cId="206128851" sldId="316"/>
        </pc:sldMkLst>
        <pc:spChg chg="mod">
          <ac:chgData name="Arts, Ron" userId="24548d85-388a-4276-9d61-77686c5c648d" providerId="ADAL" clId="{806A6C58-34E2-804E-AB55-CFA751388610}" dt="2020-11-17T13:33:31.492" v="9" actId="27636"/>
          <ac:spMkLst>
            <pc:docMk/>
            <pc:sldMk cId="206128851" sldId="316"/>
            <ac:spMk id="3" creationId="{00000000-0000-0000-0000-000000000000}"/>
          </ac:spMkLst>
        </pc:spChg>
        <pc:spChg chg="del">
          <ac:chgData name="Arts, Ron" userId="24548d85-388a-4276-9d61-77686c5c648d" providerId="ADAL" clId="{806A6C58-34E2-804E-AB55-CFA751388610}" dt="2020-11-17T13:33:12.267" v="4" actId="478"/>
          <ac:spMkLst>
            <pc:docMk/>
            <pc:sldMk cId="206128851" sldId="316"/>
            <ac:spMk id="4" creationId="{00000000-0000-0000-0000-000000000000}"/>
          </ac:spMkLst>
        </pc:spChg>
      </pc:sldChg>
      <pc:sldChg chg="delSp modSp mod">
        <pc:chgData name="Arts, Ron" userId="24548d85-388a-4276-9d61-77686c5c648d" providerId="ADAL" clId="{806A6C58-34E2-804E-AB55-CFA751388610}" dt="2020-11-17T13:33:53.560" v="13" actId="27636"/>
        <pc:sldMkLst>
          <pc:docMk/>
          <pc:sldMk cId="2186042401" sldId="320"/>
        </pc:sldMkLst>
        <pc:spChg chg="mod">
          <ac:chgData name="Arts, Ron" userId="24548d85-388a-4276-9d61-77686c5c648d" providerId="ADAL" clId="{806A6C58-34E2-804E-AB55-CFA751388610}" dt="2020-11-17T13:33:53.560" v="13" actId="27636"/>
          <ac:spMkLst>
            <pc:docMk/>
            <pc:sldMk cId="2186042401" sldId="320"/>
            <ac:spMk id="3" creationId="{00000000-0000-0000-0000-000000000000}"/>
          </ac:spMkLst>
        </pc:spChg>
        <pc:spChg chg="del">
          <ac:chgData name="Arts, Ron" userId="24548d85-388a-4276-9d61-77686c5c648d" providerId="ADAL" clId="{806A6C58-34E2-804E-AB55-CFA751388610}" dt="2020-11-17T13:33:44.367" v="10" actId="478"/>
          <ac:spMkLst>
            <pc:docMk/>
            <pc:sldMk cId="2186042401" sldId="320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9B5F84-F7A7-46FA-BC08-F661D96BBCA7}" type="datetimeFigureOut">
              <a:rPr lang="nl-NL" smtClean="0"/>
              <a:t>25-11-2020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78F1AB-29EF-4445-A82D-E8624A7043C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99909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docker</a:t>
            </a:r>
            <a:r>
              <a:rPr lang="nl-NL" dirty="0"/>
              <a:t> run -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ubuntu</a:t>
            </a:r>
            <a:r>
              <a:rPr lang="nl-NL" dirty="0"/>
              <a:t> </a:t>
            </a:r>
            <a:r>
              <a:rPr lang="nl-NL" dirty="0" err="1"/>
              <a:t>bash</a:t>
            </a:r>
            <a:endParaRPr lang="nl-NL" dirty="0"/>
          </a:p>
          <a:p>
            <a:r>
              <a:rPr lang="nl-NL" dirty="0" err="1"/>
              <a:t>apt</a:t>
            </a:r>
            <a:r>
              <a:rPr lang="nl-NL" dirty="0"/>
              <a:t>-get update &amp;&amp; </a:t>
            </a:r>
            <a:r>
              <a:rPr lang="nl-NL" dirty="0" err="1"/>
              <a:t>apt</a:t>
            </a:r>
            <a:r>
              <a:rPr lang="nl-NL" dirty="0"/>
              <a:t>-get </a:t>
            </a:r>
            <a:r>
              <a:rPr lang="nl-NL" dirty="0" err="1"/>
              <a:t>install</a:t>
            </a:r>
            <a:r>
              <a:rPr lang="nl-NL" dirty="0"/>
              <a:t> </a:t>
            </a:r>
            <a:r>
              <a:rPr lang="nl-NL" dirty="0" err="1"/>
              <a:t>build-essential</a:t>
            </a:r>
            <a:r>
              <a:rPr lang="nl-NL" dirty="0"/>
              <a:t> vim</a:t>
            </a:r>
          </a:p>
          <a:p>
            <a:r>
              <a:rPr lang="nl-NL" dirty="0" err="1"/>
              <a:t>gcc</a:t>
            </a:r>
            <a:r>
              <a:rPr lang="nl-NL" dirty="0"/>
              <a:t> -E </a:t>
            </a:r>
            <a:r>
              <a:rPr lang="nl-NL" dirty="0" err="1"/>
              <a:t>main.c</a:t>
            </a:r>
            <a:r>
              <a:rPr lang="nl-NL" dirty="0"/>
              <a:t> -o </a:t>
            </a:r>
            <a:r>
              <a:rPr lang="nl-NL" dirty="0" err="1"/>
              <a:t>main.i</a:t>
            </a:r>
            <a:endParaRPr lang="nl-NL" dirty="0"/>
          </a:p>
          <a:p>
            <a:r>
              <a:rPr lang="nl-NL" dirty="0" err="1"/>
              <a:t>gcc</a:t>
            </a:r>
            <a:r>
              <a:rPr lang="nl-NL" dirty="0"/>
              <a:t> -S </a:t>
            </a:r>
            <a:r>
              <a:rPr lang="nl-NL" dirty="0" err="1"/>
              <a:t>main.i</a:t>
            </a:r>
            <a:r>
              <a:rPr lang="nl-NL" dirty="0"/>
              <a:t> -o </a:t>
            </a:r>
            <a:r>
              <a:rPr lang="nl-NL" dirty="0" err="1"/>
              <a:t>main.s</a:t>
            </a:r>
            <a:endParaRPr lang="nl-NL" dirty="0"/>
          </a:p>
          <a:p>
            <a:r>
              <a:rPr lang="nl-NL" dirty="0"/>
              <a:t>as </a:t>
            </a:r>
            <a:r>
              <a:rPr lang="nl-NL" dirty="0" err="1"/>
              <a:t>main.s</a:t>
            </a:r>
            <a:r>
              <a:rPr lang="nl-NL" dirty="0"/>
              <a:t> -o </a:t>
            </a:r>
            <a:r>
              <a:rPr lang="nl-NL" dirty="0" err="1"/>
              <a:t>main.o</a:t>
            </a:r>
            <a:endParaRPr lang="nl-NL" dirty="0"/>
          </a:p>
          <a:p>
            <a:r>
              <a:rPr lang="nl-NL" dirty="0"/>
              <a:t>ld /</a:t>
            </a:r>
            <a:r>
              <a:rPr lang="nl-NL" dirty="0" err="1"/>
              <a:t>usr</a:t>
            </a:r>
            <a:r>
              <a:rPr lang="nl-NL" dirty="0"/>
              <a:t>/</a:t>
            </a:r>
            <a:r>
              <a:rPr lang="nl-NL" dirty="0" err="1"/>
              <a:t>lib</a:t>
            </a:r>
            <a:r>
              <a:rPr lang="nl-NL" dirty="0"/>
              <a:t>/x86_64-linux-gnu/</a:t>
            </a:r>
            <a:r>
              <a:rPr lang="nl-NL" dirty="0" err="1"/>
              <a:t>crti.o</a:t>
            </a:r>
            <a:r>
              <a:rPr lang="nl-NL" dirty="0"/>
              <a:t> /</a:t>
            </a:r>
            <a:r>
              <a:rPr lang="nl-NL" dirty="0" err="1"/>
              <a:t>usr</a:t>
            </a:r>
            <a:r>
              <a:rPr lang="nl-NL" dirty="0"/>
              <a:t>/</a:t>
            </a:r>
            <a:r>
              <a:rPr lang="nl-NL" dirty="0" err="1"/>
              <a:t>lib</a:t>
            </a:r>
            <a:r>
              <a:rPr lang="nl-NL" dirty="0"/>
              <a:t>/x86_64-linux-gnu/</a:t>
            </a:r>
            <a:r>
              <a:rPr lang="nl-NL" dirty="0" err="1"/>
              <a:t>crtn.o</a:t>
            </a:r>
            <a:r>
              <a:rPr lang="nl-NL" dirty="0"/>
              <a:t> /</a:t>
            </a:r>
            <a:r>
              <a:rPr lang="nl-NL" dirty="0" err="1"/>
              <a:t>usr</a:t>
            </a:r>
            <a:r>
              <a:rPr lang="nl-NL" dirty="0"/>
              <a:t>/</a:t>
            </a:r>
            <a:r>
              <a:rPr lang="nl-NL" dirty="0" err="1"/>
              <a:t>lib</a:t>
            </a:r>
            <a:r>
              <a:rPr lang="nl-NL" dirty="0"/>
              <a:t>/x86_64-linux-gnu/crt1.o -</a:t>
            </a:r>
            <a:r>
              <a:rPr lang="nl-NL" dirty="0" err="1"/>
              <a:t>lc</a:t>
            </a:r>
            <a:r>
              <a:rPr lang="nl-NL" dirty="0"/>
              <a:t> </a:t>
            </a:r>
            <a:r>
              <a:rPr lang="nl-NL" dirty="0" err="1"/>
              <a:t>main.o</a:t>
            </a:r>
            <a:r>
              <a:rPr lang="nl-NL" dirty="0"/>
              <a:t> -</a:t>
            </a:r>
            <a:r>
              <a:rPr lang="nl-NL" dirty="0" err="1"/>
              <a:t>dynamic</a:t>
            </a:r>
            <a:r>
              <a:rPr lang="nl-NL" dirty="0"/>
              <a:t>-linker /lib64/ld-linux-x86-64.so.2 -o </a:t>
            </a:r>
            <a:r>
              <a:rPr lang="nl-NL" dirty="0" err="1"/>
              <a:t>main</a:t>
            </a:r>
            <a:endParaRPr lang="nl-NL" dirty="0"/>
          </a:p>
          <a:p>
            <a:r>
              <a:rPr lang="nl-NL" dirty="0"/>
              <a:t>./</a:t>
            </a:r>
            <a:r>
              <a:rPr lang="nl-NL" dirty="0" err="1"/>
              <a:t>main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8F1AB-29EF-4445-A82D-E8624A7043CE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63028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docker</a:t>
            </a:r>
            <a:r>
              <a:rPr lang="nl-NL" dirty="0"/>
              <a:t> run -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ubuntu</a:t>
            </a:r>
            <a:r>
              <a:rPr lang="nl-NL" dirty="0"/>
              <a:t> </a:t>
            </a:r>
            <a:r>
              <a:rPr lang="nl-NL" dirty="0" err="1"/>
              <a:t>bash</a:t>
            </a:r>
            <a:endParaRPr lang="nl-NL" dirty="0"/>
          </a:p>
          <a:p>
            <a:r>
              <a:rPr lang="nl-NL" dirty="0" err="1"/>
              <a:t>apt</a:t>
            </a:r>
            <a:r>
              <a:rPr lang="nl-NL" dirty="0"/>
              <a:t>-get update &amp;&amp; </a:t>
            </a:r>
            <a:r>
              <a:rPr lang="nl-NL" dirty="0" err="1"/>
              <a:t>apt</a:t>
            </a:r>
            <a:r>
              <a:rPr lang="nl-NL" dirty="0"/>
              <a:t>-get </a:t>
            </a:r>
            <a:r>
              <a:rPr lang="nl-NL" dirty="0" err="1"/>
              <a:t>install</a:t>
            </a:r>
            <a:r>
              <a:rPr lang="nl-NL" dirty="0"/>
              <a:t> </a:t>
            </a:r>
            <a:r>
              <a:rPr lang="nl-NL" dirty="0" err="1"/>
              <a:t>build-essential</a:t>
            </a:r>
            <a:r>
              <a:rPr lang="nl-NL" dirty="0"/>
              <a:t> vim</a:t>
            </a:r>
          </a:p>
          <a:p>
            <a:r>
              <a:rPr lang="nl-NL" dirty="0" err="1"/>
              <a:t>gcc</a:t>
            </a:r>
            <a:r>
              <a:rPr lang="nl-NL" dirty="0"/>
              <a:t> -E </a:t>
            </a:r>
            <a:r>
              <a:rPr lang="nl-NL" dirty="0" err="1"/>
              <a:t>main.c</a:t>
            </a:r>
            <a:r>
              <a:rPr lang="nl-NL" dirty="0"/>
              <a:t> -o </a:t>
            </a:r>
            <a:r>
              <a:rPr lang="nl-NL" dirty="0" err="1"/>
              <a:t>main.i</a:t>
            </a:r>
            <a:endParaRPr lang="nl-NL" dirty="0"/>
          </a:p>
          <a:p>
            <a:r>
              <a:rPr lang="nl-NL" dirty="0" err="1"/>
              <a:t>gcc</a:t>
            </a:r>
            <a:r>
              <a:rPr lang="nl-NL" dirty="0"/>
              <a:t> -S </a:t>
            </a:r>
            <a:r>
              <a:rPr lang="nl-NL" dirty="0" err="1"/>
              <a:t>main.i</a:t>
            </a:r>
            <a:r>
              <a:rPr lang="nl-NL" dirty="0"/>
              <a:t> -o </a:t>
            </a:r>
            <a:r>
              <a:rPr lang="nl-NL" dirty="0" err="1"/>
              <a:t>main.s</a:t>
            </a:r>
            <a:endParaRPr lang="nl-NL" dirty="0"/>
          </a:p>
          <a:p>
            <a:r>
              <a:rPr lang="nl-NL" dirty="0"/>
              <a:t>as </a:t>
            </a:r>
            <a:r>
              <a:rPr lang="nl-NL" dirty="0" err="1"/>
              <a:t>main.s</a:t>
            </a:r>
            <a:r>
              <a:rPr lang="nl-NL" dirty="0"/>
              <a:t> -o </a:t>
            </a:r>
            <a:r>
              <a:rPr lang="nl-NL" dirty="0" err="1"/>
              <a:t>main.o</a:t>
            </a:r>
            <a:endParaRPr lang="nl-NL" dirty="0"/>
          </a:p>
          <a:p>
            <a:r>
              <a:rPr lang="nl-NL" dirty="0"/>
              <a:t>ld /</a:t>
            </a:r>
            <a:r>
              <a:rPr lang="nl-NL" dirty="0" err="1"/>
              <a:t>usr</a:t>
            </a:r>
            <a:r>
              <a:rPr lang="nl-NL" dirty="0"/>
              <a:t>/</a:t>
            </a:r>
            <a:r>
              <a:rPr lang="nl-NL" dirty="0" err="1"/>
              <a:t>lib</a:t>
            </a:r>
            <a:r>
              <a:rPr lang="nl-NL" dirty="0"/>
              <a:t>/x86_64-linux-gnu/</a:t>
            </a:r>
            <a:r>
              <a:rPr lang="nl-NL" dirty="0" err="1"/>
              <a:t>crti.o</a:t>
            </a:r>
            <a:r>
              <a:rPr lang="nl-NL" dirty="0"/>
              <a:t> /</a:t>
            </a:r>
            <a:r>
              <a:rPr lang="nl-NL" dirty="0" err="1"/>
              <a:t>usr</a:t>
            </a:r>
            <a:r>
              <a:rPr lang="nl-NL" dirty="0"/>
              <a:t>/</a:t>
            </a:r>
            <a:r>
              <a:rPr lang="nl-NL" dirty="0" err="1"/>
              <a:t>lib</a:t>
            </a:r>
            <a:r>
              <a:rPr lang="nl-NL" dirty="0"/>
              <a:t>/x86_64-linux-gnu/</a:t>
            </a:r>
            <a:r>
              <a:rPr lang="nl-NL" dirty="0" err="1"/>
              <a:t>crtn.o</a:t>
            </a:r>
            <a:r>
              <a:rPr lang="nl-NL" dirty="0"/>
              <a:t> /</a:t>
            </a:r>
            <a:r>
              <a:rPr lang="nl-NL" dirty="0" err="1"/>
              <a:t>usr</a:t>
            </a:r>
            <a:r>
              <a:rPr lang="nl-NL" dirty="0"/>
              <a:t>/</a:t>
            </a:r>
            <a:r>
              <a:rPr lang="nl-NL" dirty="0" err="1"/>
              <a:t>lib</a:t>
            </a:r>
            <a:r>
              <a:rPr lang="nl-NL" dirty="0"/>
              <a:t>/x86_64-linux-gnu/crt1.o -</a:t>
            </a:r>
            <a:r>
              <a:rPr lang="nl-NL" dirty="0" err="1"/>
              <a:t>lc</a:t>
            </a:r>
            <a:r>
              <a:rPr lang="nl-NL" dirty="0"/>
              <a:t> </a:t>
            </a:r>
            <a:r>
              <a:rPr lang="nl-NL" dirty="0" err="1"/>
              <a:t>main.o</a:t>
            </a:r>
            <a:r>
              <a:rPr lang="nl-NL" dirty="0"/>
              <a:t> -</a:t>
            </a:r>
            <a:r>
              <a:rPr lang="nl-NL" dirty="0" err="1"/>
              <a:t>dynamic</a:t>
            </a:r>
            <a:r>
              <a:rPr lang="nl-NL" dirty="0"/>
              <a:t>-linker /lib64/ld-linux-x86-64.so.2 -o </a:t>
            </a:r>
            <a:r>
              <a:rPr lang="nl-NL" dirty="0" err="1"/>
              <a:t>main</a:t>
            </a:r>
            <a:endParaRPr lang="nl-NL" dirty="0"/>
          </a:p>
          <a:p>
            <a:r>
              <a:rPr lang="nl-NL" dirty="0"/>
              <a:t>./</a:t>
            </a:r>
            <a:r>
              <a:rPr lang="nl-NL" dirty="0" err="1"/>
              <a:t>main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8F1AB-29EF-4445-A82D-E8624A7043CE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92142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docker</a:t>
            </a:r>
            <a:r>
              <a:rPr lang="nl-NL" dirty="0"/>
              <a:t> run -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ubuntu</a:t>
            </a:r>
            <a:r>
              <a:rPr lang="nl-NL" dirty="0"/>
              <a:t> </a:t>
            </a:r>
            <a:r>
              <a:rPr lang="nl-NL" dirty="0" err="1"/>
              <a:t>bash</a:t>
            </a:r>
            <a:endParaRPr lang="nl-NL" dirty="0"/>
          </a:p>
          <a:p>
            <a:r>
              <a:rPr lang="nl-NL" dirty="0" err="1"/>
              <a:t>apt</a:t>
            </a:r>
            <a:r>
              <a:rPr lang="nl-NL" dirty="0"/>
              <a:t>-get update &amp;&amp; </a:t>
            </a:r>
            <a:r>
              <a:rPr lang="nl-NL" dirty="0" err="1"/>
              <a:t>apt</a:t>
            </a:r>
            <a:r>
              <a:rPr lang="nl-NL" dirty="0"/>
              <a:t>-get </a:t>
            </a:r>
            <a:r>
              <a:rPr lang="nl-NL" dirty="0" err="1"/>
              <a:t>install</a:t>
            </a:r>
            <a:r>
              <a:rPr lang="nl-NL" dirty="0"/>
              <a:t> </a:t>
            </a:r>
            <a:r>
              <a:rPr lang="nl-NL" dirty="0" err="1"/>
              <a:t>build-essential</a:t>
            </a:r>
            <a:r>
              <a:rPr lang="nl-NL" dirty="0"/>
              <a:t> vim</a:t>
            </a:r>
          </a:p>
          <a:p>
            <a:r>
              <a:rPr lang="nl-NL" dirty="0" err="1"/>
              <a:t>gcc</a:t>
            </a:r>
            <a:r>
              <a:rPr lang="nl-NL" dirty="0"/>
              <a:t> -E </a:t>
            </a:r>
            <a:r>
              <a:rPr lang="nl-NL" dirty="0" err="1"/>
              <a:t>main.c</a:t>
            </a:r>
            <a:r>
              <a:rPr lang="nl-NL" dirty="0"/>
              <a:t> -o </a:t>
            </a:r>
            <a:r>
              <a:rPr lang="nl-NL" dirty="0" err="1"/>
              <a:t>main.i</a:t>
            </a:r>
            <a:endParaRPr lang="nl-NL" dirty="0"/>
          </a:p>
          <a:p>
            <a:r>
              <a:rPr lang="nl-NL" dirty="0" err="1"/>
              <a:t>gcc</a:t>
            </a:r>
            <a:r>
              <a:rPr lang="nl-NL" dirty="0"/>
              <a:t> -S </a:t>
            </a:r>
            <a:r>
              <a:rPr lang="nl-NL" dirty="0" err="1"/>
              <a:t>main.i</a:t>
            </a:r>
            <a:r>
              <a:rPr lang="nl-NL" dirty="0"/>
              <a:t> -o </a:t>
            </a:r>
            <a:r>
              <a:rPr lang="nl-NL" dirty="0" err="1"/>
              <a:t>main.s</a:t>
            </a:r>
            <a:endParaRPr lang="nl-NL" dirty="0"/>
          </a:p>
          <a:p>
            <a:r>
              <a:rPr lang="nl-NL" dirty="0"/>
              <a:t>as </a:t>
            </a:r>
            <a:r>
              <a:rPr lang="nl-NL" dirty="0" err="1"/>
              <a:t>main.s</a:t>
            </a:r>
            <a:r>
              <a:rPr lang="nl-NL" dirty="0"/>
              <a:t> -o </a:t>
            </a:r>
            <a:r>
              <a:rPr lang="nl-NL" dirty="0" err="1"/>
              <a:t>main.o</a:t>
            </a:r>
            <a:endParaRPr lang="nl-NL" dirty="0"/>
          </a:p>
          <a:p>
            <a:r>
              <a:rPr lang="nl-NL" dirty="0"/>
              <a:t>ld /</a:t>
            </a:r>
            <a:r>
              <a:rPr lang="nl-NL" dirty="0" err="1"/>
              <a:t>usr</a:t>
            </a:r>
            <a:r>
              <a:rPr lang="nl-NL" dirty="0"/>
              <a:t>/</a:t>
            </a:r>
            <a:r>
              <a:rPr lang="nl-NL" dirty="0" err="1"/>
              <a:t>lib</a:t>
            </a:r>
            <a:r>
              <a:rPr lang="nl-NL" dirty="0"/>
              <a:t>/x86_64-linux-gnu/</a:t>
            </a:r>
            <a:r>
              <a:rPr lang="nl-NL" dirty="0" err="1"/>
              <a:t>crti.o</a:t>
            </a:r>
            <a:r>
              <a:rPr lang="nl-NL" dirty="0"/>
              <a:t> /</a:t>
            </a:r>
            <a:r>
              <a:rPr lang="nl-NL" dirty="0" err="1"/>
              <a:t>usr</a:t>
            </a:r>
            <a:r>
              <a:rPr lang="nl-NL" dirty="0"/>
              <a:t>/</a:t>
            </a:r>
            <a:r>
              <a:rPr lang="nl-NL" dirty="0" err="1"/>
              <a:t>lib</a:t>
            </a:r>
            <a:r>
              <a:rPr lang="nl-NL" dirty="0"/>
              <a:t>/x86_64-linux-gnu/</a:t>
            </a:r>
            <a:r>
              <a:rPr lang="nl-NL" dirty="0" err="1"/>
              <a:t>crtn.o</a:t>
            </a:r>
            <a:r>
              <a:rPr lang="nl-NL" dirty="0"/>
              <a:t> /</a:t>
            </a:r>
            <a:r>
              <a:rPr lang="nl-NL" dirty="0" err="1"/>
              <a:t>usr</a:t>
            </a:r>
            <a:r>
              <a:rPr lang="nl-NL" dirty="0"/>
              <a:t>/</a:t>
            </a:r>
            <a:r>
              <a:rPr lang="nl-NL" dirty="0" err="1"/>
              <a:t>lib</a:t>
            </a:r>
            <a:r>
              <a:rPr lang="nl-NL" dirty="0"/>
              <a:t>/x86_64-linux-gnu/crt1.o -</a:t>
            </a:r>
            <a:r>
              <a:rPr lang="nl-NL" dirty="0" err="1"/>
              <a:t>lc</a:t>
            </a:r>
            <a:r>
              <a:rPr lang="nl-NL" dirty="0"/>
              <a:t> </a:t>
            </a:r>
            <a:r>
              <a:rPr lang="nl-NL" dirty="0" err="1"/>
              <a:t>main.o</a:t>
            </a:r>
            <a:r>
              <a:rPr lang="nl-NL" dirty="0"/>
              <a:t> -</a:t>
            </a:r>
            <a:r>
              <a:rPr lang="nl-NL" dirty="0" err="1"/>
              <a:t>dynamic</a:t>
            </a:r>
            <a:r>
              <a:rPr lang="nl-NL" dirty="0"/>
              <a:t>-linker /lib64/ld-linux-x86-64.so.2 -o </a:t>
            </a:r>
            <a:r>
              <a:rPr lang="nl-NL" dirty="0" err="1"/>
              <a:t>main</a:t>
            </a:r>
            <a:endParaRPr lang="nl-NL" dirty="0"/>
          </a:p>
          <a:p>
            <a:r>
              <a:rPr lang="nl-NL" dirty="0"/>
              <a:t>./</a:t>
            </a:r>
            <a:r>
              <a:rPr lang="nl-NL" dirty="0" err="1"/>
              <a:t>main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8F1AB-29EF-4445-A82D-E8624A7043CE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993197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docker</a:t>
            </a:r>
            <a:r>
              <a:rPr lang="nl-NL" dirty="0"/>
              <a:t> run -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ubuntu</a:t>
            </a:r>
            <a:r>
              <a:rPr lang="nl-NL" dirty="0"/>
              <a:t> </a:t>
            </a:r>
            <a:r>
              <a:rPr lang="nl-NL" dirty="0" err="1"/>
              <a:t>bash</a:t>
            </a:r>
            <a:endParaRPr lang="nl-NL" dirty="0"/>
          </a:p>
          <a:p>
            <a:r>
              <a:rPr lang="nl-NL" dirty="0" err="1"/>
              <a:t>apt</a:t>
            </a:r>
            <a:r>
              <a:rPr lang="nl-NL" dirty="0"/>
              <a:t>-get update &amp;&amp; </a:t>
            </a:r>
            <a:r>
              <a:rPr lang="nl-NL" dirty="0" err="1"/>
              <a:t>apt</a:t>
            </a:r>
            <a:r>
              <a:rPr lang="nl-NL" dirty="0"/>
              <a:t>-get </a:t>
            </a:r>
            <a:r>
              <a:rPr lang="nl-NL" dirty="0" err="1"/>
              <a:t>install</a:t>
            </a:r>
            <a:r>
              <a:rPr lang="nl-NL" dirty="0"/>
              <a:t> </a:t>
            </a:r>
            <a:r>
              <a:rPr lang="nl-NL" dirty="0" err="1"/>
              <a:t>build-essential</a:t>
            </a:r>
            <a:r>
              <a:rPr lang="nl-NL" dirty="0"/>
              <a:t> vim</a:t>
            </a:r>
          </a:p>
          <a:p>
            <a:r>
              <a:rPr lang="nl-NL" dirty="0" err="1"/>
              <a:t>gcc</a:t>
            </a:r>
            <a:r>
              <a:rPr lang="nl-NL" dirty="0"/>
              <a:t> -E </a:t>
            </a:r>
            <a:r>
              <a:rPr lang="nl-NL" dirty="0" err="1"/>
              <a:t>main.c</a:t>
            </a:r>
            <a:r>
              <a:rPr lang="nl-NL" dirty="0"/>
              <a:t> -o </a:t>
            </a:r>
            <a:r>
              <a:rPr lang="nl-NL" dirty="0" err="1"/>
              <a:t>main.i</a:t>
            </a:r>
            <a:endParaRPr lang="nl-NL" dirty="0"/>
          </a:p>
          <a:p>
            <a:r>
              <a:rPr lang="nl-NL" dirty="0" err="1"/>
              <a:t>gcc</a:t>
            </a:r>
            <a:r>
              <a:rPr lang="nl-NL" dirty="0"/>
              <a:t> -S </a:t>
            </a:r>
            <a:r>
              <a:rPr lang="nl-NL" dirty="0" err="1"/>
              <a:t>main.i</a:t>
            </a:r>
            <a:r>
              <a:rPr lang="nl-NL" dirty="0"/>
              <a:t> -o </a:t>
            </a:r>
            <a:r>
              <a:rPr lang="nl-NL" dirty="0" err="1"/>
              <a:t>main.s</a:t>
            </a:r>
            <a:endParaRPr lang="nl-NL" dirty="0"/>
          </a:p>
          <a:p>
            <a:r>
              <a:rPr lang="nl-NL" dirty="0"/>
              <a:t>as </a:t>
            </a:r>
            <a:r>
              <a:rPr lang="nl-NL" dirty="0" err="1"/>
              <a:t>main.s</a:t>
            </a:r>
            <a:r>
              <a:rPr lang="nl-NL" dirty="0"/>
              <a:t> -o </a:t>
            </a:r>
            <a:r>
              <a:rPr lang="nl-NL" dirty="0" err="1"/>
              <a:t>main.o</a:t>
            </a:r>
            <a:endParaRPr lang="nl-NL" dirty="0"/>
          </a:p>
          <a:p>
            <a:r>
              <a:rPr lang="nl-NL" dirty="0"/>
              <a:t>ld /</a:t>
            </a:r>
            <a:r>
              <a:rPr lang="nl-NL" dirty="0" err="1"/>
              <a:t>usr</a:t>
            </a:r>
            <a:r>
              <a:rPr lang="nl-NL" dirty="0"/>
              <a:t>/</a:t>
            </a:r>
            <a:r>
              <a:rPr lang="nl-NL" dirty="0" err="1"/>
              <a:t>lib</a:t>
            </a:r>
            <a:r>
              <a:rPr lang="nl-NL" dirty="0"/>
              <a:t>/x86_64-linux-gnu/</a:t>
            </a:r>
            <a:r>
              <a:rPr lang="nl-NL" dirty="0" err="1"/>
              <a:t>crti.o</a:t>
            </a:r>
            <a:r>
              <a:rPr lang="nl-NL" dirty="0"/>
              <a:t> /</a:t>
            </a:r>
            <a:r>
              <a:rPr lang="nl-NL" dirty="0" err="1"/>
              <a:t>usr</a:t>
            </a:r>
            <a:r>
              <a:rPr lang="nl-NL" dirty="0"/>
              <a:t>/</a:t>
            </a:r>
            <a:r>
              <a:rPr lang="nl-NL" dirty="0" err="1"/>
              <a:t>lib</a:t>
            </a:r>
            <a:r>
              <a:rPr lang="nl-NL" dirty="0"/>
              <a:t>/x86_64-linux-gnu/</a:t>
            </a:r>
            <a:r>
              <a:rPr lang="nl-NL" dirty="0" err="1"/>
              <a:t>crtn.o</a:t>
            </a:r>
            <a:r>
              <a:rPr lang="nl-NL" dirty="0"/>
              <a:t> /</a:t>
            </a:r>
            <a:r>
              <a:rPr lang="nl-NL" dirty="0" err="1"/>
              <a:t>usr</a:t>
            </a:r>
            <a:r>
              <a:rPr lang="nl-NL" dirty="0"/>
              <a:t>/</a:t>
            </a:r>
            <a:r>
              <a:rPr lang="nl-NL" dirty="0" err="1"/>
              <a:t>lib</a:t>
            </a:r>
            <a:r>
              <a:rPr lang="nl-NL" dirty="0"/>
              <a:t>/x86_64-linux-gnu/crt1.o -</a:t>
            </a:r>
            <a:r>
              <a:rPr lang="nl-NL" dirty="0" err="1"/>
              <a:t>lc</a:t>
            </a:r>
            <a:r>
              <a:rPr lang="nl-NL" dirty="0"/>
              <a:t> </a:t>
            </a:r>
            <a:r>
              <a:rPr lang="nl-NL" dirty="0" err="1"/>
              <a:t>main.o</a:t>
            </a:r>
            <a:r>
              <a:rPr lang="nl-NL" dirty="0"/>
              <a:t> -</a:t>
            </a:r>
            <a:r>
              <a:rPr lang="nl-NL" dirty="0" err="1"/>
              <a:t>dynamic</a:t>
            </a:r>
            <a:r>
              <a:rPr lang="nl-NL" dirty="0"/>
              <a:t>-linker /lib64/ld-linux-x86-64.so.2 -o </a:t>
            </a:r>
            <a:r>
              <a:rPr lang="nl-NL" dirty="0" err="1"/>
              <a:t>main</a:t>
            </a:r>
            <a:endParaRPr lang="nl-NL" dirty="0"/>
          </a:p>
          <a:p>
            <a:r>
              <a:rPr lang="nl-NL" dirty="0"/>
              <a:t>./</a:t>
            </a:r>
            <a:r>
              <a:rPr lang="nl-NL" dirty="0" err="1"/>
              <a:t>main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8F1AB-29EF-4445-A82D-E8624A7043CE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1939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docker</a:t>
            </a:r>
            <a:r>
              <a:rPr lang="nl-NL" dirty="0"/>
              <a:t> run -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ubuntu</a:t>
            </a:r>
            <a:r>
              <a:rPr lang="nl-NL" dirty="0"/>
              <a:t> </a:t>
            </a:r>
            <a:r>
              <a:rPr lang="nl-NL" dirty="0" err="1"/>
              <a:t>bash</a:t>
            </a:r>
            <a:endParaRPr lang="nl-NL" dirty="0"/>
          </a:p>
          <a:p>
            <a:r>
              <a:rPr lang="nl-NL" dirty="0" err="1"/>
              <a:t>apt</a:t>
            </a:r>
            <a:r>
              <a:rPr lang="nl-NL" dirty="0"/>
              <a:t>-get update &amp;&amp; </a:t>
            </a:r>
            <a:r>
              <a:rPr lang="nl-NL" dirty="0" err="1"/>
              <a:t>apt</a:t>
            </a:r>
            <a:r>
              <a:rPr lang="nl-NL" dirty="0"/>
              <a:t>-get </a:t>
            </a:r>
            <a:r>
              <a:rPr lang="nl-NL" dirty="0" err="1"/>
              <a:t>install</a:t>
            </a:r>
            <a:r>
              <a:rPr lang="nl-NL" dirty="0"/>
              <a:t> </a:t>
            </a:r>
            <a:r>
              <a:rPr lang="nl-NL" dirty="0" err="1"/>
              <a:t>build-essential</a:t>
            </a:r>
            <a:r>
              <a:rPr lang="nl-NL" dirty="0"/>
              <a:t> vim</a:t>
            </a:r>
          </a:p>
          <a:p>
            <a:r>
              <a:rPr lang="nl-NL" dirty="0" err="1"/>
              <a:t>gcc</a:t>
            </a:r>
            <a:r>
              <a:rPr lang="nl-NL" dirty="0"/>
              <a:t> -E </a:t>
            </a:r>
            <a:r>
              <a:rPr lang="nl-NL" dirty="0" err="1"/>
              <a:t>main.c</a:t>
            </a:r>
            <a:r>
              <a:rPr lang="nl-NL" dirty="0"/>
              <a:t> -o </a:t>
            </a:r>
            <a:r>
              <a:rPr lang="nl-NL" dirty="0" err="1"/>
              <a:t>main.i</a:t>
            </a:r>
            <a:endParaRPr lang="nl-NL" dirty="0"/>
          </a:p>
          <a:p>
            <a:r>
              <a:rPr lang="nl-NL" dirty="0" err="1"/>
              <a:t>gcc</a:t>
            </a:r>
            <a:r>
              <a:rPr lang="nl-NL" dirty="0"/>
              <a:t> -S </a:t>
            </a:r>
            <a:r>
              <a:rPr lang="nl-NL" dirty="0" err="1"/>
              <a:t>main.i</a:t>
            </a:r>
            <a:r>
              <a:rPr lang="nl-NL" dirty="0"/>
              <a:t> -o </a:t>
            </a:r>
            <a:r>
              <a:rPr lang="nl-NL" dirty="0" err="1"/>
              <a:t>main.s</a:t>
            </a:r>
            <a:endParaRPr lang="nl-NL" dirty="0"/>
          </a:p>
          <a:p>
            <a:r>
              <a:rPr lang="nl-NL" dirty="0"/>
              <a:t>as </a:t>
            </a:r>
            <a:r>
              <a:rPr lang="nl-NL" dirty="0" err="1"/>
              <a:t>main.s</a:t>
            </a:r>
            <a:r>
              <a:rPr lang="nl-NL" dirty="0"/>
              <a:t> -o </a:t>
            </a:r>
            <a:r>
              <a:rPr lang="nl-NL" dirty="0" err="1"/>
              <a:t>main.o</a:t>
            </a:r>
            <a:endParaRPr lang="nl-NL" dirty="0"/>
          </a:p>
          <a:p>
            <a:r>
              <a:rPr lang="nl-NL" dirty="0"/>
              <a:t>ld /</a:t>
            </a:r>
            <a:r>
              <a:rPr lang="nl-NL" dirty="0" err="1"/>
              <a:t>usr</a:t>
            </a:r>
            <a:r>
              <a:rPr lang="nl-NL" dirty="0"/>
              <a:t>/</a:t>
            </a:r>
            <a:r>
              <a:rPr lang="nl-NL" dirty="0" err="1"/>
              <a:t>lib</a:t>
            </a:r>
            <a:r>
              <a:rPr lang="nl-NL" dirty="0"/>
              <a:t>/x86_64-linux-gnu/</a:t>
            </a:r>
            <a:r>
              <a:rPr lang="nl-NL" dirty="0" err="1"/>
              <a:t>crti.o</a:t>
            </a:r>
            <a:r>
              <a:rPr lang="nl-NL" dirty="0"/>
              <a:t> /</a:t>
            </a:r>
            <a:r>
              <a:rPr lang="nl-NL" dirty="0" err="1"/>
              <a:t>usr</a:t>
            </a:r>
            <a:r>
              <a:rPr lang="nl-NL" dirty="0"/>
              <a:t>/</a:t>
            </a:r>
            <a:r>
              <a:rPr lang="nl-NL" dirty="0" err="1"/>
              <a:t>lib</a:t>
            </a:r>
            <a:r>
              <a:rPr lang="nl-NL" dirty="0"/>
              <a:t>/x86_64-linux-gnu/</a:t>
            </a:r>
            <a:r>
              <a:rPr lang="nl-NL" dirty="0" err="1"/>
              <a:t>crtn.o</a:t>
            </a:r>
            <a:r>
              <a:rPr lang="nl-NL" dirty="0"/>
              <a:t> /</a:t>
            </a:r>
            <a:r>
              <a:rPr lang="nl-NL" dirty="0" err="1"/>
              <a:t>usr</a:t>
            </a:r>
            <a:r>
              <a:rPr lang="nl-NL" dirty="0"/>
              <a:t>/</a:t>
            </a:r>
            <a:r>
              <a:rPr lang="nl-NL" dirty="0" err="1"/>
              <a:t>lib</a:t>
            </a:r>
            <a:r>
              <a:rPr lang="nl-NL" dirty="0"/>
              <a:t>/x86_64-linux-gnu/crt1.o -</a:t>
            </a:r>
            <a:r>
              <a:rPr lang="nl-NL" dirty="0" err="1"/>
              <a:t>lc</a:t>
            </a:r>
            <a:r>
              <a:rPr lang="nl-NL" dirty="0"/>
              <a:t> </a:t>
            </a:r>
            <a:r>
              <a:rPr lang="nl-NL" dirty="0" err="1"/>
              <a:t>main.o</a:t>
            </a:r>
            <a:r>
              <a:rPr lang="nl-NL" dirty="0"/>
              <a:t> -</a:t>
            </a:r>
            <a:r>
              <a:rPr lang="nl-NL" dirty="0" err="1"/>
              <a:t>dynamic</a:t>
            </a:r>
            <a:r>
              <a:rPr lang="nl-NL" dirty="0"/>
              <a:t>-linker /lib64/ld-linux-x86-64.so.2 -o </a:t>
            </a:r>
            <a:r>
              <a:rPr lang="nl-NL" dirty="0" err="1"/>
              <a:t>main</a:t>
            </a:r>
            <a:endParaRPr lang="nl-NL" dirty="0"/>
          </a:p>
          <a:p>
            <a:r>
              <a:rPr lang="nl-NL" dirty="0"/>
              <a:t>./</a:t>
            </a:r>
            <a:r>
              <a:rPr lang="nl-NL" dirty="0" err="1"/>
              <a:t>main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8F1AB-29EF-4445-A82D-E8624A7043CE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7223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55984" y="-171400"/>
            <a:ext cx="7772400" cy="147002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x-none"/>
              <a:t>Titelstijl van model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331440" y="34290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Klik om de titelstijl van het model te bewerken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323528" y="5805264"/>
            <a:ext cx="6120680" cy="576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al 9"/>
          <p:cNvSpPr/>
          <p:nvPr userDrawn="1"/>
        </p:nvSpPr>
        <p:spPr>
          <a:xfrm>
            <a:off x="4139952" y="6525344"/>
            <a:ext cx="216024" cy="216024"/>
          </a:xfrm>
          <a:prstGeom prst="ellipse">
            <a:avLst/>
          </a:prstGeom>
          <a:solidFill>
            <a:srgbClr val="20BD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3203848" y="6453336"/>
            <a:ext cx="20882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1DAD25AC-3D36-459B-92CD-44DA3A629171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15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279301"/>
            <a:ext cx="8229600" cy="4309939"/>
          </a:xfrm>
        </p:spPr>
        <p:txBody>
          <a:bodyPr/>
          <a:lstStyle/>
          <a:p>
            <a:pPr lvl="0"/>
            <a:r>
              <a:rPr lang="x-none"/>
              <a:t>Klik om de tekststijl van het model te bewerken</a:t>
            </a:r>
          </a:p>
          <a:p>
            <a:pPr lvl="1"/>
            <a:r>
              <a:rPr lang="x-none"/>
              <a:t>Tweede niveau</a:t>
            </a:r>
          </a:p>
          <a:p>
            <a:pPr lvl="2"/>
            <a:r>
              <a:rPr lang="x-none"/>
              <a:t>Derde niveau</a:t>
            </a:r>
          </a:p>
          <a:p>
            <a:pPr lvl="3"/>
            <a:r>
              <a:rPr lang="x-none"/>
              <a:t>Vierde niveau</a:t>
            </a:r>
          </a:p>
          <a:p>
            <a:pPr lvl="4"/>
            <a:r>
              <a:rPr lang="x-none"/>
              <a:t>Vijfde niveau</a:t>
            </a:r>
            <a:endParaRPr lang="nl-NL" dirty="0"/>
          </a:p>
        </p:txBody>
      </p:sp>
      <p:sp>
        <p:nvSpPr>
          <p:cNvPr id="16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2627784" y="5805264"/>
            <a:ext cx="6120680" cy="576064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Titelstijl van model bewerken</a:t>
            </a:r>
            <a:endParaRPr lang="nl-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al 9"/>
          <p:cNvSpPr/>
          <p:nvPr userDrawn="1"/>
        </p:nvSpPr>
        <p:spPr>
          <a:xfrm>
            <a:off x="4139952" y="6525344"/>
            <a:ext cx="216024" cy="216024"/>
          </a:xfrm>
          <a:prstGeom prst="ellipse">
            <a:avLst/>
          </a:prstGeom>
          <a:solidFill>
            <a:srgbClr val="20BD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279301"/>
            <a:ext cx="8229600" cy="4309939"/>
          </a:xfrm>
        </p:spPr>
        <p:txBody>
          <a:bodyPr/>
          <a:lstStyle/>
          <a:p>
            <a:pPr lvl="0"/>
            <a:r>
              <a:rPr lang="x-none"/>
              <a:t>Klik om de tekststijl van het model te bewerken</a:t>
            </a:r>
          </a:p>
          <a:p>
            <a:pPr lvl="1"/>
            <a:r>
              <a:rPr lang="x-none"/>
              <a:t>Tweede niveau</a:t>
            </a:r>
          </a:p>
          <a:p>
            <a:pPr lvl="2"/>
            <a:r>
              <a:rPr lang="x-none"/>
              <a:t>Derde niveau</a:t>
            </a:r>
          </a:p>
          <a:p>
            <a:pPr lvl="3"/>
            <a:r>
              <a:rPr lang="x-none"/>
              <a:t>Vierde niveau</a:t>
            </a:r>
          </a:p>
          <a:p>
            <a:pPr lvl="4"/>
            <a:r>
              <a:rPr lang="x-none"/>
              <a:t>Vijfde niveau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2627784" y="5805264"/>
            <a:ext cx="6120680" cy="576064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323528" y="-90264"/>
            <a:ext cx="8229600" cy="1143000"/>
          </a:xfrm>
          <a:prstGeom prst="rect">
            <a:avLst/>
          </a:prstGeom>
        </p:spPr>
        <p:txBody>
          <a:bodyPr anchor="b"/>
          <a:lstStyle/>
          <a:p>
            <a:r>
              <a:rPr lang="x-none"/>
              <a:t>Titelstijl van model bewerken</a:t>
            </a:r>
            <a:endParaRPr lang="nl-NL" dirty="0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3203848" y="6453336"/>
            <a:ext cx="20882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1DAD25AC-3D36-459B-92CD-44DA3A629171}" type="slidenum">
              <a:rPr lang="nl-NL" smtClean="0"/>
              <a:pPr/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leen titel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al 8"/>
          <p:cNvSpPr/>
          <p:nvPr userDrawn="1"/>
        </p:nvSpPr>
        <p:spPr>
          <a:xfrm>
            <a:off x="4139952" y="6525344"/>
            <a:ext cx="216024" cy="216024"/>
          </a:xfrm>
          <a:prstGeom prst="ellipse">
            <a:avLst/>
          </a:prstGeom>
          <a:solidFill>
            <a:srgbClr val="2311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rgbClr val="23114C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528" y="-99392"/>
            <a:ext cx="8229600" cy="1143000"/>
          </a:xfrm>
          <a:prstGeom prst="rect">
            <a:avLst/>
          </a:prstGeom>
        </p:spPr>
        <p:txBody>
          <a:bodyPr anchor="b"/>
          <a:lstStyle/>
          <a:p>
            <a:r>
              <a:rPr lang="x-none"/>
              <a:t>Titelstijl van model bewerken</a:t>
            </a: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>
          <a:xfrm>
            <a:off x="2123728" y="5805264"/>
            <a:ext cx="6120680" cy="576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279301"/>
            <a:ext cx="8229600" cy="4237931"/>
          </a:xfrm>
        </p:spPr>
        <p:txBody>
          <a:bodyPr/>
          <a:lstStyle/>
          <a:p>
            <a:pPr lvl="0"/>
            <a:r>
              <a:rPr lang="x-none"/>
              <a:t>Klik om de tekststijl van het model te bewerken</a:t>
            </a:r>
          </a:p>
          <a:p>
            <a:pPr lvl="1"/>
            <a:r>
              <a:rPr lang="x-none"/>
              <a:t>Tweede niveau</a:t>
            </a:r>
          </a:p>
          <a:p>
            <a:pPr lvl="2"/>
            <a:r>
              <a:rPr lang="x-none"/>
              <a:t>Derde niveau</a:t>
            </a:r>
          </a:p>
          <a:p>
            <a:pPr lvl="3"/>
            <a:r>
              <a:rPr lang="x-none"/>
              <a:t>Vierde niveau</a:t>
            </a:r>
          </a:p>
          <a:p>
            <a:pPr lvl="4"/>
            <a:r>
              <a:rPr lang="x-none"/>
              <a:t>Vijfde niveau</a:t>
            </a:r>
            <a:endParaRPr lang="nl-NL" dirty="0"/>
          </a:p>
        </p:txBody>
      </p:sp>
      <p:sp>
        <p:nvSpPr>
          <p:cNvPr id="8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3203848" y="6453336"/>
            <a:ext cx="20882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1DAD25AC-3D36-459B-92CD-44DA3A629171}" type="slidenum">
              <a:rPr lang="nl-NL" smtClean="0"/>
              <a:pPr/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90872" y="1279301"/>
            <a:ext cx="8229600" cy="42379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3230488" y="64482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23114C"/>
                </a:solidFill>
              </a:defRPr>
            </a:lvl1pPr>
          </a:lstStyle>
          <a:p>
            <a:fld id="{1DAD25AC-3D36-459B-92CD-44DA3A629171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9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627784" y="5805264"/>
            <a:ext cx="6120680" cy="57606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>
                <a:solidFill>
                  <a:srgbClr val="23114C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titel 9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61" r:id="rId2"/>
    <p:sldLayoutId id="2147483657" r:id="rId3"/>
    <p:sldLayoutId id="2147483664" r:id="rId4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600" b="1" kern="1200">
          <a:solidFill>
            <a:srgbClr val="20BDBA"/>
          </a:solidFill>
          <a:latin typeface="Verdana" pitchFamily="34" charset="0"/>
          <a:ea typeface="Verdana" pitchFamily="34" charset="0"/>
          <a:cs typeface="Verdan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7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Z5JC9Ve1sfI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ICPT – Concepten in Programmeertalen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Les 2a – C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/>
              <a:t>Object code</a:t>
            </a:r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Opleiding Informatica</a:t>
            </a:r>
          </a:p>
        </p:txBody>
      </p:sp>
    </p:spTree>
    <p:extLst>
      <p:ext uri="{BB962C8B-B14F-4D97-AF65-F5344CB8AC3E}">
        <p14:creationId xmlns:p14="http://schemas.microsoft.com/office/powerpoint/2010/main" val="4030450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2E26635A-0342-2A43-A146-18AB7F77B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/>
              <a:t>Bekijken:</a:t>
            </a: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The </a:t>
            </a:r>
            <a:r>
              <a:rPr lang="nl-NL" dirty="0" err="1"/>
              <a:t>Fetch-Execute</a:t>
            </a:r>
            <a:r>
              <a:rPr lang="nl-NL" dirty="0"/>
              <a:t> </a:t>
            </a:r>
            <a:r>
              <a:rPr lang="nl-NL" dirty="0" err="1"/>
              <a:t>cycle</a:t>
            </a:r>
            <a:r>
              <a:rPr lang="nl-NL" dirty="0"/>
              <a:t>: </a:t>
            </a:r>
            <a:r>
              <a:rPr lang="nl-NL" dirty="0">
                <a:hlinkClick r:id="rId2"/>
              </a:rPr>
              <a:t>https://www.youtube.com/watch?v=Z5JC9Ve1sfI</a:t>
            </a: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39FC8731-5534-1D45-B537-99057AA0F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C4447AC-1C35-3E4B-A69B-5CC1C99B9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0820EF-E846-B34E-BF14-9B73CB34F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2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1614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3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2627784" y="404664"/>
            <a:ext cx="6285384" cy="604867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#</a:t>
            </a:r>
            <a:r>
              <a:rPr lang="nl-NL" sz="1100" b="1" dirty="0" err="1">
                <a:latin typeface="Courier New" panose="02070309020205020404" pitchFamily="49" charset="0"/>
              </a:rPr>
              <a:t>include</a:t>
            </a:r>
            <a:r>
              <a:rPr lang="nl-NL" sz="1100" b="1" dirty="0">
                <a:latin typeface="Courier New" panose="02070309020205020404" pitchFamily="49" charset="0"/>
              </a:rPr>
              <a:t> &lt;</a:t>
            </a:r>
            <a:r>
              <a:rPr lang="nl-NL" sz="1100" b="1" dirty="0" err="1">
                <a:latin typeface="Courier New" panose="02070309020205020404" pitchFamily="49" charset="0"/>
              </a:rPr>
              <a:t>stdio.h</a:t>
            </a:r>
            <a:r>
              <a:rPr lang="nl-NL" sz="1100" b="1" dirty="0">
                <a:latin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#</a:t>
            </a:r>
            <a:r>
              <a:rPr lang="nl-NL" sz="1100" b="1" dirty="0" err="1">
                <a:latin typeface="Courier New" panose="02070309020205020404" pitchFamily="49" charset="0"/>
              </a:rPr>
              <a:t>include</a:t>
            </a:r>
            <a:r>
              <a:rPr lang="nl-NL" sz="1100" b="1" dirty="0">
                <a:latin typeface="Courier New" panose="02070309020205020404" pitchFamily="49" charset="0"/>
              </a:rPr>
              <a:t> &lt;</a:t>
            </a:r>
            <a:r>
              <a:rPr lang="nl-NL" sz="1100" b="1" dirty="0" err="1">
                <a:latin typeface="Courier New" panose="02070309020205020404" pitchFamily="49" charset="0"/>
              </a:rPr>
              <a:t>stdlib.h</a:t>
            </a:r>
            <a:r>
              <a:rPr lang="nl-NL" sz="1100" b="1" dirty="0">
                <a:latin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 err="1">
                <a:latin typeface="Courier New" panose="02070309020205020404" pitchFamily="49" charset="0"/>
              </a:rPr>
              <a:t>unsigned</a:t>
            </a:r>
            <a:r>
              <a:rPr lang="nl-NL" sz="1100" b="1" dirty="0">
                <a:latin typeface="Courier New" panose="02070309020205020404" pitchFamily="49" charset="0"/>
              </a:rPr>
              <a:t> long long factorial(int </a:t>
            </a:r>
            <a:r>
              <a:rPr lang="nl-NL" sz="1100" b="1" dirty="0" err="1">
                <a:latin typeface="Courier New" panose="02070309020205020404" pitchFamily="49" charset="0"/>
              </a:rPr>
              <a:t>which</a:t>
            </a:r>
            <a:r>
              <a:rPr lang="nl-NL" sz="1100" b="1" dirty="0"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int i;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</a:t>
            </a:r>
            <a:r>
              <a:rPr lang="nl-NL" sz="1100" b="1" dirty="0" err="1">
                <a:latin typeface="Courier New" panose="02070309020205020404" pitchFamily="49" charset="0"/>
              </a:rPr>
              <a:t>unsigned</a:t>
            </a:r>
            <a:r>
              <a:rPr lang="nl-NL" sz="1100" b="1" dirty="0">
                <a:latin typeface="Courier New" panose="02070309020205020404" pitchFamily="49" charset="0"/>
              </a:rPr>
              <a:t> long long </a:t>
            </a:r>
            <a:r>
              <a:rPr lang="nl-NL" sz="1100" b="1" dirty="0" err="1">
                <a:latin typeface="Courier New" panose="02070309020205020404" pitchFamily="49" charset="0"/>
              </a:rPr>
              <a:t>result</a:t>
            </a:r>
            <a:r>
              <a:rPr lang="nl-NL" sz="1100" b="1" dirty="0">
                <a:latin typeface="Courier New" panose="02070309020205020404" pitchFamily="49" charset="0"/>
              </a:rPr>
              <a:t> = 1;</a:t>
            </a:r>
          </a:p>
          <a:p>
            <a:pPr marL="0" indent="0">
              <a:buNone/>
            </a:pP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</a:t>
            </a:r>
            <a:r>
              <a:rPr lang="nl-NL" sz="1100" b="1" dirty="0" err="1">
                <a:latin typeface="Courier New" panose="02070309020205020404" pitchFamily="49" charset="0"/>
              </a:rPr>
              <a:t>for</a:t>
            </a:r>
            <a:r>
              <a:rPr lang="nl-NL" sz="1100" b="1" dirty="0">
                <a:latin typeface="Courier New" panose="02070309020205020404" pitchFamily="49" charset="0"/>
              </a:rPr>
              <a:t> (i = 1; i &lt;= </a:t>
            </a:r>
            <a:r>
              <a:rPr lang="nl-NL" sz="1100" b="1" dirty="0" err="1">
                <a:latin typeface="Courier New" panose="02070309020205020404" pitchFamily="49" charset="0"/>
              </a:rPr>
              <a:t>which</a:t>
            </a:r>
            <a:r>
              <a:rPr lang="nl-NL" sz="1100" b="1" dirty="0">
                <a:latin typeface="Courier New" panose="02070309020205020404" pitchFamily="49" charset="0"/>
              </a:rPr>
              <a:t>; ++i) {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</a:t>
            </a:r>
            <a:r>
              <a:rPr lang="nl-NL" sz="1100" b="1" dirty="0" err="1">
                <a:latin typeface="Courier New" panose="02070309020205020404" pitchFamily="49" charset="0"/>
              </a:rPr>
              <a:t>result</a:t>
            </a:r>
            <a:r>
              <a:rPr lang="nl-NL" sz="1100" b="1" dirty="0">
                <a:latin typeface="Courier New" panose="02070309020205020404" pitchFamily="49" charset="0"/>
              </a:rPr>
              <a:t> *= i;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return </a:t>
            </a:r>
            <a:r>
              <a:rPr lang="nl-NL" sz="1100" b="1" dirty="0" err="1">
                <a:latin typeface="Courier New" panose="02070309020205020404" pitchFamily="49" charset="0"/>
              </a:rPr>
              <a:t>result</a:t>
            </a:r>
            <a:r>
              <a:rPr lang="nl-NL" sz="1100" b="1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#</a:t>
            </a:r>
            <a:r>
              <a:rPr lang="nl-NL" sz="1100" b="1" dirty="0" err="1">
                <a:latin typeface="Courier New" panose="02070309020205020404" pitchFamily="49" charset="0"/>
              </a:rPr>
              <a:t>define</a:t>
            </a:r>
            <a:r>
              <a:rPr lang="nl-NL" sz="1100" b="1" dirty="0">
                <a:latin typeface="Courier New" panose="02070309020205020404" pitchFamily="49" charset="0"/>
              </a:rPr>
              <a:t> ZERO 0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#</a:t>
            </a:r>
            <a:r>
              <a:rPr lang="nl-NL" sz="1100" b="1" dirty="0" err="1">
                <a:latin typeface="Courier New" panose="02070309020205020404" pitchFamily="49" charset="0"/>
              </a:rPr>
              <a:t>define</a:t>
            </a:r>
            <a:r>
              <a:rPr lang="nl-NL" sz="1100" b="1" dirty="0">
                <a:latin typeface="Courier New" panose="02070309020205020404" pitchFamily="49" charset="0"/>
              </a:rPr>
              <a:t> NEWLINE "\n"</a:t>
            </a:r>
          </a:p>
          <a:p>
            <a:pPr marL="0" indent="0">
              <a:buNone/>
            </a:pP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int </a:t>
            </a:r>
            <a:r>
              <a:rPr lang="nl-NL" sz="1100" b="1" dirty="0" err="1">
                <a:latin typeface="Courier New" panose="02070309020205020404" pitchFamily="49" charset="0"/>
              </a:rPr>
              <a:t>main</a:t>
            </a:r>
            <a:r>
              <a:rPr lang="nl-NL" sz="1100" b="1" dirty="0">
                <a:latin typeface="Courier New" panose="02070309020205020404" pitchFamily="49" charset="0"/>
              </a:rPr>
              <a:t>(int </a:t>
            </a:r>
            <a:r>
              <a:rPr lang="nl-NL" sz="1100" b="1" dirty="0" err="1">
                <a:latin typeface="Courier New" panose="02070309020205020404" pitchFamily="49" charset="0"/>
              </a:rPr>
              <a:t>argc</a:t>
            </a:r>
            <a:r>
              <a:rPr lang="nl-NL" sz="1100" b="1" dirty="0">
                <a:latin typeface="Courier New" panose="02070309020205020404" pitchFamily="49" charset="0"/>
              </a:rPr>
              <a:t>, </a:t>
            </a:r>
            <a:r>
              <a:rPr lang="nl-NL" sz="1100" b="1" dirty="0" err="1">
                <a:latin typeface="Courier New" panose="02070309020205020404" pitchFamily="49" charset="0"/>
              </a:rPr>
              <a:t>char</a:t>
            </a:r>
            <a:r>
              <a:rPr lang="nl-NL" sz="1100" b="1" dirty="0">
                <a:latin typeface="Courier New" panose="02070309020205020404" pitchFamily="49" charset="0"/>
              </a:rPr>
              <a:t> **</a:t>
            </a:r>
            <a:r>
              <a:rPr lang="nl-NL" sz="1100" b="1" dirty="0" err="1">
                <a:latin typeface="Courier New" panose="02070309020205020404" pitchFamily="49" charset="0"/>
              </a:rPr>
              <a:t>argv</a:t>
            </a:r>
            <a:r>
              <a:rPr lang="nl-NL" sz="1100" b="1" dirty="0"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int n = </a:t>
            </a:r>
            <a:r>
              <a:rPr lang="nl-NL" sz="1100" b="1" dirty="0" err="1">
                <a:latin typeface="Courier New" panose="02070309020205020404" pitchFamily="49" charset="0"/>
              </a:rPr>
              <a:t>atoi</a:t>
            </a:r>
            <a:r>
              <a:rPr lang="nl-NL" sz="1100" b="1" dirty="0">
                <a:latin typeface="Courier New" panose="02070309020205020404" pitchFamily="49" charset="0"/>
              </a:rPr>
              <a:t>(</a:t>
            </a:r>
            <a:r>
              <a:rPr lang="nl-NL" sz="1100" b="1" dirty="0" err="1">
                <a:latin typeface="Courier New" panose="02070309020205020404" pitchFamily="49" charset="0"/>
              </a:rPr>
              <a:t>argv</a:t>
            </a:r>
            <a:r>
              <a:rPr lang="nl-NL" sz="1100" b="1" dirty="0">
                <a:latin typeface="Courier New" panose="02070309020205020404" pitchFamily="49" charset="0"/>
              </a:rPr>
              <a:t>[1]);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</a:t>
            </a:r>
            <a:r>
              <a:rPr lang="nl-NL" sz="1100" b="1" dirty="0" err="1">
                <a:latin typeface="Courier New" panose="02070309020205020404" pitchFamily="49" charset="0"/>
              </a:rPr>
              <a:t>if</a:t>
            </a:r>
            <a:r>
              <a:rPr lang="nl-NL" sz="1100" b="1" dirty="0">
                <a:latin typeface="Courier New" panose="02070309020205020404" pitchFamily="49" charset="0"/>
              </a:rPr>
              <a:t> (n &lt; ZERO) {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</a:t>
            </a:r>
            <a:r>
              <a:rPr lang="nl-NL" sz="1100" b="1" dirty="0" err="1">
                <a:latin typeface="Courier New" panose="02070309020205020404" pitchFamily="49" charset="0"/>
              </a:rPr>
              <a:t>printf</a:t>
            </a:r>
            <a:r>
              <a:rPr lang="nl-NL" sz="1100" b="1" dirty="0">
                <a:latin typeface="Courier New" panose="02070309020205020404" pitchFamily="49" charset="0"/>
              </a:rPr>
              <a:t>("Error! Factorial of a </a:t>
            </a:r>
            <a:r>
              <a:rPr lang="nl-NL" sz="1100" b="1" dirty="0" err="1">
                <a:latin typeface="Courier New" panose="02070309020205020404" pitchFamily="49" charset="0"/>
              </a:rPr>
              <a:t>negative</a:t>
            </a:r>
            <a:r>
              <a:rPr lang="nl-NL" sz="1100" b="1" dirty="0">
                <a:latin typeface="Courier New" panose="02070309020205020404" pitchFamily="49" charset="0"/>
              </a:rPr>
              <a:t> </a:t>
            </a:r>
            <a:r>
              <a:rPr lang="nl-NL" sz="1100" b="1" dirty="0" err="1">
                <a:latin typeface="Courier New" panose="02070309020205020404" pitchFamily="49" charset="0"/>
              </a:rPr>
              <a:t>number</a:t>
            </a:r>
            <a:r>
              <a:rPr lang="nl-NL" sz="1100" b="1" dirty="0">
                <a:latin typeface="Courier New" panose="02070309020205020404" pitchFamily="49" charset="0"/>
              </a:rPr>
              <a:t> </a:t>
            </a:r>
            <a:r>
              <a:rPr lang="nl-NL" sz="1100" b="1" dirty="0" err="1">
                <a:latin typeface="Courier New" panose="02070309020205020404" pitchFamily="49" charset="0"/>
              </a:rPr>
              <a:t>doesn't</a:t>
            </a:r>
            <a:r>
              <a:rPr lang="nl-NL" sz="1100" b="1" dirty="0">
                <a:latin typeface="Courier New" panose="02070309020205020404" pitchFamily="49" charset="0"/>
              </a:rPr>
              <a:t> </a:t>
            </a:r>
            <a:r>
              <a:rPr lang="nl-NL" sz="1100" b="1" dirty="0" err="1">
                <a:latin typeface="Courier New" panose="02070309020205020404" pitchFamily="49" charset="0"/>
              </a:rPr>
              <a:t>exist</a:t>
            </a:r>
            <a:r>
              <a:rPr lang="nl-NL" sz="1100" b="1" dirty="0">
                <a:latin typeface="Courier New" panose="02070309020205020404" pitchFamily="49" charset="0"/>
              </a:rPr>
              <a:t>.");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} </a:t>
            </a:r>
            <a:r>
              <a:rPr lang="nl-NL" sz="1100" b="1" dirty="0" err="1">
                <a:latin typeface="Courier New" panose="02070309020205020404" pitchFamily="49" charset="0"/>
              </a:rPr>
              <a:t>else</a:t>
            </a:r>
            <a:r>
              <a:rPr lang="nl-NL" sz="1100" b="1" dirty="0">
                <a:latin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printf</a:t>
            </a:r>
            <a:r>
              <a:rPr lang="nl-NL" sz="1100" b="1" dirty="0">
                <a:latin typeface="Courier New" panose="02070309020205020404" pitchFamily="49" charset="0"/>
              </a:rPr>
              <a:t>("Factorial of %d = %</a:t>
            </a:r>
            <a:r>
              <a:rPr lang="nl-NL" sz="1100" b="1" dirty="0" err="1">
                <a:latin typeface="Courier New" panose="02070309020205020404" pitchFamily="49" charset="0"/>
              </a:rPr>
              <a:t>llu</a:t>
            </a:r>
            <a:r>
              <a:rPr lang="nl-NL" sz="1100" b="1" dirty="0">
                <a:latin typeface="Courier New" panose="02070309020205020404" pitchFamily="49" charset="0"/>
              </a:rPr>
              <a:t>", n, factorial(n));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</a:t>
            </a:r>
            <a:r>
              <a:rPr lang="nl-NL" sz="1100" b="1" dirty="0" err="1">
                <a:latin typeface="Courier New" panose="02070309020205020404" pitchFamily="49" charset="0"/>
              </a:rPr>
              <a:t>printf</a:t>
            </a:r>
            <a:r>
              <a:rPr lang="nl-NL" sz="1100" b="1" dirty="0">
                <a:latin typeface="Courier New" panose="02070309020205020404" pitchFamily="49" charset="0"/>
              </a:rPr>
              <a:t>(NEWLINE);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return ZERO;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mr-IN" sz="1100" b="1" dirty="0">
              <a:latin typeface="Courier New" panose="02070309020205020404" pitchFamily="49" charset="0"/>
            </a:endParaRPr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C-code</a:t>
            </a:r>
          </a:p>
        </p:txBody>
      </p:sp>
    </p:spTree>
    <p:extLst>
      <p:ext uri="{BB962C8B-B14F-4D97-AF65-F5344CB8AC3E}">
        <p14:creationId xmlns:p14="http://schemas.microsoft.com/office/powerpoint/2010/main" val="206128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4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2771800" y="1279301"/>
            <a:ext cx="6048672" cy="5030019"/>
          </a:xfrm>
          <a:solidFill>
            <a:schemeClr val="bg1">
              <a:lumMod val="95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# 3 "</a:t>
            </a:r>
            <a:r>
              <a:rPr lang="nl-NL" sz="1100" b="1" dirty="0" err="1">
                <a:latin typeface="Courier New" panose="02070309020205020404" pitchFamily="49" charset="0"/>
              </a:rPr>
              <a:t>main.c</a:t>
            </a:r>
            <a:r>
              <a:rPr lang="nl-NL" sz="1100" b="1" dirty="0">
                <a:latin typeface="Courier New" panose="02070309020205020404" pitchFamily="49" charset="0"/>
              </a:rPr>
              <a:t>" 2</a:t>
            </a:r>
          </a:p>
          <a:p>
            <a:pPr marL="0" indent="0">
              <a:buNone/>
            </a:pP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# 4 "</a:t>
            </a:r>
            <a:r>
              <a:rPr lang="nl-NL" sz="1100" b="1" dirty="0" err="1">
                <a:latin typeface="Courier New" panose="02070309020205020404" pitchFamily="49" charset="0"/>
              </a:rPr>
              <a:t>main.c</a:t>
            </a:r>
            <a:r>
              <a:rPr lang="nl-NL" sz="1100" b="1" dirty="0">
                <a:latin typeface="Courier New" panose="02070309020205020404" pitchFamily="49" charset="0"/>
              </a:rPr>
              <a:t>"</a:t>
            </a:r>
          </a:p>
          <a:p>
            <a:pPr marL="0" indent="0">
              <a:buNone/>
            </a:pPr>
            <a:r>
              <a:rPr lang="nl-NL" sz="1100" b="1" dirty="0" err="1">
                <a:latin typeface="Courier New" panose="02070309020205020404" pitchFamily="49" charset="0"/>
              </a:rPr>
              <a:t>unsigned</a:t>
            </a:r>
            <a:r>
              <a:rPr lang="nl-NL" sz="1100" b="1" dirty="0">
                <a:latin typeface="Courier New" panose="02070309020205020404" pitchFamily="49" charset="0"/>
              </a:rPr>
              <a:t> long long factorial(int </a:t>
            </a:r>
            <a:r>
              <a:rPr lang="nl-NL" sz="1100" b="1" dirty="0" err="1">
                <a:latin typeface="Courier New" panose="02070309020205020404" pitchFamily="49" charset="0"/>
              </a:rPr>
              <a:t>which</a:t>
            </a:r>
            <a:r>
              <a:rPr lang="nl-NL" sz="1100" b="1" dirty="0"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int i;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</a:t>
            </a:r>
            <a:r>
              <a:rPr lang="nl-NL" sz="1100" b="1" dirty="0" err="1">
                <a:latin typeface="Courier New" panose="02070309020205020404" pitchFamily="49" charset="0"/>
              </a:rPr>
              <a:t>unsigned</a:t>
            </a:r>
            <a:r>
              <a:rPr lang="nl-NL" sz="1100" b="1" dirty="0">
                <a:latin typeface="Courier New" panose="02070309020205020404" pitchFamily="49" charset="0"/>
              </a:rPr>
              <a:t> long long </a:t>
            </a:r>
            <a:r>
              <a:rPr lang="nl-NL" sz="1100" b="1" dirty="0" err="1">
                <a:latin typeface="Courier New" panose="02070309020205020404" pitchFamily="49" charset="0"/>
              </a:rPr>
              <a:t>result</a:t>
            </a:r>
            <a:r>
              <a:rPr lang="nl-NL" sz="1100" b="1" dirty="0">
                <a:latin typeface="Courier New" panose="02070309020205020404" pitchFamily="49" charset="0"/>
              </a:rPr>
              <a:t> = 1;</a:t>
            </a:r>
          </a:p>
          <a:p>
            <a:pPr marL="0" indent="0">
              <a:buNone/>
            </a:pP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</a:t>
            </a:r>
            <a:r>
              <a:rPr lang="nl-NL" sz="1100" b="1" dirty="0" err="1">
                <a:latin typeface="Courier New" panose="02070309020205020404" pitchFamily="49" charset="0"/>
              </a:rPr>
              <a:t>for</a:t>
            </a:r>
            <a:r>
              <a:rPr lang="nl-NL" sz="1100" b="1" dirty="0">
                <a:latin typeface="Courier New" panose="02070309020205020404" pitchFamily="49" charset="0"/>
              </a:rPr>
              <a:t> (i = 1; i &lt;= </a:t>
            </a:r>
            <a:r>
              <a:rPr lang="nl-NL" sz="1100" b="1" dirty="0" err="1">
                <a:latin typeface="Courier New" panose="02070309020205020404" pitchFamily="49" charset="0"/>
              </a:rPr>
              <a:t>which</a:t>
            </a:r>
            <a:r>
              <a:rPr lang="nl-NL" sz="1100" b="1" dirty="0">
                <a:latin typeface="Courier New" panose="02070309020205020404" pitchFamily="49" charset="0"/>
              </a:rPr>
              <a:t>; ++i) {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</a:t>
            </a:r>
            <a:r>
              <a:rPr lang="nl-NL" sz="1100" b="1" dirty="0" err="1">
                <a:latin typeface="Courier New" panose="02070309020205020404" pitchFamily="49" charset="0"/>
              </a:rPr>
              <a:t>result</a:t>
            </a:r>
            <a:r>
              <a:rPr lang="nl-NL" sz="1100" b="1" dirty="0">
                <a:latin typeface="Courier New" panose="02070309020205020404" pitchFamily="49" charset="0"/>
              </a:rPr>
              <a:t> *= i;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return </a:t>
            </a:r>
            <a:r>
              <a:rPr lang="nl-NL" sz="1100" b="1" dirty="0" err="1">
                <a:latin typeface="Courier New" panose="02070309020205020404" pitchFamily="49" charset="0"/>
              </a:rPr>
              <a:t>result</a:t>
            </a:r>
            <a:r>
              <a:rPr lang="nl-NL" sz="1100" b="1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int </a:t>
            </a:r>
            <a:r>
              <a:rPr lang="nl-NL" sz="1100" b="1" dirty="0" err="1">
                <a:latin typeface="Courier New" panose="02070309020205020404" pitchFamily="49" charset="0"/>
              </a:rPr>
              <a:t>main</a:t>
            </a:r>
            <a:r>
              <a:rPr lang="nl-NL" sz="1100" b="1" dirty="0">
                <a:latin typeface="Courier New" panose="02070309020205020404" pitchFamily="49" charset="0"/>
              </a:rPr>
              <a:t>(int </a:t>
            </a:r>
            <a:r>
              <a:rPr lang="nl-NL" sz="1100" b="1" dirty="0" err="1">
                <a:latin typeface="Courier New" panose="02070309020205020404" pitchFamily="49" charset="0"/>
              </a:rPr>
              <a:t>argc</a:t>
            </a:r>
            <a:r>
              <a:rPr lang="nl-NL" sz="1100" b="1" dirty="0">
                <a:latin typeface="Courier New" panose="02070309020205020404" pitchFamily="49" charset="0"/>
              </a:rPr>
              <a:t>, </a:t>
            </a:r>
            <a:r>
              <a:rPr lang="nl-NL" sz="1100" b="1" dirty="0" err="1">
                <a:latin typeface="Courier New" panose="02070309020205020404" pitchFamily="49" charset="0"/>
              </a:rPr>
              <a:t>char</a:t>
            </a:r>
            <a:r>
              <a:rPr lang="nl-NL" sz="1100" b="1" dirty="0">
                <a:latin typeface="Courier New" panose="02070309020205020404" pitchFamily="49" charset="0"/>
              </a:rPr>
              <a:t> **</a:t>
            </a:r>
            <a:r>
              <a:rPr lang="nl-NL" sz="1100" b="1" dirty="0" err="1">
                <a:latin typeface="Courier New" panose="02070309020205020404" pitchFamily="49" charset="0"/>
              </a:rPr>
              <a:t>argv</a:t>
            </a:r>
            <a:r>
              <a:rPr lang="nl-NL" sz="1100" b="1" dirty="0"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int n = </a:t>
            </a:r>
            <a:r>
              <a:rPr lang="nl-NL" sz="1100" b="1" dirty="0" err="1">
                <a:latin typeface="Courier New" panose="02070309020205020404" pitchFamily="49" charset="0"/>
              </a:rPr>
              <a:t>atoi</a:t>
            </a:r>
            <a:r>
              <a:rPr lang="nl-NL" sz="1100" b="1" dirty="0">
                <a:latin typeface="Courier New" panose="02070309020205020404" pitchFamily="49" charset="0"/>
              </a:rPr>
              <a:t>(</a:t>
            </a:r>
            <a:r>
              <a:rPr lang="nl-NL" sz="1100" b="1" dirty="0" err="1">
                <a:latin typeface="Courier New" panose="02070309020205020404" pitchFamily="49" charset="0"/>
              </a:rPr>
              <a:t>argv</a:t>
            </a:r>
            <a:r>
              <a:rPr lang="nl-NL" sz="1100" b="1" dirty="0">
                <a:latin typeface="Courier New" panose="02070309020205020404" pitchFamily="49" charset="0"/>
              </a:rPr>
              <a:t>[1]);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</a:t>
            </a:r>
            <a:r>
              <a:rPr lang="nl-NL" sz="1100" b="1" dirty="0" err="1">
                <a:latin typeface="Courier New" panose="02070309020205020404" pitchFamily="49" charset="0"/>
              </a:rPr>
              <a:t>if</a:t>
            </a:r>
            <a:r>
              <a:rPr lang="nl-NL" sz="1100" b="1" dirty="0">
                <a:latin typeface="Courier New" panose="02070309020205020404" pitchFamily="49" charset="0"/>
              </a:rPr>
              <a:t> (n &lt; 0) {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</a:t>
            </a:r>
            <a:r>
              <a:rPr lang="nl-NL" sz="1100" b="1" dirty="0" err="1">
                <a:latin typeface="Courier New" panose="02070309020205020404" pitchFamily="49" charset="0"/>
              </a:rPr>
              <a:t>printf</a:t>
            </a:r>
            <a:r>
              <a:rPr lang="nl-NL" sz="1100" b="1" dirty="0">
                <a:latin typeface="Courier New" panose="02070309020205020404" pitchFamily="49" charset="0"/>
              </a:rPr>
              <a:t>("Error! Factorial of a </a:t>
            </a:r>
            <a:r>
              <a:rPr lang="nl-NL" sz="1100" b="1" dirty="0" err="1">
                <a:latin typeface="Courier New" panose="02070309020205020404" pitchFamily="49" charset="0"/>
              </a:rPr>
              <a:t>negative</a:t>
            </a:r>
            <a:r>
              <a:rPr lang="nl-NL" sz="1100" b="1" dirty="0">
                <a:latin typeface="Courier New" panose="02070309020205020404" pitchFamily="49" charset="0"/>
              </a:rPr>
              <a:t> </a:t>
            </a:r>
            <a:r>
              <a:rPr lang="nl-NL" sz="1100" b="1" dirty="0" err="1">
                <a:latin typeface="Courier New" panose="02070309020205020404" pitchFamily="49" charset="0"/>
              </a:rPr>
              <a:t>number</a:t>
            </a:r>
            <a:r>
              <a:rPr lang="nl-NL" sz="1100" b="1" dirty="0">
                <a:latin typeface="Courier New" panose="02070309020205020404" pitchFamily="49" charset="0"/>
              </a:rPr>
              <a:t> </a:t>
            </a:r>
            <a:r>
              <a:rPr lang="nl-NL" sz="1100" b="1" dirty="0" err="1">
                <a:latin typeface="Courier New" panose="02070309020205020404" pitchFamily="49" charset="0"/>
              </a:rPr>
              <a:t>doesn't</a:t>
            </a:r>
            <a:r>
              <a:rPr lang="nl-NL" sz="1100" b="1" dirty="0">
                <a:latin typeface="Courier New" panose="02070309020205020404" pitchFamily="49" charset="0"/>
              </a:rPr>
              <a:t> </a:t>
            </a:r>
            <a:r>
              <a:rPr lang="nl-NL" sz="1100" b="1" dirty="0" err="1">
                <a:latin typeface="Courier New" panose="02070309020205020404" pitchFamily="49" charset="0"/>
              </a:rPr>
              <a:t>exist</a:t>
            </a:r>
            <a:r>
              <a:rPr lang="nl-NL" sz="1100" b="1" dirty="0">
                <a:latin typeface="Courier New" panose="02070309020205020404" pitchFamily="49" charset="0"/>
              </a:rPr>
              <a:t>.");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} </a:t>
            </a:r>
            <a:r>
              <a:rPr lang="nl-NL" sz="1100" b="1" dirty="0" err="1">
                <a:latin typeface="Courier New" panose="02070309020205020404" pitchFamily="49" charset="0"/>
              </a:rPr>
              <a:t>else</a:t>
            </a:r>
            <a:r>
              <a:rPr lang="nl-NL" sz="1100" b="1" dirty="0">
                <a:latin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printf</a:t>
            </a:r>
            <a:r>
              <a:rPr lang="nl-NL" sz="1100" b="1" dirty="0">
                <a:latin typeface="Courier New" panose="02070309020205020404" pitchFamily="49" charset="0"/>
              </a:rPr>
              <a:t>("Factorial of %d = %</a:t>
            </a:r>
            <a:r>
              <a:rPr lang="nl-NL" sz="1100" b="1" dirty="0" err="1">
                <a:latin typeface="Courier New" panose="02070309020205020404" pitchFamily="49" charset="0"/>
              </a:rPr>
              <a:t>llu</a:t>
            </a:r>
            <a:r>
              <a:rPr lang="nl-NL" sz="1100" b="1" dirty="0">
                <a:latin typeface="Courier New" panose="02070309020205020404" pitchFamily="49" charset="0"/>
              </a:rPr>
              <a:t>", n, factorial(n));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</a:t>
            </a:r>
            <a:r>
              <a:rPr lang="nl-NL" sz="1100" b="1" dirty="0" err="1">
                <a:latin typeface="Courier New" panose="02070309020205020404" pitchFamily="49" charset="0"/>
              </a:rPr>
              <a:t>printf</a:t>
            </a:r>
            <a:r>
              <a:rPr lang="nl-NL" sz="1100" b="1" dirty="0">
                <a:latin typeface="Courier New" panose="02070309020205020404" pitchFamily="49" charset="0"/>
              </a:rPr>
              <a:t>("\n");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}</a:t>
            </a:r>
            <a:endParaRPr lang="mr-IN" sz="1100" b="1" dirty="0">
              <a:latin typeface="Courier New" panose="02070309020205020404" pitchFamily="49" charset="0"/>
            </a:endParaRPr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gcc</a:t>
            </a:r>
            <a:r>
              <a:rPr lang="nl-NL" dirty="0"/>
              <a:t> -E </a:t>
            </a:r>
            <a:r>
              <a:rPr lang="nl-NL" dirty="0" err="1"/>
              <a:t>main.c</a:t>
            </a:r>
            <a:r>
              <a:rPr lang="nl-NL" dirty="0"/>
              <a:t> -o </a:t>
            </a:r>
            <a:r>
              <a:rPr lang="nl-NL" dirty="0" err="1"/>
              <a:t>main.i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86042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5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052737"/>
            <a:ext cx="8229600" cy="5805264"/>
          </a:xfrm>
          <a:solidFill>
            <a:schemeClr val="bg1">
              <a:lumMod val="95000"/>
            </a:schemeClr>
          </a:solidFill>
        </p:spPr>
        <p:txBody>
          <a:bodyPr numCol="2">
            <a:normAutofit fontScale="70000" lnSpcReduction="20000"/>
          </a:bodyPr>
          <a:lstStyle/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.file   "</a:t>
            </a:r>
            <a:r>
              <a:rPr lang="nl-NL" sz="1100" b="1" dirty="0" err="1">
                <a:latin typeface="Courier New" panose="02070309020205020404" pitchFamily="49" charset="0"/>
              </a:rPr>
              <a:t>main.c</a:t>
            </a:r>
            <a:r>
              <a:rPr lang="nl-NL" sz="1100" b="1" dirty="0">
                <a:latin typeface="Courier New" panose="02070309020205020404" pitchFamily="49" charset="0"/>
              </a:rPr>
              <a:t>"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.</a:t>
            </a:r>
            <a:r>
              <a:rPr lang="nl-NL" sz="1100" b="1" dirty="0" err="1">
                <a:latin typeface="Courier New" panose="02070309020205020404" pitchFamily="49" charset="0"/>
              </a:rPr>
              <a:t>text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.</a:t>
            </a:r>
            <a:r>
              <a:rPr lang="nl-NL" sz="1100" b="1" dirty="0" err="1">
                <a:latin typeface="Courier New" panose="02070309020205020404" pitchFamily="49" charset="0"/>
              </a:rPr>
              <a:t>globl</a:t>
            </a:r>
            <a:r>
              <a:rPr lang="nl-NL" sz="1100" b="1" dirty="0">
                <a:latin typeface="Courier New" panose="02070309020205020404" pitchFamily="49" charset="0"/>
              </a:rPr>
              <a:t>  factorial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.type   factorial, @</a:t>
            </a:r>
            <a:r>
              <a:rPr lang="nl-NL" sz="1100" b="1" dirty="0" err="1">
                <a:latin typeface="Courier New" panose="02070309020205020404" pitchFamily="49" charset="0"/>
              </a:rPr>
              <a:t>function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factorial: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.LFB5: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.</a:t>
            </a:r>
            <a:r>
              <a:rPr lang="nl-NL" sz="1100" b="1" dirty="0" err="1">
                <a:latin typeface="Courier New" panose="02070309020205020404" pitchFamily="49" charset="0"/>
              </a:rPr>
              <a:t>cfi_startproc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pushq</a:t>
            </a:r>
            <a:r>
              <a:rPr lang="nl-NL" sz="1100" b="1" dirty="0">
                <a:latin typeface="Courier New" panose="02070309020205020404" pitchFamily="49" charset="0"/>
              </a:rPr>
              <a:t>   %</a:t>
            </a:r>
            <a:r>
              <a:rPr lang="nl-NL" sz="1100" b="1" dirty="0" err="1">
                <a:latin typeface="Courier New" panose="02070309020205020404" pitchFamily="49" charset="0"/>
              </a:rPr>
              <a:t>rbp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.</a:t>
            </a:r>
            <a:r>
              <a:rPr lang="nl-NL" sz="1100" b="1" dirty="0" err="1">
                <a:latin typeface="Courier New" panose="02070309020205020404" pitchFamily="49" charset="0"/>
              </a:rPr>
              <a:t>cfi_def_cfa_offset</a:t>
            </a:r>
            <a:r>
              <a:rPr lang="nl-NL" sz="1100" b="1" dirty="0">
                <a:latin typeface="Courier New" panose="02070309020205020404" pitchFamily="49" charset="0"/>
              </a:rPr>
              <a:t> 16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.</a:t>
            </a:r>
            <a:r>
              <a:rPr lang="nl-NL" sz="1100" b="1" dirty="0" err="1">
                <a:latin typeface="Courier New" panose="02070309020205020404" pitchFamily="49" charset="0"/>
              </a:rPr>
              <a:t>cfi_offset</a:t>
            </a:r>
            <a:r>
              <a:rPr lang="nl-NL" sz="1100" b="1" dirty="0">
                <a:latin typeface="Courier New" panose="02070309020205020404" pitchFamily="49" charset="0"/>
              </a:rPr>
              <a:t> 6, -16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movq</a:t>
            </a:r>
            <a:r>
              <a:rPr lang="nl-NL" sz="1100" b="1" dirty="0">
                <a:latin typeface="Courier New" panose="02070309020205020404" pitchFamily="49" charset="0"/>
              </a:rPr>
              <a:t>    %</a:t>
            </a:r>
            <a:r>
              <a:rPr lang="nl-NL" sz="1100" b="1" dirty="0" err="1">
                <a:latin typeface="Courier New" panose="02070309020205020404" pitchFamily="49" charset="0"/>
              </a:rPr>
              <a:t>rsp</a:t>
            </a:r>
            <a:r>
              <a:rPr lang="nl-NL" sz="1100" b="1" dirty="0">
                <a:latin typeface="Courier New" panose="02070309020205020404" pitchFamily="49" charset="0"/>
              </a:rPr>
              <a:t>, %</a:t>
            </a:r>
            <a:r>
              <a:rPr lang="nl-NL" sz="1100" b="1" dirty="0" err="1">
                <a:latin typeface="Courier New" panose="02070309020205020404" pitchFamily="49" charset="0"/>
              </a:rPr>
              <a:t>rbp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.</a:t>
            </a:r>
            <a:r>
              <a:rPr lang="nl-NL" sz="1100" b="1" dirty="0" err="1">
                <a:latin typeface="Courier New" panose="02070309020205020404" pitchFamily="49" charset="0"/>
              </a:rPr>
              <a:t>cfi_def_cfa_register</a:t>
            </a:r>
            <a:r>
              <a:rPr lang="nl-NL" sz="1100" b="1" dirty="0">
                <a:latin typeface="Courier New" panose="02070309020205020404" pitchFamily="49" charset="0"/>
              </a:rPr>
              <a:t> 6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movl</a:t>
            </a:r>
            <a:r>
              <a:rPr lang="nl-NL" sz="1100" b="1" dirty="0">
                <a:latin typeface="Courier New" panose="02070309020205020404" pitchFamily="49" charset="0"/>
              </a:rPr>
              <a:t>    %</a:t>
            </a:r>
            <a:r>
              <a:rPr lang="nl-NL" sz="1100" b="1" dirty="0" err="1">
                <a:latin typeface="Courier New" panose="02070309020205020404" pitchFamily="49" charset="0"/>
              </a:rPr>
              <a:t>edi</a:t>
            </a:r>
            <a:r>
              <a:rPr lang="nl-NL" sz="1100" b="1" dirty="0">
                <a:latin typeface="Courier New" panose="02070309020205020404" pitchFamily="49" charset="0"/>
              </a:rPr>
              <a:t>, -20(%</a:t>
            </a:r>
            <a:r>
              <a:rPr lang="nl-NL" sz="1100" b="1" dirty="0" err="1">
                <a:latin typeface="Courier New" panose="02070309020205020404" pitchFamily="49" charset="0"/>
              </a:rPr>
              <a:t>rbp</a:t>
            </a:r>
            <a:r>
              <a:rPr lang="nl-NL" sz="1100" b="1" dirty="0"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movq</a:t>
            </a:r>
            <a:r>
              <a:rPr lang="nl-NL" sz="1100" b="1" dirty="0">
                <a:latin typeface="Courier New" panose="02070309020205020404" pitchFamily="49" charset="0"/>
              </a:rPr>
              <a:t>    $1, -8(%</a:t>
            </a:r>
            <a:r>
              <a:rPr lang="nl-NL" sz="1100" b="1" dirty="0" err="1">
                <a:latin typeface="Courier New" panose="02070309020205020404" pitchFamily="49" charset="0"/>
              </a:rPr>
              <a:t>rbp</a:t>
            </a:r>
            <a:r>
              <a:rPr lang="nl-NL" sz="1100" b="1" dirty="0"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movl</a:t>
            </a:r>
            <a:r>
              <a:rPr lang="nl-NL" sz="1100" b="1" dirty="0">
                <a:latin typeface="Courier New" panose="02070309020205020404" pitchFamily="49" charset="0"/>
              </a:rPr>
              <a:t>    $1, -12(%</a:t>
            </a:r>
            <a:r>
              <a:rPr lang="nl-NL" sz="1100" b="1" dirty="0" err="1">
                <a:latin typeface="Courier New" panose="02070309020205020404" pitchFamily="49" charset="0"/>
              </a:rPr>
              <a:t>rbp</a:t>
            </a:r>
            <a:r>
              <a:rPr lang="nl-NL" sz="1100" b="1" dirty="0"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jmp</a:t>
            </a:r>
            <a:r>
              <a:rPr lang="nl-NL" sz="1100" b="1" dirty="0">
                <a:latin typeface="Courier New" panose="02070309020205020404" pitchFamily="49" charset="0"/>
              </a:rPr>
              <a:t>     .L2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.L3: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movl</a:t>
            </a:r>
            <a:r>
              <a:rPr lang="nl-NL" sz="1100" b="1" dirty="0">
                <a:latin typeface="Courier New" panose="02070309020205020404" pitchFamily="49" charset="0"/>
              </a:rPr>
              <a:t>    -12(%</a:t>
            </a:r>
            <a:r>
              <a:rPr lang="nl-NL" sz="1100" b="1" dirty="0" err="1">
                <a:latin typeface="Courier New" panose="02070309020205020404" pitchFamily="49" charset="0"/>
              </a:rPr>
              <a:t>rbp</a:t>
            </a:r>
            <a:r>
              <a:rPr lang="nl-NL" sz="1100" b="1" dirty="0">
                <a:latin typeface="Courier New" panose="02070309020205020404" pitchFamily="49" charset="0"/>
              </a:rPr>
              <a:t>), %</a:t>
            </a:r>
            <a:r>
              <a:rPr lang="nl-NL" sz="1100" b="1" dirty="0" err="1">
                <a:latin typeface="Courier New" panose="02070309020205020404" pitchFamily="49" charset="0"/>
              </a:rPr>
              <a:t>eax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cltq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movq</a:t>
            </a:r>
            <a:r>
              <a:rPr lang="nl-NL" sz="1100" b="1" dirty="0">
                <a:latin typeface="Courier New" panose="02070309020205020404" pitchFamily="49" charset="0"/>
              </a:rPr>
              <a:t>    -8(%</a:t>
            </a:r>
            <a:r>
              <a:rPr lang="nl-NL" sz="1100" b="1" dirty="0" err="1">
                <a:latin typeface="Courier New" panose="02070309020205020404" pitchFamily="49" charset="0"/>
              </a:rPr>
              <a:t>rbp</a:t>
            </a:r>
            <a:r>
              <a:rPr lang="nl-NL" sz="1100" b="1" dirty="0">
                <a:latin typeface="Courier New" panose="02070309020205020404" pitchFamily="49" charset="0"/>
              </a:rPr>
              <a:t>), %</a:t>
            </a:r>
            <a:r>
              <a:rPr lang="nl-NL" sz="1100" b="1" dirty="0" err="1">
                <a:latin typeface="Courier New" panose="02070309020205020404" pitchFamily="49" charset="0"/>
              </a:rPr>
              <a:t>rdx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imulq</a:t>
            </a:r>
            <a:r>
              <a:rPr lang="nl-NL" sz="1100" b="1" dirty="0">
                <a:latin typeface="Courier New" panose="02070309020205020404" pitchFamily="49" charset="0"/>
              </a:rPr>
              <a:t>   %</a:t>
            </a:r>
            <a:r>
              <a:rPr lang="nl-NL" sz="1100" b="1" dirty="0" err="1">
                <a:latin typeface="Courier New" panose="02070309020205020404" pitchFamily="49" charset="0"/>
              </a:rPr>
              <a:t>rdx</a:t>
            </a:r>
            <a:r>
              <a:rPr lang="nl-NL" sz="1100" b="1" dirty="0">
                <a:latin typeface="Courier New" panose="02070309020205020404" pitchFamily="49" charset="0"/>
              </a:rPr>
              <a:t>, %</a:t>
            </a:r>
            <a:r>
              <a:rPr lang="nl-NL" sz="1100" b="1" dirty="0" err="1">
                <a:latin typeface="Courier New" panose="02070309020205020404" pitchFamily="49" charset="0"/>
              </a:rPr>
              <a:t>rax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movq</a:t>
            </a:r>
            <a:r>
              <a:rPr lang="nl-NL" sz="1100" b="1" dirty="0">
                <a:latin typeface="Courier New" panose="02070309020205020404" pitchFamily="49" charset="0"/>
              </a:rPr>
              <a:t>    %</a:t>
            </a:r>
            <a:r>
              <a:rPr lang="nl-NL" sz="1100" b="1" dirty="0" err="1">
                <a:latin typeface="Courier New" panose="02070309020205020404" pitchFamily="49" charset="0"/>
              </a:rPr>
              <a:t>rax</a:t>
            </a:r>
            <a:r>
              <a:rPr lang="nl-NL" sz="1100" b="1" dirty="0">
                <a:latin typeface="Courier New" panose="02070309020205020404" pitchFamily="49" charset="0"/>
              </a:rPr>
              <a:t>, -8(%</a:t>
            </a:r>
            <a:r>
              <a:rPr lang="nl-NL" sz="1100" b="1" dirty="0" err="1">
                <a:latin typeface="Courier New" panose="02070309020205020404" pitchFamily="49" charset="0"/>
              </a:rPr>
              <a:t>rbp</a:t>
            </a:r>
            <a:r>
              <a:rPr lang="nl-NL" sz="1100" b="1" dirty="0"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addl</a:t>
            </a:r>
            <a:r>
              <a:rPr lang="nl-NL" sz="1100" b="1" dirty="0">
                <a:latin typeface="Courier New" panose="02070309020205020404" pitchFamily="49" charset="0"/>
              </a:rPr>
              <a:t>    $1, -12(%</a:t>
            </a:r>
            <a:r>
              <a:rPr lang="nl-NL" sz="1100" b="1" dirty="0" err="1">
                <a:latin typeface="Courier New" panose="02070309020205020404" pitchFamily="49" charset="0"/>
              </a:rPr>
              <a:t>rbp</a:t>
            </a:r>
            <a:r>
              <a:rPr lang="nl-NL" sz="1100" b="1" dirty="0"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.L2: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movl</a:t>
            </a:r>
            <a:r>
              <a:rPr lang="nl-NL" sz="1100" b="1" dirty="0">
                <a:latin typeface="Courier New" panose="02070309020205020404" pitchFamily="49" charset="0"/>
              </a:rPr>
              <a:t>    -12(%</a:t>
            </a:r>
            <a:r>
              <a:rPr lang="nl-NL" sz="1100" b="1" dirty="0" err="1">
                <a:latin typeface="Courier New" panose="02070309020205020404" pitchFamily="49" charset="0"/>
              </a:rPr>
              <a:t>rbp</a:t>
            </a:r>
            <a:r>
              <a:rPr lang="nl-NL" sz="1100" b="1" dirty="0">
                <a:latin typeface="Courier New" panose="02070309020205020404" pitchFamily="49" charset="0"/>
              </a:rPr>
              <a:t>), %</a:t>
            </a:r>
            <a:r>
              <a:rPr lang="nl-NL" sz="1100" b="1" dirty="0" err="1">
                <a:latin typeface="Courier New" panose="02070309020205020404" pitchFamily="49" charset="0"/>
              </a:rPr>
              <a:t>eax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cmpl</a:t>
            </a:r>
            <a:r>
              <a:rPr lang="nl-NL" sz="1100" b="1" dirty="0">
                <a:latin typeface="Courier New" panose="02070309020205020404" pitchFamily="49" charset="0"/>
              </a:rPr>
              <a:t>    -20(%</a:t>
            </a:r>
            <a:r>
              <a:rPr lang="nl-NL" sz="1100" b="1" dirty="0" err="1">
                <a:latin typeface="Courier New" panose="02070309020205020404" pitchFamily="49" charset="0"/>
              </a:rPr>
              <a:t>rbp</a:t>
            </a:r>
            <a:r>
              <a:rPr lang="nl-NL" sz="1100" b="1" dirty="0">
                <a:latin typeface="Courier New" panose="02070309020205020404" pitchFamily="49" charset="0"/>
              </a:rPr>
              <a:t>), %</a:t>
            </a:r>
            <a:r>
              <a:rPr lang="nl-NL" sz="1100" b="1" dirty="0" err="1">
                <a:latin typeface="Courier New" panose="02070309020205020404" pitchFamily="49" charset="0"/>
              </a:rPr>
              <a:t>eax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jle</a:t>
            </a:r>
            <a:r>
              <a:rPr lang="nl-NL" sz="1100" b="1" dirty="0">
                <a:latin typeface="Courier New" panose="02070309020205020404" pitchFamily="49" charset="0"/>
              </a:rPr>
              <a:t>     .L3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movq</a:t>
            </a:r>
            <a:r>
              <a:rPr lang="nl-NL" sz="1100" b="1" dirty="0">
                <a:latin typeface="Courier New" panose="02070309020205020404" pitchFamily="49" charset="0"/>
              </a:rPr>
              <a:t>    -8(%</a:t>
            </a:r>
            <a:r>
              <a:rPr lang="nl-NL" sz="1100" b="1" dirty="0" err="1">
                <a:latin typeface="Courier New" panose="02070309020205020404" pitchFamily="49" charset="0"/>
              </a:rPr>
              <a:t>rbp</a:t>
            </a:r>
            <a:r>
              <a:rPr lang="nl-NL" sz="1100" b="1" dirty="0">
                <a:latin typeface="Courier New" panose="02070309020205020404" pitchFamily="49" charset="0"/>
              </a:rPr>
              <a:t>), %</a:t>
            </a:r>
            <a:r>
              <a:rPr lang="nl-NL" sz="1100" b="1" dirty="0" err="1">
                <a:latin typeface="Courier New" panose="02070309020205020404" pitchFamily="49" charset="0"/>
              </a:rPr>
              <a:t>rax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popq</a:t>
            </a:r>
            <a:r>
              <a:rPr lang="nl-NL" sz="1100" b="1" dirty="0">
                <a:latin typeface="Courier New" panose="02070309020205020404" pitchFamily="49" charset="0"/>
              </a:rPr>
              <a:t>    %</a:t>
            </a:r>
            <a:r>
              <a:rPr lang="nl-NL" sz="1100" b="1" dirty="0" err="1">
                <a:latin typeface="Courier New" panose="02070309020205020404" pitchFamily="49" charset="0"/>
              </a:rPr>
              <a:t>rbp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.</a:t>
            </a:r>
            <a:r>
              <a:rPr lang="nl-NL" sz="1100" b="1" dirty="0" err="1">
                <a:latin typeface="Courier New" panose="02070309020205020404" pitchFamily="49" charset="0"/>
              </a:rPr>
              <a:t>cfi_def_cfa</a:t>
            </a:r>
            <a:r>
              <a:rPr lang="nl-NL" sz="1100" b="1" dirty="0">
                <a:latin typeface="Courier New" panose="02070309020205020404" pitchFamily="49" charset="0"/>
              </a:rPr>
              <a:t> 7, 8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ret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.</a:t>
            </a:r>
            <a:r>
              <a:rPr lang="nl-NL" sz="1100" b="1" dirty="0" err="1">
                <a:latin typeface="Courier New" panose="02070309020205020404" pitchFamily="49" charset="0"/>
              </a:rPr>
              <a:t>cfi_endproc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.LFE5: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.</a:t>
            </a:r>
            <a:r>
              <a:rPr lang="nl-NL" sz="1100" b="1" dirty="0" err="1">
                <a:latin typeface="Courier New" panose="02070309020205020404" pitchFamily="49" charset="0"/>
              </a:rPr>
              <a:t>size</a:t>
            </a:r>
            <a:r>
              <a:rPr lang="nl-NL" sz="1100" b="1" dirty="0">
                <a:latin typeface="Courier New" panose="02070309020205020404" pitchFamily="49" charset="0"/>
              </a:rPr>
              <a:t>   factorial, .-factorial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.</a:t>
            </a:r>
            <a:r>
              <a:rPr lang="nl-NL" sz="1100" b="1" dirty="0" err="1">
                <a:latin typeface="Courier New" panose="02070309020205020404" pitchFamily="49" charset="0"/>
              </a:rPr>
              <a:t>section</a:t>
            </a:r>
            <a:r>
              <a:rPr lang="nl-NL" sz="1100" b="1" dirty="0">
                <a:latin typeface="Courier New" panose="02070309020205020404" pitchFamily="49" charset="0"/>
              </a:rPr>
              <a:t>        .</a:t>
            </a:r>
            <a:r>
              <a:rPr lang="nl-NL" sz="1100" b="1" dirty="0" err="1">
                <a:latin typeface="Courier New" panose="02070309020205020404" pitchFamily="49" charset="0"/>
              </a:rPr>
              <a:t>rodata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.</a:t>
            </a:r>
            <a:r>
              <a:rPr lang="nl-NL" sz="1100" b="1" dirty="0" err="1">
                <a:latin typeface="Courier New" panose="02070309020205020404" pitchFamily="49" charset="0"/>
              </a:rPr>
              <a:t>align</a:t>
            </a:r>
            <a:r>
              <a:rPr lang="nl-NL" sz="1100" b="1" dirty="0">
                <a:latin typeface="Courier New" panose="02070309020205020404" pitchFamily="49" charset="0"/>
              </a:rPr>
              <a:t> 8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.LC0: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.string "Error! Factorial of a </a:t>
            </a:r>
            <a:r>
              <a:rPr lang="nl-NL" sz="1100" b="1" dirty="0" err="1">
                <a:latin typeface="Courier New" panose="02070309020205020404" pitchFamily="49" charset="0"/>
              </a:rPr>
              <a:t>negative</a:t>
            </a:r>
            <a:r>
              <a:rPr lang="nl-NL" sz="1100" b="1" dirty="0">
                <a:latin typeface="Courier New" panose="02070309020205020404" pitchFamily="49" charset="0"/>
              </a:rPr>
              <a:t> </a:t>
            </a:r>
            <a:r>
              <a:rPr lang="nl-NL" sz="1100" b="1" dirty="0" err="1">
                <a:latin typeface="Courier New" panose="02070309020205020404" pitchFamily="49" charset="0"/>
              </a:rPr>
              <a:t>number</a:t>
            </a:r>
            <a:r>
              <a:rPr lang="nl-NL" sz="1100" b="1" dirty="0">
                <a:latin typeface="Courier New" panose="02070309020205020404" pitchFamily="49" charset="0"/>
              </a:rPr>
              <a:t> </a:t>
            </a:r>
            <a:r>
              <a:rPr lang="nl-NL" sz="1100" b="1" dirty="0" err="1">
                <a:latin typeface="Courier New" panose="02070309020205020404" pitchFamily="49" charset="0"/>
              </a:rPr>
              <a:t>doesn't</a:t>
            </a:r>
            <a:r>
              <a:rPr lang="nl-NL" sz="1100" b="1" dirty="0">
                <a:latin typeface="Courier New" panose="02070309020205020404" pitchFamily="49" charset="0"/>
              </a:rPr>
              <a:t> </a:t>
            </a:r>
            <a:r>
              <a:rPr lang="nl-NL" sz="1100" b="1" dirty="0" err="1">
                <a:latin typeface="Courier New" panose="02070309020205020404" pitchFamily="49" charset="0"/>
              </a:rPr>
              <a:t>exist</a:t>
            </a:r>
            <a:r>
              <a:rPr lang="nl-NL" sz="1100" b="1" dirty="0">
                <a:latin typeface="Courier New" panose="02070309020205020404" pitchFamily="49" charset="0"/>
              </a:rPr>
              <a:t>."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.LC1: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.string "Factorial of %d = %</a:t>
            </a:r>
            <a:r>
              <a:rPr lang="nl-NL" sz="1100" b="1" dirty="0" err="1">
                <a:latin typeface="Courier New" panose="02070309020205020404" pitchFamily="49" charset="0"/>
              </a:rPr>
              <a:t>llu</a:t>
            </a:r>
            <a:r>
              <a:rPr lang="nl-NL" sz="1100" b="1" dirty="0">
                <a:latin typeface="Courier New" panose="02070309020205020404" pitchFamily="49" charset="0"/>
              </a:rPr>
              <a:t>"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.</a:t>
            </a:r>
            <a:r>
              <a:rPr lang="nl-NL" sz="1100" b="1" dirty="0" err="1">
                <a:latin typeface="Courier New" panose="02070309020205020404" pitchFamily="49" charset="0"/>
              </a:rPr>
              <a:t>text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.</a:t>
            </a:r>
            <a:r>
              <a:rPr lang="nl-NL" sz="1100" b="1" dirty="0" err="1">
                <a:latin typeface="Courier New" panose="02070309020205020404" pitchFamily="49" charset="0"/>
              </a:rPr>
              <a:t>globl</a:t>
            </a:r>
            <a:r>
              <a:rPr lang="nl-NL" sz="1100" b="1" dirty="0">
                <a:latin typeface="Courier New" panose="02070309020205020404" pitchFamily="49" charset="0"/>
              </a:rPr>
              <a:t>  </a:t>
            </a:r>
            <a:r>
              <a:rPr lang="nl-NL" sz="1100" b="1" dirty="0" err="1">
                <a:latin typeface="Courier New" panose="02070309020205020404" pitchFamily="49" charset="0"/>
              </a:rPr>
              <a:t>main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.type   </a:t>
            </a:r>
            <a:r>
              <a:rPr lang="nl-NL" sz="1100" b="1" dirty="0" err="1">
                <a:latin typeface="Courier New" panose="02070309020205020404" pitchFamily="49" charset="0"/>
              </a:rPr>
              <a:t>main</a:t>
            </a:r>
            <a:r>
              <a:rPr lang="nl-NL" sz="1100" b="1" dirty="0">
                <a:latin typeface="Courier New" panose="02070309020205020404" pitchFamily="49" charset="0"/>
              </a:rPr>
              <a:t>, @</a:t>
            </a:r>
            <a:r>
              <a:rPr lang="nl-NL" sz="1100" b="1" dirty="0" err="1">
                <a:latin typeface="Courier New" panose="02070309020205020404" pitchFamily="49" charset="0"/>
              </a:rPr>
              <a:t>function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 err="1">
                <a:latin typeface="Courier New" panose="02070309020205020404" pitchFamily="49" charset="0"/>
              </a:rPr>
              <a:t>main</a:t>
            </a:r>
            <a:r>
              <a:rPr lang="nl-NL" sz="1100" b="1" dirty="0">
                <a:latin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.LFB6: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.</a:t>
            </a:r>
            <a:r>
              <a:rPr lang="nl-NL" sz="1100" b="1" dirty="0" err="1">
                <a:latin typeface="Courier New" panose="02070309020205020404" pitchFamily="49" charset="0"/>
              </a:rPr>
              <a:t>cfi_startproc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pushq</a:t>
            </a:r>
            <a:r>
              <a:rPr lang="nl-NL" sz="1100" b="1" dirty="0">
                <a:latin typeface="Courier New" panose="02070309020205020404" pitchFamily="49" charset="0"/>
              </a:rPr>
              <a:t>   %</a:t>
            </a:r>
            <a:r>
              <a:rPr lang="nl-NL" sz="1100" b="1" dirty="0" err="1">
                <a:latin typeface="Courier New" panose="02070309020205020404" pitchFamily="49" charset="0"/>
              </a:rPr>
              <a:t>rbp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.</a:t>
            </a:r>
            <a:r>
              <a:rPr lang="nl-NL" sz="1100" b="1" dirty="0" err="1">
                <a:latin typeface="Courier New" panose="02070309020205020404" pitchFamily="49" charset="0"/>
              </a:rPr>
              <a:t>cfi_def_cfa_offset</a:t>
            </a:r>
            <a:r>
              <a:rPr lang="nl-NL" sz="1100" b="1" dirty="0">
                <a:latin typeface="Courier New" panose="02070309020205020404" pitchFamily="49" charset="0"/>
              </a:rPr>
              <a:t> 16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.</a:t>
            </a:r>
            <a:r>
              <a:rPr lang="nl-NL" sz="1100" b="1" dirty="0" err="1">
                <a:latin typeface="Courier New" panose="02070309020205020404" pitchFamily="49" charset="0"/>
              </a:rPr>
              <a:t>cfi_offset</a:t>
            </a:r>
            <a:r>
              <a:rPr lang="nl-NL" sz="1100" b="1" dirty="0">
                <a:latin typeface="Courier New" panose="02070309020205020404" pitchFamily="49" charset="0"/>
              </a:rPr>
              <a:t> 6, -16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movq</a:t>
            </a:r>
            <a:r>
              <a:rPr lang="nl-NL" sz="1100" b="1" dirty="0">
                <a:latin typeface="Courier New" panose="02070309020205020404" pitchFamily="49" charset="0"/>
              </a:rPr>
              <a:t>    %</a:t>
            </a:r>
            <a:r>
              <a:rPr lang="nl-NL" sz="1100" b="1" dirty="0" err="1">
                <a:latin typeface="Courier New" panose="02070309020205020404" pitchFamily="49" charset="0"/>
              </a:rPr>
              <a:t>rsp</a:t>
            </a:r>
            <a:r>
              <a:rPr lang="nl-NL" sz="1100" b="1" dirty="0">
                <a:latin typeface="Courier New" panose="02070309020205020404" pitchFamily="49" charset="0"/>
              </a:rPr>
              <a:t>, %</a:t>
            </a:r>
            <a:r>
              <a:rPr lang="nl-NL" sz="1100" b="1" dirty="0" err="1">
                <a:latin typeface="Courier New" panose="02070309020205020404" pitchFamily="49" charset="0"/>
              </a:rPr>
              <a:t>rbp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.</a:t>
            </a:r>
            <a:r>
              <a:rPr lang="nl-NL" sz="1100" b="1" dirty="0" err="1">
                <a:latin typeface="Courier New" panose="02070309020205020404" pitchFamily="49" charset="0"/>
              </a:rPr>
              <a:t>cfi_def_cfa_register</a:t>
            </a:r>
            <a:r>
              <a:rPr lang="nl-NL" sz="1100" b="1" dirty="0">
                <a:latin typeface="Courier New" panose="02070309020205020404" pitchFamily="49" charset="0"/>
              </a:rPr>
              <a:t> 6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subq</a:t>
            </a:r>
            <a:r>
              <a:rPr lang="nl-NL" sz="1100" b="1" dirty="0">
                <a:latin typeface="Courier New" panose="02070309020205020404" pitchFamily="49" charset="0"/>
              </a:rPr>
              <a:t>    $32, %</a:t>
            </a:r>
            <a:r>
              <a:rPr lang="nl-NL" sz="1100" b="1" dirty="0" err="1">
                <a:latin typeface="Courier New" panose="02070309020205020404" pitchFamily="49" charset="0"/>
              </a:rPr>
              <a:t>rsp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movl</a:t>
            </a:r>
            <a:r>
              <a:rPr lang="nl-NL" sz="1100" b="1" dirty="0">
                <a:latin typeface="Courier New" panose="02070309020205020404" pitchFamily="49" charset="0"/>
              </a:rPr>
              <a:t>    %</a:t>
            </a:r>
            <a:r>
              <a:rPr lang="nl-NL" sz="1100" b="1" dirty="0" err="1">
                <a:latin typeface="Courier New" panose="02070309020205020404" pitchFamily="49" charset="0"/>
              </a:rPr>
              <a:t>edi</a:t>
            </a:r>
            <a:r>
              <a:rPr lang="nl-NL" sz="1100" b="1" dirty="0">
                <a:latin typeface="Courier New" panose="02070309020205020404" pitchFamily="49" charset="0"/>
              </a:rPr>
              <a:t>, -20(%</a:t>
            </a:r>
            <a:r>
              <a:rPr lang="nl-NL" sz="1100" b="1" dirty="0" err="1">
                <a:latin typeface="Courier New" panose="02070309020205020404" pitchFamily="49" charset="0"/>
              </a:rPr>
              <a:t>rbp</a:t>
            </a:r>
            <a:r>
              <a:rPr lang="nl-NL" sz="1100" b="1" dirty="0"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movq</a:t>
            </a:r>
            <a:r>
              <a:rPr lang="nl-NL" sz="1100" b="1" dirty="0">
                <a:latin typeface="Courier New" panose="02070309020205020404" pitchFamily="49" charset="0"/>
              </a:rPr>
              <a:t>    %</a:t>
            </a:r>
            <a:r>
              <a:rPr lang="nl-NL" sz="1100" b="1" dirty="0" err="1">
                <a:latin typeface="Courier New" panose="02070309020205020404" pitchFamily="49" charset="0"/>
              </a:rPr>
              <a:t>rsi</a:t>
            </a:r>
            <a:r>
              <a:rPr lang="nl-NL" sz="1100" b="1" dirty="0">
                <a:latin typeface="Courier New" panose="02070309020205020404" pitchFamily="49" charset="0"/>
              </a:rPr>
              <a:t>, -32(%</a:t>
            </a:r>
            <a:r>
              <a:rPr lang="nl-NL" sz="1100" b="1" dirty="0" err="1">
                <a:latin typeface="Courier New" panose="02070309020205020404" pitchFamily="49" charset="0"/>
              </a:rPr>
              <a:t>rbp</a:t>
            </a:r>
            <a:r>
              <a:rPr lang="nl-NL" sz="1100" b="1" dirty="0"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movq</a:t>
            </a:r>
            <a:r>
              <a:rPr lang="nl-NL" sz="1100" b="1" dirty="0">
                <a:latin typeface="Courier New" panose="02070309020205020404" pitchFamily="49" charset="0"/>
              </a:rPr>
              <a:t>    -32(%</a:t>
            </a:r>
            <a:r>
              <a:rPr lang="nl-NL" sz="1100" b="1" dirty="0" err="1">
                <a:latin typeface="Courier New" panose="02070309020205020404" pitchFamily="49" charset="0"/>
              </a:rPr>
              <a:t>rbp</a:t>
            </a:r>
            <a:r>
              <a:rPr lang="nl-NL" sz="1100" b="1" dirty="0">
                <a:latin typeface="Courier New" panose="02070309020205020404" pitchFamily="49" charset="0"/>
              </a:rPr>
              <a:t>), %</a:t>
            </a:r>
            <a:r>
              <a:rPr lang="nl-NL" sz="1100" b="1" dirty="0" err="1">
                <a:latin typeface="Courier New" panose="02070309020205020404" pitchFamily="49" charset="0"/>
              </a:rPr>
              <a:t>rax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addq</a:t>
            </a:r>
            <a:r>
              <a:rPr lang="nl-NL" sz="1100" b="1" dirty="0">
                <a:latin typeface="Courier New" panose="02070309020205020404" pitchFamily="49" charset="0"/>
              </a:rPr>
              <a:t>    $8, %</a:t>
            </a:r>
            <a:r>
              <a:rPr lang="nl-NL" sz="1100" b="1" dirty="0" err="1">
                <a:latin typeface="Courier New" panose="02070309020205020404" pitchFamily="49" charset="0"/>
              </a:rPr>
              <a:t>rax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movq</a:t>
            </a:r>
            <a:r>
              <a:rPr lang="nl-NL" sz="1100" b="1" dirty="0">
                <a:latin typeface="Courier New" panose="02070309020205020404" pitchFamily="49" charset="0"/>
              </a:rPr>
              <a:t>    (%</a:t>
            </a:r>
            <a:r>
              <a:rPr lang="nl-NL" sz="1100" b="1" dirty="0" err="1">
                <a:latin typeface="Courier New" panose="02070309020205020404" pitchFamily="49" charset="0"/>
              </a:rPr>
              <a:t>rax</a:t>
            </a:r>
            <a:r>
              <a:rPr lang="nl-NL" sz="1100" b="1" dirty="0">
                <a:latin typeface="Courier New" panose="02070309020205020404" pitchFamily="49" charset="0"/>
              </a:rPr>
              <a:t>), %</a:t>
            </a:r>
            <a:r>
              <a:rPr lang="nl-NL" sz="1100" b="1" dirty="0" err="1">
                <a:latin typeface="Courier New" panose="02070309020205020404" pitchFamily="49" charset="0"/>
              </a:rPr>
              <a:t>rax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movq</a:t>
            </a:r>
            <a:r>
              <a:rPr lang="nl-NL" sz="1100" b="1" dirty="0">
                <a:latin typeface="Courier New" panose="02070309020205020404" pitchFamily="49" charset="0"/>
              </a:rPr>
              <a:t>    %</a:t>
            </a:r>
            <a:r>
              <a:rPr lang="nl-NL" sz="1100" b="1" dirty="0" err="1">
                <a:latin typeface="Courier New" panose="02070309020205020404" pitchFamily="49" charset="0"/>
              </a:rPr>
              <a:t>rax</a:t>
            </a:r>
            <a:r>
              <a:rPr lang="nl-NL" sz="1100" b="1" dirty="0">
                <a:latin typeface="Courier New" panose="02070309020205020404" pitchFamily="49" charset="0"/>
              </a:rPr>
              <a:t>, %</a:t>
            </a:r>
            <a:r>
              <a:rPr lang="nl-NL" sz="1100" b="1" dirty="0" err="1">
                <a:latin typeface="Courier New" panose="02070309020205020404" pitchFamily="49" charset="0"/>
              </a:rPr>
              <a:t>rdi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call    </a:t>
            </a:r>
            <a:r>
              <a:rPr lang="nl-NL" sz="1100" b="1" dirty="0" err="1">
                <a:latin typeface="Courier New" panose="02070309020205020404" pitchFamily="49" charset="0"/>
              </a:rPr>
              <a:t>atoi@PLT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movl</a:t>
            </a:r>
            <a:r>
              <a:rPr lang="nl-NL" sz="1100" b="1" dirty="0">
                <a:latin typeface="Courier New" panose="02070309020205020404" pitchFamily="49" charset="0"/>
              </a:rPr>
              <a:t>    %</a:t>
            </a:r>
            <a:r>
              <a:rPr lang="nl-NL" sz="1100" b="1" dirty="0" err="1">
                <a:latin typeface="Courier New" panose="02070309020205020404" pitchFamily="49" charset="0"/>
              </a:rPr>
              <a:t>eax</a:t>
            </a:r>
            <a:r>
              <a:rPr lang="nl-NL" sz="1100" b="1" dirty="0">
                <a:latin typeface="Courier New" panose="02070309020205020404" pitchFamily="49" charset="0"/>
              </a:rPr>
              <a:t>, -4(%</a:t>
            </a:r>
            <a:r>
              <a:rPr lang="nl-NL" sz="1100" b="1" dirty="0" err="1">
                <a:latin typeface="Courier New" panose="02070309020205020404" pitchFamily="49" charset="0"/>
              </a:rPr>
              <a:t>rbp</a:t>
            </a:r>
            <a:r>
              <a:rPr lang="nl-NL" sz="1100" b="1" dirty="0"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cmpl</a:t>
            </a:r>
            <a:r>
              <a:rPr lang="nl-NL" sz="1100" b="1" dirty="0">
                <a:latin typeface="Courier New" panose="02070309020205020404" pitchFamily="49" charset="0"/>
              </a:rPr>
              <a:t>    $0, -4(%</a:t>
            </a:r>
            <a:r>
              <a:rPr lang="nl-NL" sz="1100" b="1" dirty="0" err="1">
                <a:latin typeface="Courier New" panose="02070309020205020404" pitchFamily="49" charset="0"/>
              </a:rPr>
              <a:t>rbp</a:t>
            </a:r>
            <a:r>
              <a:rPr lang="nl-NL" sz="1100" b="1" dirty="0"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jns</a:t>
            </a:r>
            <a:r>
              <a:rPr lang="nl-NL" sz="1100" b="1" dirty="0">
                <a:latin typeface="Courier New" panose="02070309020205020404" pitchFamily="49" charset="0"/>
              </a:rPr>
              <a:t>     .L6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leaq</a:t>
            </a:r>
            <a:r>
              <a:rPr lang="nl-NL" sz="1100" b="1" dirty="0">
                <a:latin typeface="Courier New" panose="02070309020205020404" pitchFamily="49" charset="0"/>
              </a:rPr>
              <a:t>    .LC0(%rip), %</a:t>
            </a:r>
            <a:r>
              <a:rPr lang="nl-NL" sz="1100" b="1" dirty="0" err="1">
                <a:latin typeface="Courier New" panose="02070309020205020404" pitchFamily="49" charset="0"/>
              </a:rPr>
              <a:t>rdi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movl</a:t>
            </a:r>
            <a:r>
              <a:rPr lang="nl-NL" sz="1100" b="1" dirty="0">
                <a:latin typeface="Courier New" panose="02070309020205020404" pitchFamily="49" charset="0"/>
              </a:rPr>
              <a:t>    $0, %</a:t>
            </a:r>
            <a:r>
              <a:rPr lang="nl-NL" sz="1100" b="1" dirty="0" err="1">
                <a:latin typeface="Courier New" panose="02070309020205020404" pitchFamily="49" charset="0"/>
              </a:rPr>
              <a:t>eax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call    </a:t>
            </a:r>
            <a:r>
              <a:rPr lang="nl-NL" sz="1100" b="1" dirty="0" err="1">
                <a:latin typeface="Courier New" panose="02070309020205020404" pitchFamily="49" charset="0"/>
              </a:rPr>
              <a:t>printf@PLT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jmp</a:t>
            </a:r>
            <a:r>
              <a:rPr lang="nl-NL" sz="1100" b="1" dirty="0">
                <a:latin typeface="Courier New" panose="02070309020205020404" pitchFamily="49" charset="0"/>
              </a:rPr>
              <a:t>     .L7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.L6: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movl</a:t>
            </a:r>
            <a:r>
              <a:rPr lang="nl-NL" sz="1100" b="1" dirty="0">
                <a:latin typeface="Courier New" panose="02070309020205020404" pitchFamily="49" charset="0"/>
              </a:rPr>
              <a:t>    -4(%</a:t>
            </a:r>
            <a:r>
              <a:rPr lang="nl-NL" sz="1100" b="1" dirty="0" err="1">
                <a:latin typeface="Courier New" panose="02070309020205020404" pitchFamily="49" charset="0"/>
              </a:rPr>
              <a:t>rbp</a:t>
            </a:r>
            <a:r>
              <a:rPr lang="nl-NL" sz="1100" b="1" dirty="0">
                <a:latin typeface="Courier New" panose="02070309020205020404" pitchFamily="49" charset="0"/>
              </a:rPr>
              <a:t>), %</a:t>
            </a:r>
            <a:r>
              <a:rPr lang="nl-NL" sz="1100" b="1" dirty="0" err="1">
                <a:latin typeface="Courier New" panose="02070309020205020404" pitchFamily="49" charset="0"/>
              </a:rPr>
              <a:t>eax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movl</a:t>
            </a:r>
            <a:r>
              <a:rPr lang="nl-NL" sz="1100" b="1" dirty="0">
                <a:latin typeface="Courier New" panose="02070309020205020404" pitchFamily="49" charset="0"/>
              </a:rPr>
              <a:t>    %</a:t>
            </a:r>
            <a:r>
              <a:rPr lang="nl-NL" sz="1100" b="1" dirty="0" err="1">
                <a:latin typeface="Courier New" panose="02070309020205020404" pitchFamily="49" charset="0"/>
              </a:rPr>
              <a:t>eax</a:t>
            </a:r>
            <a:r>
              <a:rPr lang="nl-NL" sz="1100" b="1" dirty="0">
                <a:latin typeface="Courier New" panose="02070309020205020404" pitchFamily="49" charset="0"/>
              </a:rPr>
              <a:t>, %</a:t>
            </a:r>
            <a:r>
              <a:rPr lang="nl-NL" sz="1100" b="1" dirty="0" err="1">
                <a:latin typeface="Courier New" panose="02070309020205020404" pitchFamily="49" charset="0"/>
              </a:rPr>
              <a:t>edi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call    factorial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movq</a:t>
            </a:r>
            <a:r>
              <a:rPr lang="nl-NL" sz="1100" b="1" dirty="0">
                <a:latin typeface="Courier New" panose="02070309020205020404" pitchFamily="49" charset="0"/>
              </a:rPr>
              <a:t>    %</a:t>
            </a:r>
            <a:r>
              <a:rPr lang="nl-NL" sz="1100" b="1" dirty="0" err="1">
                <a:latin typeface="Courier New" panose="02070309020205020404" pitchFamily="49" charset="0"/>
              </a:rPr>
              <a:t>rax</a:t>
            </a:r>
            <a:r>
              <a:rPr lang="nl-NL" sz="1100" b="1" dirty="0">
                <a:latin typeface="Courier New" panose="02070309020205020404" pitchFamily="49" charset="0"/>
              </a:rPr>
              <a:t>, %</a:t>
            </a:r>
            <a:r>
              <a:rPr lang="nl-NL" sz="1100" b="1" dirty="0" err="1">
                <a:latin typeface="Courier New" panose="02070309020205020404" pitchFamily="49" charset="0"/>
              </a:rPr>
              <a:t>rdx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movl</a:t>
            </a:r>
            <a:r>
              <a:rPr lang="nl-NL" sz="1100" b="1" dirty="0">
                <a:latin typeface="Courier New" panose="02070309020205020404" pitchFamily="49" charset="0"/>
              </a:rPr>
              <a:t>    -4(%</a:t>
            </a:r>
            <a:r>
              <a:rPr lang="nl-NL" sz="1100" b="1" dirty="0" err="1">
                <a:latin typeface="Courier New" panose="02070309020205020404" pitchFamily="49" charset="0"/>
              </a:rPr>
              <a:t>rbp</a:t>
            </a:r>
            <a:r>
              <a:rPr lang="nl-NL" sz="1100" b="1" dirty="0">
                <a:latin typeface="Courier New" panose="02070309020205020404" pitchFamily="49" charset="0"/>
              </a:rPr>
              <a:t>), %</a:t>
            </a:r>
            <a:r>
              <a:rPr lang="nl-NL" sz="1100" b="1" dirty="0" err="1">
                <a:latin typeface="Courier New" panose="02070309020205020404" pitchFamily="49" charset="0"/>
              </a:rPr>
              <a:t>eax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movl</a:t>
            </a:r>
            <a:r>
              <a:rPr lang="nl-NL" sz="1100" b="1" dirty="0">
                <a:latin typeface="Courier New" panose="02070309020205020404" pitchFamily="49" charset="0"/>
              </a:rPr>
              <a:t>    %</a:t>
            </a:r>
            <a:r>
              <a:rPr lang="nl-NL" sz="1100" b="1" dirty="0" err="1">
                <a:latin typeface="Courier New" panose="02070309020205020404" pitchFamily="49" charset="0"/>
              </a:rPr>
              <a:t>eax</a:t>
            </a:r>
            <a:r>
              <a:rPr lang="nl-NL" sz="1100" b="1" dirty="0">
                <a:latin typeface="Courier New" panose="02070309020205020404" pitchFamily="49" charset="0"/>
              </a:rPr>
              <a:t>, %</a:t>
            </a:r>
            <a:r>
              <a:rPr lang="nl-NL" sz="1100" b="1" dirty="0" err="1">
                <a:latin typeface="Courier New" panose="02070309020205020404" pitchFamily="49" charset="0"/>
              </a:rPr>
              <a:t>esi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leaq</a:t>
            </a:r>
            <a:r>
              <a:rPr lang="nl-NL" sz="1100" b="1" dirty="0">
                <a:latin typeface="Courier New" panose="02070309020205020404" pitchFamily="49" charset="0"/>
              </a:rPr>
              <a:t>    .LC1(%rip), %</a:t>
            </a:r>
            <a:r>
              <a:rPr lang="nl-NL" sz="1100" b="1" dirty="0" err="1">
                <a:latin typeface="Courier New" panose="02070309020205020404" pitchFamily="49" charset="0"/>
              </a:rPr>
              <a:t>rdi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movl</a:t>
            </a:r>
            <a:r>
              <a:rPr lang="nl-NL" sz="1100" b="1" dirty="0">
                <a:latin typeface="Courier New" panose="02070309020205020404" pitchFamily="49" charset="0"/>
              </a:rPr>
              <a:t>    $0, %</a:t>
            </a:r>
            <a:r>
              <a:rPr lang="nl-NL" sz="1100" b="1" dirty="0" err="1">
                <a:latin typeface="Courier New" panose="02070309020205020404" pitchFamily="49" charset="0"/>
              </a:rPr>
              <a:t>eax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call    </a:t>
            </a:r>
            <a:r>
              <a:rPr lang="nl-NL" sz="1100" b="1" dirty="0" err="1">
                <a:latin typeface="Courier New" panose="02070309020205020404" pitchFamily="49" charset="0"/>
              </a:rPr>
              <a:t>printf@PLT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.L7: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movl</a:t>
            </a:r>
            <a:r>
              <a:rPr lang="nl-NL" sz="1100" b="1" dirty="0">
                <a:latin typeface="Courier New" panose="02070309020205020404" pitchFamily="49" charset="0"/>
              </a:rPr>
              <a:t>    $10, %</a:t>
            </a:r>
            <a:r>
              <a:rPr lang="nl-NL" sz="1100" b="1" dirty="0" err="1">
                <a:latin typeface="Courier New" panose="02070309020205020404" pitchFamily="49" charset="0"/>
              </a:rPr>
              <a:t>edi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call    </a:t>
            </a:r>
            <a:r>
              <a:rPr lang="nl-NL" sz="1100" b="1" dirty="0" err="1">
                <a:latin typeface="Courier New" panose="02070309020205020404" pitchFamily="49" charset="0"/>
              </a:rPr>
              <a:t>putchar@PLT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movl</a:t>
            </a:r>
            <a:r>
              <a:rPr lang="nl-NL" sz="1100" b="1" dirty="0">
                <a:latin typeface="Courier New" panose="02070309020205020404" pitchFamily="49" charset="0"/>
              </a:rPr>
              <a:t>    $0, %</a:t>
            </a:r>
            <a:r>
              <a:rPr lang="nl-NL" sz="1100" b="1" dirty="0" err="1">
                <a:latin typeface="Courier New" panose="02070309020205020404" pitchFamily="49" charset="0"/>
              </a:rPr>
              <a:t>eax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leave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.</a:t>
            </a:r>
            <a:r>
              <a:rPr lang="nl-NL" sz="1100" b="1" dirty="0" err="1">
                <a:latin typeface="Courier New" panose="02070309020205020404" pitchFamily="49" charset="0"/>
              </a:rPr>
              <a:t>cfi_def_cfa</a:t>
            </a:r>
            <a:r>
              <a:rPr lang="nl-NL" sz="1100" b="1" dirty="0">
                <a:latin typeface="Courier New" panose="02070309020205020404" pitchFamily="49" charset="0"/>
              </a:rPr>
              <a:t> 7, 8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</a:t>
            </a:r>
            <a:r>
              <a:rPr lang="nl-NL" sz="1100" b="1" dirty="0" err="1">
                <a:latin typeface="Courier New" panose="02070309020205020404" pitchFamily="49" charset="0"/>
              </a:rPr>
              <a:t>ret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.</a:t>
            </a:r>
            <a:r>
              <a:rPr lang="nl-NL" sz="1100" b="1" dirty="0" err="1">
                <a:latin typeface="Courier New" panose="02070309020205020404" pitchFamily="49" charset="0"/>
              </a:rPr>
              <a:t>cfi_endproc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.LFE6: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.</a:t>
            </a:r>
            <a:r>
              <a:rPr lang="nl-NL" sz="1100" b="1" dirty="0" err="1">
                <a:latin typeface="Courier New" panose="02070309020205020404" pitchFamily="49" charset="0"/>
              </a:rPr>
              <a:t>size</a:t>
            </a:r>
            <a:r>
              <a:rPr lang="nl-NL" sz="1100" b="1" dirty="0">
                <a:latin typeface="Courier New" panose="02070309020205020404" pitchFamily="49" charset="0"/>
              </a:rPr>
              <a:t>   </a:t>
            </a:r>
            <a:r>
              <a:rPr lang="nl-NL" sz="1100" b="1" dirty="0" err="1">
                <a:latin typeface="Courier New" panose="02070309020205020404" pitchFamily="49" charset="0"/>
              </a:rPr>
              <a:t>main</a:t>
            </a:r>
            <a:r>
              <a:rPr lang="nl-NL" sz="1100" b="1" dirty="0">
                <a:latin typeface="Courier New" panose="02070309020205020404" pitchFamily="49" charset="0"/>
              </a:rPr>
              <a:t>, .-</a:t>
            </a:r>
            <a:r>
              <a:rPr lang="nl-NL" sz="1100" b="1" dirty="0" err="1">
                <a:latin typeface="Courier New" panose="02070309020205020404" pitchFamily="49" charset="0"/>
              </a:rPr>
              <a:t>main</a:t>
            </a:r>
            <a:endParaRPr lang="nl-NL" sz="11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.</a:t>
            </a:r>
            <a:r>
              <a:rPr lang="nl-NL" sz="1100" b="1" dirty="0" err="1">
                <a:latin typeface="Courier New" panose="02070309020205020404" pitchFamily="49" charset="0"/>
              </a:rPr>
              <a:t>ident</a:t>
            </a:r>
            <a:r>
              <a:rPr lang="nl-NL" sz="1100" b="1" dirty="0">
                <a:latin typeface="Courier New" panose="02070309020205020404" pitchFamily="49" charset="0"/>
              </a:rPr>
              <a:t>  "GCC: (Ubuntu 7.4.0-1ubuntu1~18.04.1) 7.4.0"</a:t>
            </a:r>
          </a:p>
          <a:p>
            <a:pPr marL="0" indent="0">
              <a:buNone/>
            </a:pPr>
            <a:r>
              <a:rPr lang="nl-NL" sz="1100" b="1" dirty="0">
                <a:latin typeface="Courier New" panose="02070309020205020404" pitchFamily="49" charset="0"/>
              </a:rPr>
              <a:t>        .</a:t>
            </a:r>
            <a:r>
              <a:rPr lang="nl-NL" sz="1100" b="1" dirty="0" err="1">
                <a:latin typeface="Courier New" panose="02070309020205020404" pitchFamily="49" charset="0"/>
              </a:rPr>
              <a:t>section</a:t>
            </a:r>
            <a:r>
              <a:rPr lang="nl-NL" sz="1100" b="1" dirty="0">
                <a:latin typeface="Courier New" panose="02070309020205020404" pitchFamily="49" charset="0"/>
              </a:rPr>
              <a:t>        .note.GNU-stack,"",@</a:t>
            </a:r>
            <a:r>
              <a:rPr lang="nl-NL" sz="1100" b="1" dirty="0" err="1">
                <a:latin typeface="Courier New" panose="02070309020205020404" pitchFamily="49" charset="0"/>
              </a:rPr>
              <a:t>progbits</a:t>
            </a:r>
            <a:endParaRPr lang="mr-IN" sz="1100" b="1" dirty="0">
              <a:latin typeface="Courier New" panose="02070309020205020404" pitchFamily="49" charset="0"/>
            </a:endParaRPr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gcc</a:t>
            </a:r>
            <a:r>
              <a:rPr lang="nl-NL" dirty="0"/>
              <a:t> -S </a:t>
            </a:r>
            <a:r>
              <a:rPr lang="nl-NL" dirty="0" err="1"/>
              <a:t>main.i</a:t>
            </a:r>
            <a:r>
              <a:rPr lang="nl-NL" dirty="0"/>
              <a:t> -o </a:t>
            </a:r>
            <a:r>
              <a:rPr lang="nl-NL" dirty="0" err="1"/>
              <a:t>main.s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80574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6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179512" y="1279301"/>
            <a:ext cx="8964488" cy="5539160"/>
          </a:xfrm>
          <a:solidFill>
            <a:schemeClr val="bg1">
              <a:lumMod val="95000"/>
            </a:schemeClr>
          </a:solidFill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0000000000000000 &lt;factorial&gt;: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 0:	55                   push   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 1:	48 89 e5             </a:t>
            </a:r>
            <a:r>
              <a:rPr lang="nl-NL" sz="1000" b="1" dirty="0" err="1">
                <a:latin typeface="Courier New" panose="02070309020205020404" pitchFamily="49" charset="0"/>
              </a:rPr>
              <a:t>mov</a:t>
            </a:r>
            <a:r>
              <a:rPr lang="nl-NL" sz="1000" b="1" dirty="0">
                <a:latin typeface="Courier New" panose="02070309020205020404" pitchFamily="49" charset="0"/>
              </a:rPr>
              <a:t>    %</a:t>
            </a:r>
            <a:r>
              <a:rPr lang="nl-NL" sz="1000" b="1" dirty="0" err="1">
                <a:latin typeface="Courier New" panose="02070309020205020404" pitchFamily="49" charset="0"/>
              </a:rPr>
              <a:t>rsp</a:t>
            </a:r>
            <a:r>
              <a:rPr lang="nl-NL" sz="1000" b="1" dirty="0">
                <a:latin typeface="Courier New" panose="02070309020205020404" pitchFamily="49" charset="0"/>
              </a:rPr>
              <a:t>,%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 4:	89 7d </a:t>
            </a:r>
            <a:r>
              <a:rPr lang="nl-NL" sz="1000" b="1" dirty="0" err="1">
                <a:latin typeface="Courier New" panose="02070309020205020404" pitchFamily="49" charset="0"/>
              </a:rPr>
              <a:t>ec</a:t>
            </a:r>
            <a:r>
              <a:rPr lang="nl-NL" sz="1000" b="1" dirty="0">
                <a:latin typeface="Courier New" panose="02070309020205020404" pitchFamily="49" charset="0"/>
              </a:rPr>
              <a:t>             </a:t>
            </a:r>
            <a:r>
              <a:rPr lang="nl-NL" sz="1000" b="1" dirty="0" err="1">
                <a:latin typeface="Courier New" panose="02070309020205020404" pitchFamily="49" charset="0"/>
              </a:rPr>
              <a:t>mov</a:t>
            </a:r>
            <a:r>
              <a:rPr lang="nl-NL" sz="1000" b="1" dirty="0">
                <a:latin typeface="Courier New" panose="02070309020205020404" pitchFamily="49" charset="0"/>
              </a:rPr>
              <a:t>    %edi,-0x14(%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r>
              <a:rPr lang="nl-NL" sz="1000" b="1" dirty="0"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 7:	48 c7 45 f8 01 00 00 </a:t>
            </a:r>
            <a:r>
              <a:rPr lang="nl-NL" sz="1000" b="1" dirty="0" err="1">
                <a:latin typeface="Courier New" panose="02070309020205020404" pitchFamily="49" charset="0"/>
              </a:rPr>
              <a:t>movq</a:t>
            </a:r>
            <a:r>
              <a:rPr lang="nl-NL" sz="1000" b="1" dirty="0">
                <a:latin typeface="Courier New" panose="02070309020205020404" pitchFamily="49" charset="0"/>
              </a:rPr>
              <a:t>   $0x1,-0x8(%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r>
              <a:rPr lang="nl-NL" sz="1000" b="1" dirty="0"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 e:	00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 f:	c7 45 f4 01 00 00 00 </a:t>
            </a:r>
            <a:r>
              <a:rPr lang="nl-NL" sz="1000" b="1" dirty="0" err="1">
                <a:latin typeface="Courier New" panose="02070309020205020404" pitchFamily="49" charset="0"/>
              </a:rPr>
              <a:t>movl</a:t>
            </a:r>
            <a:r>
              <a:rPr lang="nl-NL" sz="1000" b="1" dirty="0">
                <a:latin typeface="Courier New" panose="02070309020205020404" pitchFamily="49" charset="0"/>
              </a:rPr>
              <a:t>   $0x1,-0xc(%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r>
              <a:rPr lang="nl-NL" sz="1000" b="1" dirty="0"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16:	eb 15                </a:t>
            </a:r>
            <a:r>
              <a:rPr lang="nl-NL" sz="1000" b="1" dirty="0" err="1">
                <a:latin typeface="Courier New" panose="02070309020205020404" pitchFamily="49" charset="0"/>
              </a:rPr>
              <a:t>jmp</a:t>
            </a:r>
            <a:r>
              <a:rPr lang="nl-NL" sz="1000" b="1" dirty="0">
                <a:latin typeface="Courier New" panose="02070309020205020404" pitchFamily="49" charset="0"/>
              </a:rPr>
              <a:t>   2d,factorial+0x2d&gt;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18:	8b 45 f4             </a:t>
            </a:r>
            <a:r>
              <a:rPr lang="nl-NL" sz="1000" b="1" dirty="0" err="1">
                <a:latin typeface="Courier New" panose="02070309020205020404" pitchFamily="49" charset="0"/>
              </a:rPr>
              <a:t>mov</a:t>
            </a:r>
            <a:r>
              <a:rPr lang="nl-NL" sz="1000" b="1" dirty="0">
                <a:latin typeface="Courier New" panose="02070309020205020404" pitchFamily="49" charset="0"/>
              </a:rPr>
              <a:t>    -0xc(%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r>
              <a:rPr lang="nl-NL" sz="1000" b="1" dirty="0">
                <a:latin typeface="Courier New" panose="02070309020205020404" pitchFamily="49" charset="0"/>
              </a:rPr>
              <a:t>),%</a:t>
            </a:r>
            <a:r>
              <a:rPr lang="nl-NL" sz="1000" b="1" dirty="0" err="1">
                <a:latin typeface="Courier New" panose="02070309020205020404" pitchFamily="49" charset="0"/>
              </a:rPr>
              <a:t>eax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1b:	48 98                </a:t>
            </a:r>
            <a:r>
              <a:rPr lang="nl-NL" sz="1000" b="1" dirty="0" err="1">
                <a:latin typeface="Courier New" panose="02070309020205020404" pitchFamily="49" charset="0"/>
              </a:rPr>
              <a:t>cltq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1d:	48 8b 55 f8          </a:t>
            </a:r>
            <a:r>
              <a:rPr lang="nl-NL" sz="1000" b="1" dirty="0" err="1">
                <a:latin typeface="Courier New" panose="02070309020205020404" pitchFamily="49" charset="0"/>
              </a:rPr>
              <a:t>mov</a:t>
            </a:r>
            <a:r>
              <a:rPr lang="nl-NL" sz="1000" b="1" dirty="0">
                <a:latin typeface="Courier New" panose="02070309020205020404" pitchFamily="49" charset="0"/>
              </a:rPr>
              <a:t>    -0x8(%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r>
              <a:rPr lang="nl-NL" sz="1000" b="1" dirty="0">
                <a:latin typeface="Courier New" panose="02070309020205020404" pitchFamily="49" charset="0"/>
              </a:rPr>
              <a:t>),%</a:t>
            </a:r>
            <a:r>
              <a:rPr lang="nl-NL" sz="1000" b="1" dirty="0" err="1">
                <a:latin typeface="Courier New" panose="02070309020205020404" pitchFamily="49" charset="0"/>
              </a:rPr>
              <a:t>rdx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21:	48 0f af c2          </a:t>
            </a:r>
            <a:r>
              <a:rPr lang="nl-NL" sz="1000" b="1" dirty="0" err="1">
                <a:latin typeface="Courier New" panose="02070309020205020404" pitchFamily="49" charset="0"/>
              </a:rPr>
              <a:t>imul</a:t>
            </a:r>
            <a:r>
              <a:rPr lang="nl-NL" sz="1000" b="1" dirty="0">
                <a:latin typeface="Courier New" panose="02070309020205020404" pitchFamily="49" charset="0"/>
              </a:rPr>
              <a:t>   %</a:t>
            </a:r>
            <a:r>
              <a:rPr lang="nl-NL" sz="1000" b="1" dirty="0" err="1">
                <a:latin typeface="Courier New" panose="02070309020205020404" pitchFamily="49" charset="0"/>
              </a:rPr>
              <a:t>rdx</a:t>
            </a:r>
            <a:r>
              <a:rPr lang="nl-NL" sz="1000" b="1" dirty="0">
                <a:latin typeface="Courier New" panose="02070309020205020404" pitchFamily="49" charset="0"/>
              </a:rPr>
              <a:t>,%</a:t>
            </a:r>
            <a:r>
              <a:rPr lang="nl-NL" sz="1000" b="1" dirty="0" err="1">
                <a:latin typeface="Courier New" panose="02070309020205020404" pitchFamily="49" charset="0"/>
              </a:rPr>
              <a:t>rax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25:	48 89 45 f8          </a:t>
            </a:r>
            <a:r>
              <a:rPr lang="nl-NL" sz="1000" b="1" dirty="0" err="1">
                <a:latin typeface="Courier New" panose="02070309020205020404" pitchFamily="49" charset="0"/>
              </a:rPr>
              <a:t>mov</a:t>
            </a:r>
            <a:r>
              <a:rPr lang="nl-NL" sz="1000" b="1" dirty="0">
                <a:latin typeface="Courier New" panose="02070309020205020404" pitchFamily="49" charset="0"/>
              </a:rPr>
              <a:t>    %rax,-0x8(%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r>
              <a:rPr lang="nl-NL" sz="1000" b="1" dirty="0"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29:	83 45 f4 01          </a:t>
            </a:r>
            <a:r>
              <a:rPr lang="nl-NL" sz="1000" b="1" dirty="0" err="1">
                <a:latin typeface="Courier New" panose="02070309020205020404" pitchFamily="49" charset="0"/>
              </a:rPr>
              <a:t>addl</a:t>
            </a:r>
            <a:r>
              <a:rPr lang="nl-NL" sz="1000" b="1" dirty="0">
                <a:latin typeface="Courier New" panose="02070309020205020404" pitchFamily="49" charset="0"/>
              </a:rPr>
              <a:t>   $0x1,-0xc(%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r>
              <a:rPr lang="nl-NL" sz="1000" b="1" dirty="0"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2d:	8b 45 f4             </a:t>
            </a:r>
            <a:r>
              <a:rPr lang="nl-NL" sz="1000" b="1" dirty="0" err="1">
                <a:latin typeface="Courier New" panose="02070309020205020404" pitchFamily="49" charset="0"/>
              </a:rPr>
              <a:t>mov</a:t>
            </a:r>
            <a:r>
              <a:rPr lang="nl-NL" sz="1000" b="1" dirty="0">
                <a:latin typeface="Courier New" panose="02070309020205020404" pitchFamily="49" charset="0"/>
              </a:rPr>
              <a:t>    -0xc(%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r>
              <a:rPr lang="nl-NL" sz="1000" b="1" dirty="0">
                <a:latin typeface="Courier New" panose="02070309020205020404" pitchFamily="49" charset="0"/>
              </a:rPr>
              <a:t>),%</a:t>
            </a:r>
            <a:r>
              <a:rPr lang="nl-NL" sz="1000" b="1" dirty="0" err="1">
                <a:latin typeface="Courier New" panose="02070309020205020404" pitchFamily="49" charset="0"/>
              </a:rPr>
              <a:t>eax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30:	3b 45 </a:t>
            </a:r>
            <a:r>
              <a:rPr lang="nl-NL" sz="1000" b="1" dirty="0" err="1">
                <a:latin typeface="Courier New" panose="02070309020205020404" pitchFamily="49" charset="0"/>
              </a:rPr>
              <a:t>ec</a:t>
            </a:r>
            <a:r>
              <a:rPr lang="nl-NL" sz="1000" b="1" dirty="0">
                <a:latin typeface="Courier New" panose="02070309020205020404" pitchFamily="49" charset="0"/>
              </a:rPr>
              <a:t>             </a:t>
            </a:r>
            <a:r>
              <a:rPr lang="nl-NL" sz="1000" b="1" dirty="0" err="1">
                <a:latin typeface="Courier New" panose="02070309020205020404" pitchFamily="49" charset="0"/>
              </a:rPr>
              <a:t>cmp</a:t>
            </a:r>
            <a:r>
              <a:rPr lang="nl-NL" sz="1000" b="1" dirty="0">
                <a:latin typeface="Courier New" panose="02070309020205020404" pitchFamily="49" charset="0"/>
              </a:rPr>
              <a:t>    -0x14(%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r>
              <a:rPr lang="nl-NL" sz="1000" b="1" dirty="0">
                <a:latin typeface="Courier New" panose="02070309020205020404" pitchFamily="49" charset="0"/>
              </a:rPr>
              <a:t>),%</a:t>
            </a:r>
            <a:r>
              <a:rPr lang="nl-NL" sz="1000" b="1" dirty="0" err="1">
                <a:latin typeface="Courier New" panose="02070309020205020404" pitchFamily="49" charset="0"/>
              </a:rPr>
              <a:t>eax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33:	7e e3                </a:t>
            </a:r>
            <a:r>
              <a:rPr lang="nl-NL" sz="1000" b="1" dirty="0" err="1">
                <a:latin typeface="Courier New" panose="02070309020205020404" pitchFamily="49" charset="0"/>
              </a:rPr>
              <a:t>jle</a:t>
            </a:r>
            <a:r>
              <a:rPr lang="nl-NL" sz="1000" b="1" dirty="0">
                <a:latin typeface="Courier New" panose="02070309020205020404" pitchFamily="49" charset="0"/>
              </a:rPr>
              <a:t>  18,&lt;factorial+0x18&gt;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35:	48 8b 45 f8          </a:t>
            </a:r>
            <a:r>
              <a:rPr lang="nl-NL" sz="1000" b="1" dirty="0" err="1">
                <a:latin typeface="Courier New" panose="02070309020205020404" pitchFamily="49" charset="0"/>
              </a:rPr>
              <a:t>mov</a:t>
            </a:r>
            <a:r>
              <a:rPr lang="nl-NL" sz="1000" b="1" dirty="0">
                <a:latin typeface="Courier New" panose="02070309020205020404" pitchFamily="49" charset="0"/>
              </a:rPr>
              <a:t>    -0x8(%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r>
              <a:rPr lang="nl-NL" sz="1000" b="1" dirty="0">
                <a:latin typeface="Courier New" panose="02070309020205020404" pitchFamily="49" charset="0"/>
              </a:rPr>
              <a:t>),%</a:t>
            </a:r>
            <a:r>
              <a:rPr lang="nl-NL" sz="1000" b="1" dirty="0" err="1">
                <a:latin typeface="Courier New" panose="02070309020205020404" pitchFamily="49" charset="0"/>
              </a:rPr>
              <a:t>rax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39:	5d                   pop    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3a:	c3                   </a:t>
            </a:r>
            <a:r>
              <a:rPr lang="nl-NL" sz="1000" b="1" dirty="0" err="1">
                <a:latin typeface="Courier New" panose="02070309020205020404" pitchFamily="49" charset="0"/>
              </a:rPr>
              <a:t>retq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000000000000003b &lt;</a:t>
            </a:r>
            <a:r>
              <a:rPr lang="nl-NL" sz="1000" b="1" dirty="0" err="1">
                <a:latin typeface="Courier New" panose="02070309020205020404" pitchFamily="49" charset="0"/>
              </a:rPr>
              <a:t>main</a:t>
            </a:r>
            <a:r>
              <a:rPr lang="nl-NL" sz="1000" b="1" dirty="0">
                <a:latin typeface="Courier New" panose="02070309020205020404" pitchFamily="49" charset="0"/>
              </a:rPr>
              <a:t>&gt;: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3b:	55                   push   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3c:	48 89 e5             </a:t>
            </a:r>
            <a:r>
              <a:rPr lang="nl-NL" sz="1000" b="1" dirty="0" err="1">
                <a:latin typeface="Courier New" panose="02070309020205020404" pitchFamily="49" charset="0"/>
              </a:rPr>
              <a:t>mov</a:t>
            </a:r>
            <a:r>
              <a:rPr lang="nl-NL" sz="1000" b="1" dirty="0">
                <a:latin typeface="Courier New" panose="02070309020205020404" pitchFamily="49" charset="0"/>
              </a:rPr>
              <a:t>    %</a:t>
            </a:r>
            <a:r>
              <a:rPr lang="nl-NL" sz="1000" b="1" dirty="0" err="1">
                <a:latin typeface="Courier New" panose="02070309020205020404" pitchFamily="49" charset="0"/>
              </a:rPr>
              <a:t>rsp</a:t>
            </a:r>
            <a:r>
              <a:rPr lang="nl-NL" sz="1000" b="1" dirty="0">
                <a:latin typeface="Courier New" panose="02070309020205020404" pitchFamily="49" charset="0"/>
              </a:rPr>
              <a:t>,%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3f:	48 83 </a:t>
            </a:r>
            <a:r>
              <a:rPr lang="nl-NL" sz="1000" b="1" dirty="0" err="1">
                <a:latin typeface="Courier New" panose="02070309020205020404" pitchFamily="49" charset="0"/>
              </a:rPr>
              <a:t>ec</a:t>
            </a:r>
            <a:r>
              <a:rPr lang="nl-NL" sz="1000" b="1" dirty="0">
                <a:latin typeface="Courier New" panose="02070309020205020404" pitchFamily="49" charset="0"/>
              </a:rPr>
              <a:t> 20          sub    $0x20,%rsp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43:	89 7d </a:t>
            </a:r>
            <a:r>
              <a:rPr lang="nl-NL" sz="1000" b="1" dirty="0" err="1">
                <a:latin typeface="Courier New" panose="02070309020205020404" pitchFamily="49" charset="0"/>
              </a:rPr>
              <a:t>ec</a:t>
            </a:r>
            <a:r>
              <a:rPr lang="nl-NL" sz="1000" b="1" dirty="0">
                <a:latin typeface="Courier New" panose="02070309020205020404" pitchFamily="49" charset="0"/>
              </a:rPr>
              <a:t>             </a:t>
            </a:r>
            <a:r>
              <a:rPr lang="nl-NL" sz="1000" b="1" dirty="0" err="1">
                <a:latin typeface="Courier New" panose="02070309020205020404" pitchFamily="49" charset="0"/>
              </a:rPr>
              <a:t>mov</a:t>
            </a:r>
            <a:r>
              <a:rPr lang="nl-NL" sz="1000" b="1" dirty="0">
                <a:latin typeface="Courier New" panose="02070309020205020404" pitchFamily="49" charset="0"/>
              </a:rPr>
              <a:t>    %edi,-0x14(%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r>
              <a:rPr lang="nl-NL" sz="1000" b="1" dirty="0"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46:	48 89 75 e0          </a:t>
            </a:r>
            <a:r>
              <a:rPr lang="nl-NL" sz="1000" b="1" dirty="0" err="1">
                <a:latin typeface="Courier New" panose="02070309020205020404" pitchFamily="49" charset="0"/>
              </a:rPr>
              <a:t>mov</a:t>
            </a:r>
            <a:r>
              <a:rPr lang="nl-NL" sz="1000" b="1" dirty="0">
                <a:latin typeface="Courier New" panose="02070309020205020404" pitchFamily="49" charset="0"/>
              </a:rPr>
              <a:t>    %rsi,-0x20(%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r>
              <a:rPr lang="nl-NL" sz="1000" b="1" dirty="0"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4a:	48 8b 45 e0          </a:t>
            </a:r>
            <a:r>
              <a:rPr lang="nl-NL" sz="1000" b="1" dirty="0" err="1">
                <a:latin typeface="Courier New" panose="02070309020205020404" pitchFamily="49" charset="0"/>
              </a:rPr>
              <a:t>mov</a:t>
            </a:r>
            <a:r>
              <a:rPr lang="nl-NL" sz="1000" b="1" dirty="0">
                <a:latin typeface="Courier New" panose="02070309020205020404" pitchFamily="49" charset="0"/>
              </a:rPr>
              <a:t>    -0x20(%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r>
              <a:rPr lang="nl-NL" sz="1000" b="1" dirty="0">
                <a:latin typeface="Courier New" panose="02070309020205020404" pitchFamily="49" charset="0"/>
              </a:rPr>
              <a:t>),%</a:t>
            </a:r>
            <a:r>
              <a:rPr lang="nl-NL" sz="1000" b="1" dirty="0" err="1">
                <a:latin typeface="Courier New" panose="02070309020205020404" pitchFamily="49" charset="0"/>
              </a:rPr>
              <a:t>rax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4e:	48 83 c0 08          </a:t>
            </a:r>
            <a:r>
              <a:rPr lang="nl-NL" sz="1000" b="1" dirty="0" err="1">
                <a:latin typeface="Courier New" panose="02070309020205020404" pitchFamily="49" charset="0"/>
              </a:rPr>
              <a:t>add</a:t>
            </a:r>
            <a:r>
              <a:rPr lang="nl-NL" sz="1000" b="1" dirty="0">
                <a:latin typeface="Courier New" panose="02070309020205020404" pitchFamily="49" charset="0"/>
              </a:rPr>
              <a:t>    $0x8,%rax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52:	48 8b 00             </a:t>
            </a:r>
            <a:r>
              <a:rPr lang="nl-NL" sz="1000" b="1" dirty="0" err="1">
                <a:latin typeface="Courier New" panose="02070309020205020404" pitchFamily="49" charset="0"/>
              </a:rPr>
              <a:t>mov</a:t>
            </a:r>
            <a:r>
              <a:rPr lang="nl-NL" sz="1000" b="1" dirty="0">
                <a:latin typeface="Courier New" panose="02070309020205020404" pitchFamily="49" charset="0"/>
              </a:rPr>
              <a:t>    (%</a:t>
            </a:r>
            <a:r>
              <a:rPr lang="nl-NL" sz="1000" b="1" dirty="0" err="1">
                <a:latin typeface="Courier New" panose="02070309020205020404" pitchFamily="49" charset="0"/>
              </a:rPr>
              <a:t>rax</a:t>
            </a:r>
            <a:r>
              <a:rPr lang="nl-NL" sz="1000" b="1" dirty="0">
                <a:latin typeface="Courier New" panose="02070309020205020404" pitchFamily="49" charset="0"/>
              </a:rPr>
              <a:t>),%</a:t>
            </a:r>
            <a:r>
              <a:rPr lang="nl-NL" sz="1000" b="1" dirty="0" err="1">
                <a:latin typeface="Courier New" panose="02070309020205020404" pitchFamily="49" charset="0"/>
              </a:rPr>
              <a:t>rax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55:	48 89 c7             </a:t>
            </a:r>
            <a:r>
              <a:rPr lang="nl-NL" sz="1000" b="1" dirty="0" err="1">
                <a:latin typeface="Courier New" panose="02070309020205020404" pitchFamily="49" charset="0"/>
              </a:rPr>
              <a:t>mov</a:t>
            </a:r>
            <a:r>
              <a:rPr lang="nl-NL" sz="1000" b="1" dirty="0">
                <a:latin typeface="Courier New" panose="02070309020205020404" pitchFamily="49" charset="0"/>
              </a:rPr>
              <a:t>    %</a:t>
            </a:r>
            <a:r>
              <a:rPr lang="nl-NL" sz="1000" b="1" dirty="0" err="1">
                <a:latin typeface="Courier New" panose="02070309020205020404" pitchFamily="49" charset="0"/>
              </a:rPr>
              <a:t>rax</a:t>
            </a:r>
            <a:r>
              <a:rPr lang="nl-NL" sz="1000" b="1" dirty="0">
                <a:latin typeface="Courier New" panose="02070309020205020404" pitchFamily="49" charset="0"/>
              </a:rPr>
              <a:t>,%</a:t>
            </a:r>
            <a:r>
              <a:rPr lang="nl-NL" sz="1000" b="1" dirty="0" err="1">
                <a:latin typeface="Courier New" panose="02070309020205020404" pitchFamily="49" charset="0"/>
              </a:rPr>
              <a:t>rdi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58:	e8 00 00 00 00       </a:t>
            </a:r>
            <a:r>
              <a:rPr lang="nl-NL" sz="1000" b="1" dirty="0" err="1">
                <a:latin typeface="Courier New" panose="02070309020205020404" pitchFamily="49" charset="0"/>
              </a:rPr>
              <a:t>callq</a:t>
            </a:r>
            <a:r>
              <a:rPr lang="nl-NL" sz="1000" b="1" dirty="0">
                <a:latin typeface="Courier New" panose="02070309020205020404" pitchFamily="49" charset="0"/>
              </a:rPr>
              <a:t>  5d &lt;main+0x22&gt;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5d:	89 45 </a:t>
            </a:r>
            <a:r>
              <a:rPr lang="nl-NL" sz="1000" b="1" dirty="0" err="1">
                <a:latin typeface="Courier New" panose="02070309020205020404" pitchFamily="49" charset="0"/>
              </a:rPr>
              <a:t>fc</a:t>
            </a:r>
            <a:r>
              <a:rPr lang="nl-NL" sz="1000" b="1" dirty="0">
                <a:latin typeface="Courier New" panose="02070309020205020404" pitchFamily="49" charset="0"/>
              </a:rPr>
              <a:t>             </a:t>
            </a:r>
            <a:r>
              <a:rPr lang="nl-NL" sz="1000" b="1" dirty="0" err="1">
                <a:latin typeface="Courier New" panose="02070309020205020404" pitchFamily="49" charset="0"/>
              </a:rPr>
              <a:t>mov</a:t>
            </a:r>
            <a:r>
              <a:rPr lang="nl-NL" sz="1000" b="1" dirty="0">
                <a:latin typeface="Courier New" panose="02070309020205020404" pitchFamily="49" charset="0"/>
              </a:rPr>
              <a:t>    %eax,-0x4(%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r>
              <a:rPr lang="nl-NL" sz="1000" b="1" dirty="0"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60:	83 7d </a:t>
            </a:r>
            <a:r>
              <a:rPr lang="nl-NL" sz="1000" b="1" dirty="0" err="1">
                <a:latin typeface="Courier New" panose="02070309020205020404" pitchFamily="49" charset="0"/>
              </a:rPr>
              <a:t>fc</a:t>
            </a:r>
            <a:r>
              <a:rPr lang="nl-NL" sz="1000" b="1" dirty="0">
                <a:latin typeface="Courier New" panose="02070309020205020404" pitchFamily="49" charset="0"/>
              </a:rPr>
              <a:t> 00          </a:t>
            </a:r>
            <a:r>
              <a:rPr lang="nl-NL" sz="1000" b="1" dirty="0" err="1">
                <a:latin typeface="Courier New" panose="02070309020205020404" pitchFamily="49" charset="0"/>
              </a:rPr>
              <a:t>cmpl</a:t>
            </a:r>
            <a:r>
              <a:rPr lang="nl-NL" sz="1000" b="1" dirty="0">
                <a:latin typeface="Courier New" panose="02070309020205020404" pitchFamily="49" charset="0"/>
              </a:rPr>
              <a:t>   $0x0,-0x4(%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r>
              <a:rPr lang="nl-NL" sz="1000" b="1" dirty="0"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64:	79 13                </a:t>
            </a:r>
            <a:r>
              <a:rPr lang="nl-NL" sz="1000" b="1" dirty="0" err="1">
                <a:latin typeface="Courier New" panose="02070309020205020404" pitchFamily="49" charset="0"/>
              </a:rPr>
              <a:t>jns</a:t>
            </a:r>
            <a:r>
              <a:rPr lang="nl-NL" sz="1000" b="1" dirty="0">
                <a:latin typeface="Courier New" panose="02070309020205020404" pitchFamily="49" charset="0"/>
              </a:rPr>
              <a:t>    79 &lt;main+0x3e&gt;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66:	48 8d 3d 00 00 00 00 </a:t>
            </a:r>
            <a:r>
              <a:rPr lang="nl-NL" sz="1000" b="1" dirty="0" err="1">
                <a:latin typeface="Courier New" panose="02070309020205020404" pitchFamily="49" charset="0"/>
              </a:rPr>
              <a:t>lea</a:t>
            </a:r>
            <a:r>
              <a:rPr lang="nl-NL" sz="1000" b="1" dirty="0">
                <a:latin typeface="Courier New" panose="02070309020205020404" pitchFamily="49" charset="0"/>
              </a:rPr>
              <a:t>    0x0(%rip),%</a:t>
            </a:r>
            <a:r>
              <a:rPr lang="nl-NL" sz="1000" b="1" dirty="0" err="1">
                <a:latin typeface="Courier New" panose="02070309020205020404" pitchFamily="49" charset="0"/>
              </a:rPr>
              <a:t>rdi</a:t>
            </a:r>
            <a:r>
              <a:rPr lang="nl-NL" sz="1000" b="1" dirty="0">
                <a:latin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		            # 6d &lt;main+0x32&gt;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6d:	b8 00 00 00 00       </a:t>
            </a:r>
            <a:r>
              <a:rPr lang="nl-NL" sz="1000" b="1" dirty="0" err="1">
                <a:latin typeface="Courier New" panose="02070309020205020404" pitchFamily="49" charset="0"/>
              </a:rPr>
              <a:t>mov</a:t>
            </a:r>
            <a:r>
              <a:rPr lang="nl-NL" sz="1000" b="1" dirty="0">
                <a:latin typeface="Courier New" panose="02070309020205020404" pitchFamily="49" charset="0"/>
              </a:rPr>
              <a:t>    $0x0,%eax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72:	e8 00 00 00 00       </a:t>
            </a:r>
            <a:r>
              <a:rPr lang="nl-NL" sz="1000" b="1" dirty="0" err="1">
                <a:latin typeface="Courier New" panose="02070309020205020404" pitchFamily="49" charset="0"/>
              </a:rPr>
              <a:t>callq</a:t>
            </a:r>
            <a:r>
              <a:rPr lang="nl-NL" sz="1000" b="1" dirty="0">
                <a:latin typeface="Courier New" panose="02070309020205020404" pitchFamily="49" charset="0"/>
              </a:rPr>
              <a:t>  77 &lt;main+0x3c&gt;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77:	eb 23                </a:t>
            </a:r>
            <a:r>
              <a:rPr lang="nl-NL" sz="1000" b="1" dirty="0" err="1">
                <a:latin typeface="Courier New" panose="02070309020205020404" pitchFamily="49" charset="0"/>
              </a:rPr>
              <a:t>jmp</a:t>
            </a:r>
            <a:r>
              <a:rPr lang="nl-NL" sz="1000" b="1" dirty="0">
                <a:latin typeface="Courier New" panose="02070309020205020404" pitchFamily="49" charset="0"/>
              </a:rPr>
              <a:t>    9c &lt;main+0x61&gt;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79:	8b 45 </a:t>
            </a:r>
            <a:r>
              <a:rPr lang="nl-NL" sz="1000" b="1" dirty="0" err="1">
                <a:latin typeface="Courier New" panose="02070309020205020404" pitchFamily="49" charset="0"/>
              </a:rPr>
              <a:t>fc</a:t>
            </a:r>
            <a:r>
              <a:rPr lang="nl-NL" sz="1000" b="1" dirty="0">
                <a:latin typeface="Courier New" panose="02070309020205020404" pitchFamily="49" charset="0"/>
              </a:rPr>
              <a:t>             </a:t>
            </a:r>
            <a:r>
              <a:rPr lang="nl-NL" sz="1000" b="1" dirty="0" err="1">
                <a:latin typeface="Courier New" panose="02070309020205020404" pitchFamily="49" charset="0"/>
              </a:rPr>
              <a:t>mov</a:t>
            </a:r>
            <a:r>
              <a:rPr lang="nl-NL" sz="1000" b="1" dirty="0">
                <a:latin typeface="Courier New" panose="02070309020205020404" pitchFamily="49" charset="0"/>
              </a:rPr>
              <a:t>    -0x4(%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r>
              <a:rPr lang="nl-NL" sz="1000" b="1" dirty="0">
                <a:latin typeface="Courier New" panose="02070309020205020404" pitchFamily="49" charset="0"/>
              </a:rPr>
              <a:t>),%</a:t>
            </a:r>
            <a:r>
              <a:rPr lang="nl-NL" sz="1000" b="1" dirty="0" err="1">
                <a:latin typeface="Courier New" panose="02070309020205020404" pitchFamily="49" charset="0"/>
              </a:rPr>
              <a:t>eax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7c:	89 c7                </a:t>
            </a:r>
            <a:r>
              <a:rPr lang="nl-NL" sz="1000" b="1" dirty="0" err="1">
                <a:latin typeface="Courier New" panose="02070309020205020404" pitchFamily="49" charset="0"/>
              </a:rPr>
              <a:t>mov</a:t>
            </a:r>
            <a:r>
              <a:rPr lang="nl-NL" sz="1000" b="1" dirty="0">
                <a:latin typeface="Courier New" panose="02070309020205020404" pitchFamily="49" charset="0"/>
              </a:rPr>
              <a:t>    %</a:t>
            </a:r>
            <a:r>
              <a:rPr lang="nl-NL" sz="1000" b="1" dirty="0" err="1">
                <a:latin typeface="Courier New" panose="02070309020205020404" pitchFamily="49" charset="0"/>
              </a:rPr>
              <a:t>eax</a:t>
            </a:r>
            <a:r>
              <a:rPr lang="nl-NL" sz="1000" b="1" dirty="0">
                <a:latin typeface="Courier New" panose="02070309020205020404" pitchFamily="49" charset="0"/>
              </a:rPr>
              <a:t>,%</a:t>
            </a:r>
            <a:r>
              <a:rPr lang="nl-NL" sz="1000" b="1" dirty="0" err="1">
                <a:latin typeface="Courier New" panose="02070309020205020404" pitchFamily="49" charset="0"/>
              </a:rPr>
              <a:t>edi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7e:	e8 00 00 00 00       </a:t>
            </a:r>
            <a:r>
              <a:rPr lang="nl-NL" sz="1000" b="1" dirty="0" err="1">
                <a:latin typeface="Courier New" panose="02070309020205020404" pitchFamily="49" charset="0"/>
              </a:rPr>
              <a:t>callq</a:t>
            </a:r>
            <a:r>
              <a:rPr lang="nl-NL" sz="1000" b="1" dirty="0">
                <a:latin typeface="Courier New" panose="02070309020205020404" pitchFamily="49" charset="0"/>
              </a:rPr>
              <a:t>  83 &lt;main+0x48&gt;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83:	48 89 c2             </a:t>
            </a:r>
            <a:r>
              <a:rPr lang="nl-NL" sz="1000" b="1" dirty="0" err="1">
                <a:latin typeface="Courier New" panose="02070309020205020404" pitchFamily="49" charset="0"/>
              </a:rPr>
              <a:t>mov</a:t>
            </a:r>
            <a:r>
              <a:rPr lang="nl-NL" sz="1000" b="1" dirty="0">
                <a:latin typeface="Courier New" panose="02070309020205020404" pitchFamily="49" charset="0"/>
              </a:rPr>
              <a:t>    %</a:t>
            </a:r>
            <a:r>
              <a:rPr lang="nl-NL" sz="1000" b="1" dirty="0" err="1">
                <a:latin typeface="Courier New" panose="02070309020205020404" pitchFamily="49" charset="0"/>
              </a:rPr>
              <a:t>rax</a:t>
            </a:r>
            <a:r>
              <a:rPr lang="nl-NL" sz="1000" b="1" dirty="0">
                <a:latin typeface="Courier New" panose="02070309020205020404" pitchFamily="49" charset="0"/>
              </a:rPr>
              <a:t>,%</a:t>
            </a:r>
            <a:r>
              <a:rPr lang="nl-NL" sz="1000" b="1" dirty="0" err="1">
                <a:latin typeface="Courier New" panose="02070309020205020404" pitchFamily="49" charset="0"/>
              </a:rPr>
              <a:t>rdx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86:	8b 45 </a:t>
            </a:r>
            <a:r>
              <a:rPr lang="nl-NL" sz="1000" b="1" dirty="0" err="1">
                <a:latin typeface="Courier New" panose="02070309020205020404" pitchFamily="49" charset="0"/>
              </a:rPr>
              <a:t>fc</a:t>
            </a:r>
            <a:r>
              <a:rPr lang="nl-NL" sz="1000" b="1" dirty="0">
                <a:latin typeface="Courier New" panose="02070309020205020404" pitchFamily="49" charset="0"/>
              </a:rPr>
              <a:t>             </a:t>
            </a:r>
            <a:r>
              <a:rPr lang="nl-NL" sz="1000" b="1" dirty="0" err="1">
                <a:latin typeface="Courier New" panose="02070309020205020404" pitchFamily="49" charset="0"/>
              </a:rPr>
              <a:t>mov</a:t>
            </a:r>
            <a:r>
              <a:rPr lang="nl-NL" sz="1000" b="1" dirty="0">
                <a:latin typeface="Courier New" panose="02070309020205020404" pitchFamily="49" charset="0"/>
              </a:rPr>
              <a:t>    -0x4(%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r>
              <a:rPr lang="nl-NL" sz="1000" b="1" dirty="0">
                <a:latin typeface="Courier New" panose="02070309020205020404" pitchFamily="49" charset="0"/>
              </a:rPr>
              <a:t>),%</a:t>
            </a:r>
            <a:r>
              <a:rPr lang="nl-NL" sz="1000" b="1" dirty="0" err="1">
                <a:latin typeface="Courier New" panose="02070309020205020404" pitchFamily="49" charset="0"/>
              </a:rPr>
              <a:t>eax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89:	89 c6                </a:t>
            </a:r>
            <a:r>
              <a:rPr lang="nl-NL" sz="1000" b="1" dirty="0" err="1">
                <a:latin typeface="Courier New" panose="02070309020205020404" pitchFamily="49" charset="0"/>
              </a:rPr>
              <a:t>mov</a:t>
            </a:r>
            <a:r>
              <a:rPr lang="nl-NL" sz="1000" b="1" dirty="0">
                <a:latin typeface="Courier New" panose="02070309020205020404" pitchFamily="49" charset="0"/>
              </a:rPr>
              <a:t>    %</a:t>
            </a:r>
            <a:r>
              <a:rPr lang="nl-NL" sz="1000" b="1" dirty="0" err="1">
                <a:latin typeface="Courier New" panose="02070309020205020404" pitchFamily="49" charset="0"/>
              </a:rPr>
              <a:t>eax</a:t>
            </a:r>
            <a:r>
              <a:rPr lang="nl-NL" sz="1000" b="1" dirty="0">
                <a:latin typeface="Courier New" panose="02070309020205020404" pitchFamily="49" charset="0"/>
              </a:rPr>
              <a:t>,%</a:t>
            </a:r>
            <a:r>
              <a:rPr lang="nl-NL" sz="1000" b="1" dirty="0" err="1">
                <a:latin typeface="Courier New" panose="02070309020205020404" pitchFamily="49" charset="0"/>
              </a:rPr>
              <a:t>esi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8b:	48 8d 3d 00 00 00 00 </a:t>
            </a:r>
            <a:r>
              <a:rPr lang="nl-NL" sz="1000" b="1" dirty="0" err="1">
                <a:latin typeface="Courier New" panose="02070309020205020404" pitchFamily="49" charset="0"/>
              </a:rPr>
              <a:t>lea</a:t>
            </a:r>
            <a:r>
              <a:rPr lang="nl-NL" sz="1000" b="1" dirty="0">
                <a:latin typeface="Courier New" panose="02070309020205020404" pitchFamily="49" charset="0"/>
              </a:rPr>
              <a:t>    0x0(%rip),%</a:t>
            </a:r>
            <a:r>
              <a:rPr lang="nl-NL" sz="1000" b="1" dirty="0" err="1">
                <a:latin typeface="Courier New" panose="02070309020205020404" pitchFamily="49" charset="0"/>
              </a:rPr>
              <a:t>rdi</a:t>
            </a:r>
            <a:r>
              <a:rPr lang="nl-NL" sz="1000" b="1" dirty="0">
                <a:latin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			# 92 &lt;main+0x57&gt;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92:	b8 00 00 00 00       </a:t>
            </a:r>
            <a:r>
              <a:rPr lang="nl-NL" sz="1000" b="1" dirty="0" err="1">
                <a:latin typeface="Courier New" panose="02070309020205020404" pitchFamily="49" charset="0"/>
              </a:rPr>
              <a:t>mov</a:t>
            </a:r>
            <a:r>
              <a:rPr lang="nl-NL" sz="1000" b="1" dirty="0">
                <a:latin typeface="Courier New" panose="02070309020205020404" pitchFamily="49" charset="0"/>
              </a:rPr>
              <a:t>    $0x0,%eax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97:	e8 00 00 00 00       </a:t>
            </a:r>
            <a:r>
              <a:rPr lang="nl-NL" sz="1000" b="1" dirty="0" err="1">
                <a:latin typeface="Courier New" panose="02070309020205020404" pitchFamily="49" charset="0"/>
              </a:rPr>
              <a:t>callq</a:t>
            </a:r>
            <a:r>
              <a:rPr lang="nl-NL" sz="1000" b="1" dirty="0">
                <a:latin typeface="Courier New" panose="02070309020205020404" pitchFamily="49" charset="0"/>
              </a:rPr>
              <a:t>  9c &lt;main+0x61&gt;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9c:	</a:t>
            </a:r>
            <a:r>
              <a:rPr lang="nl-NL" sz="1000" b="1" dirty="0" err="1">
                <a:latin typeface="Courier New" panose="02070309020205020404" pitchFamily="49" charset="0"/>
              </a:rPr>
              <a:t>bf</a:t>
            </a:r>
            <a:r>
              <a:rPr lang="nl-NL" sz="1000" b="1" dirty="0">
                <a:latin typeface="Courier New" panose="02070309020205020404" pitchFamily="49" charset="0"/>
              </a:rPr>
              <a:t> 0a 00 00 00       </a:t>
            </a:r>
            <a:r>
              <a:rPr lang="nl-NL" sz="1000" b="1" dirty="0" err="1">
                <a:latin typeface="Courier New" panose="02070309020205020404" pitchFamily="49" charset="0"/>
              </a:rPr>
              <a:t>mov</a:t>
            </a:r>
            <a:r>
              <a:rPr lang="nl-NL" sz="1000" b="1" dirty="0">
                <a:latin typeface="Courier New" panose="02070309020205020404" pitchFamily="49" charset="0"/>
              </a:rPr>
              <a:t>    $0xa,%edi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a1:	e8 00 00 00 00       </a:t>
            </a:r>
            <a:r>
              <a:rPr lang="nl-NL" sz="1000" b="1" dirty="0" err="1">
                <a:latin typeface="Courier New" panose="02070309020205020404" pitchFamily="49" charset="0"/>
              </a:rPr>
              <a:t>callq</a:t>
            </a:r>
            <a:r>
              <a:rPr lang="nl-NL" sz="1000" b="1" dirty="0">
                <a:latin typeface="Courier New" panose="02070309020205020404" pitchFamily="49" charset="0"/>
              </a:rPr>
              <a:t>  a6 &lt;main+0x6b&gt;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a6:	b8 00 00 00 00       </a:t>
            </a:r>
            <a:r>
              <a:rPr lang="nl-NL" sz="1000" b="1" dirty="0" err="1">
                <a:latin typeface="Courier New" panose="02070309020205020404" pitchFamily="49" charset="0"/>
              </a:rPr>
              <a:t>mov</a:t>
            </a:r>
            <a:r>
              <a:rPr lang="nl-NL" sz="1000" b="1" dirty="0">
                <a:latin typeface="Courier New" panose="02070309020205020404" pitchFamily="49" charset="0"/>
              </a:rPr>
              <a:t>    $0x0,%eax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</a:t>
            </a:r>
            <a:r>
              <a:rPr lang="nl-NL" sz="1000" b="1" dirty="0" err="1">
                <a:latin typeface="Courier New" panose="02070309020205020404" pitchFamily="49" charset="0"/>
              </a:rPr>
              <a:t>ab</a:t>
            </a:r>
            <a:r>
              <a:rPr lang="nl-NL" sz="1000" b="1" dirty="0">
                <a:latin typeface="Courier New" panose="02070309020205020404" pitchFamily="49" charset="0"/>
              </a:rPr>
              <a:t>:	c9                   </a:t>
            </a:r>
            <a:r>
              <a:rPr lang="nl-NL" sz="1000" b="1" dirty="0" err="1">
                <a:latin typeface="Courier New" panose="02070309020205020404" pitchFamily="49" charset="0"/>
              </a:rPr>
              <a:t>leaveq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</a:t>
            </a:r>
            <a:r>
              <a:rPr lang="nl-NL" sz="1000" b="1" dirty="0" err="1">
                <a:latin typeface="Courier New" panose="02070309020205020404" pitchFamily="49" charset="0"/>
              </a:rPr>
              <a:t>ac</a:t>
            </a:r>
            <a:r>
              <a:rPr lang="nl-NL" sz="1000" b="1" dirty="0">
                <a:latin typeface="Courier New" panose="02070309020205020404" pitchFamily="49" charset="0"/>
              </a:rPr>
              <a:t>:	c3                   </a:t>
            </a:r>
            <a:r>
              <a:rPr lang="nl-NL" sz="1000" b="1" dirty="0" err="1">
                <a:latin typeface="Courier New" panose="02070309020205020404" pitchFamily="49" charset="0"/>
              </a:rPr>
              <a:t>retq</a:t>
            </a:r>
            <a:endParaRPr lang="mr-IN" sz="1000" b="1" dirty="0">
              <a:latin typeface="Courier New" panose="02070309020205020404" pitchFamily="49" charset="0"/>
            </a:endParaRPr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as </a:t>
            </a:r>
            <a:r>
              <a:rPr lang="nl-NL" dirty="0" err="1"/>
              <a:t>main.s</a:t>
            </a:r>
            <a:r>
              <a:rPr lang="nl-NL" dirty="0"/>
              <a:t> -o </a:t>
            </a:r>
            <a:r>
              <a:rPr lang="nl-NL" dirty="0" err="1"/>
              <a:t>main.o</a:t>
            </a:r>
            <a:r>
              <a:rPr lang="nl-NL" dirty="0"/>
              <a:t>. (</a:t>
            </a:r>
            <a:r>
              <a:rPr lang="nl-NL" dirty="0" err="1"/>
              <a:t>objdump</a:t>
            </a:r>
            <a:r>
              <a:rPr lang="nl-NL" dirty="0"/>
              <a:t> –d </a:t>
            </a:r>
            <a:r>
              <a:rPr lang="nl-NL" dirty="0" err="1"/>
              <a:t>main.o</a:t>
            </a:r>
            <a:r>
              <a:rPr lang="nl-NL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25217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7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179512" y="1279301"/>
            <a:ext cx="8964488" cy="5539160"/>
          </a:xfrm>
          <a:solidFill>
            <a:schemeClr val="bg1">
              <a:lumMod val="95000"/>
            </a:schemeClr>
          </a:solidFill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0000000000000000 &lt;factorial&gt;: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 0:	55                   push   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 1:	48 89 e5             </a:t>
            </a:r>
            <a:r>
              <a:rPr lang="nl-NL" sz="1000" b="1" dirty="0" err="1">
                <a:latin typeface="Courier New" panose="02070309020205020404" pitchFamily="49" charset="0"/>
              </a:rPr>
              <a:t>mov</a:t>
            </a:r>
            <a:r>
              <a:rPr lang="nl-NL" sz="1000" b="1" dirty="0">
                <a:latin typeface="Courier New" panose="02070309020205020404" pitchFamily="49" charset="0"/>
              </a:rPr>
              <a:t>    %</a:t>
            </a:r>
            <a:r>
              <a:rPr lang="nl-NL" sz="1000" b="1" dirty="0" err="1">
                <a:latin typeface="Courier New" panose="02070309020205020404" pitchFamily="49" charset="0"/>
              </a:rPr>
              <a:t>rsp</a:t>
            </a:r>
            <a:r>
              <a:rPr lang="nl-NL" sz="1000" b="1" dirty="0">
                <a:latin typeface="Courier New" panose="02070309020205020404" pitchFamily="49" charset="0"/>
              </a:rPr>
              <a:t>,%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 4:	89 7d </a:t>
            </a:r>
            <a:r>
              <a:rPr lang="nl-NL" sz="1000" b="1" dirty="0" err="1">
                <a:latin typeface="Courier New" panose="02070309020205020404" pitchFamily="49" charset="0"/>
              </a:rPr>
              <a:t>ec</a:t>
            </a:r>
            <a:r>
              <a:rPr lang="nl-NL" sz="1000" b="1" dirty="0">
                <a:latin typeface="Courier New" panose="02070309020205020404" pitchFamily="49" charset="0"/>
              </a:rPr>
              <a:t>             </a:t>
            </a:r>
            <a:r>
              <a:rPr lang="nl-NL" sz="1000" b="1" dirty="0" err="1">
                <a:latin typeface="Courier New" panose="02070309020205020404" pitchFamily="49" charset="0"/>
              </a:rPr>
              <a:t>mov</a:t>
            </a:r>
            <a:r>
              <a:rPr lang="nl-NL" sz="1000" b="1" dirty="0">
                <a:latin typeface="Courier New" panose="02070309020205020404" pitchFamily="49" charset="0"/>
              </a:rPr>
              <a:t>    %edi,-0x14(%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r>
              <a:rPr lang="nl-NL" sz="1000" b="1" dirty="0"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 7:	48 c7 45 f8 01 00 00 </a:t>
            </a:r>
            <a:r>
              <a:rPr lang="nl-NL" sz="1000" b="1" dirty="0" err="1">
                <a:latin typeface="Courier New" panose="02070309020205020404" pitchFamily="49" charset="0"/>
              </a:rPr>
              <a:t>movq</a:t>
            </a:r>
            <a:r>
              <a:rPr lang="nl-NL" sz="1000" b="1" dirty="0">
                <a:latin typeface="Courier New" panose="02070309020205020404" pitchFamily="49" charset="0"/>
              </a:rPr>
              <a:t>   $0x1,-0x8(%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r>
              <a:rPr lang="nl-NL" sz="1000" b="1" dirty="0"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 e:	00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 f:	c7 45 f4 01 00 00 00 </a:t>
            </a:r>
            <a:r>
              <a:rPr lang="nl-NL" sz="1000" b="1" dirty="0" err="1">
                <a:latin typeface="Courier New" panose="02070309020205020404" pitchFamily="49" charset="0"/>
              </a:rPr>
              <a:t>movl</a:t>
            </a:r>
            <a:r>
              <a:rPr lang="nl-NL" sz="1000" b="1" dirty="0">
                <a:latin typeface="Courier New" panose="02070309020205020404" pitchFamily="49" charset="0"/>
              </a:rPr>
              <a:t>   $0x1,-0xc(%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r>
              <a:rPr lang="nl-NL" sz="1000" b="1" dirty="0"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16:	eb 15                </a:t>
            </a:r>
            <a:r>
              <a:rPr lang="nl-NL" sz="1000" b="1" dirty="0" err="1">
                <a:latin typeface="Courier New" panose="02070309020205020404" pitchFamily="49" charset="0"/>
              </a:rPr>
              <a:t>jmp</a:t>
            </a:r>
            <a:r>
              <a:rPr lang="nl-NL" sz="1000" b="1" dirty="0">
                <a:latin typeface="Courier New" panose="02070309020205020404" pitchFamily="49" charset="0"/>
              </a:rPr>
              <a:t>   2d,factorial+0x2d&gt;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18:	8b 45 f4             </a:t>
            </a:r>
            <a:r>
              <a:rPr lang="nl-NL" sz="1000" b="1" dirty="0" err="1">
                <a:latin typeface="Courier New" panose="02070309020205020404" pitchFamily="49" charset="0"/>
              </a:rPr>
              <a:t>mov</a:t>
            </a:r>
            <a:r>
              <a:rPr lang="nl-NL" sz="1000" b="1" dirty="0">
                <a:latin typeface="Courier New" panose="02070309020205020404" pitchFamily="49" charset="0"/>
              </a:rPr>
              <a:t>    -0xc(%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r>
              <a:rPr lang="nl-NL" sz="1000" b="1" dirty="0">
                <a:latin typeface="Courier New" panose="02070309020205020404" pitchFamily="49" charset="0"/>
              </a:rPr>
              <a:t>),%</a:t>
            </a:r>
            <a:r>
              <a:rPr lang="nl-NL" sz="1000" b="1" dirty="0" err="1">
                <a:latin typeface="Courier New" panose="02070309020205020404" pitchFamily="49" charset="0"/>
              </a:rPr>
              <a:t>eax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1b:	48 98                </a:t>
            </a:r>
            <a:r>
              <a:rPr lang="nl-NL" sz="1000" b="1" dirty="0" err="1">
                <a:latin typeface="Courier New" panose="02070309020205020404" pitchFamily="49" charset="0"/>
              </a:rPr>
              <a:t>cltq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1d:	48 8b 55 f8          </a:t>
            </a:r>
            <a:r>
              <a:rPr lang="nl-NL" sz="1000" b="1" dirty="0" err="1">
                <a:latin typeface="Courier New" panose="02070309020205020404" pitchFamily="49" charset="0"/>
              </a:rPr>
              <a:t>mov</a:t>
            </a:r>
            <a:r>
              <a:rPr lang="nl-NL" sz="1000" b="1" dirty="0">
                <a:latin typeface="Courier New" panose="02070309020205020404" pitchFamily="49" charset="0"/>
              </a:rPr>
              <a:t>    -0x8(%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r>
              <a:rPr lang="nl-NL" sz="1000" b="1" dirty="0">
                <a:latin typeface="Courier New" panose="02070309020205020404" pitchFamily="49" charset="0"/>
              </a:rPr>
              <a:t>),%</a:t>
            </a:r>
            <a:r>
              <a:rPr lang="nl-NL" sz="1000" b="1" dirty="0" err="1">
                <a:latin typeface="Courier New" panose="02070309020205020404" pitchFamily="49" charset="0"/>
              </a:rPr>
              <a:t>rdx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21:	48 0f af c2          </a:t>
            </a:r>
            <a:r>
              <a:rPr lang="nl-NL" sz="1000" b="1" dirty="0" err="1">
                <a:latin typeface="Courier New" panose="02070309020205020404" pitchFamily="49" charset="0"/>
              </a:rPr>
              <a:t>imul</a:t>
            </a:r>
            <a:r>
              <a:rPr lang="nl-NL" sz="1000" b="1" dirty="0">
                <a:latin typeface="Courier New" panose="02070309020205020404" pitchFamily="49" charset="0"/>
              </a:rPr>
              <a:t>   %</a:t>
            </a:r>
            <a:r>
              <a:rPr lang="nl-NL" sz="1000" b="1" dirty="0" err="1">
                <a:latin typeface="Courier New" panose="02070309020205020404" pitchFamily="49" charset="0"/>
              </a:rPr>
              <a:t>rdx</a:t>
            </a:r>
            <a:r>
              <a:rPr lang="nl-NL" sz="1000" b="1" dirty="0">
                <a:latin typeface="Courier New" panose="02070309020205020404" pitchFamily="49" charset="0"/>
              </a:rPr>
              <a:t>,%</a:t>
            </a:r>
            <a:r>
              <a:rPr lang="nl-NL" sz="1000" b="1" dirty="0" err="1">
                <a:latin typeface="Courier New" panose="02070309020205020404" pitchFamily="49" charset="0"/>
              </a:rPr>
              <a:t>rax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25:	48 89 45 f8          </a:t>
            </a:r>
            <a:r>
              <a:rPr lang="nl-NL" sz="1000" b="1" dirty="0" err="1">
                <a:latin typeface="Courier New" panose="02070309020205020404" pitchFamily="49" charset="0"/>
              </a:rPr>
              <a:t>mov</a:t>
            </a:r>
            <a:r>
              <a:rPr lang="nl-NL" sz="1000" b="1" dirty="0">
                <a:latin typeface="Courier New" panose="02070309020205020404" pitchFamily="49" charset="0"/>
              </a:rPr>
              <a:t>    %rax,-0x8(%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r>
              <a:rPr lang="nl-NL" sz="1000" b="1" dirty="0"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29:	83 45 f4 01          </a:t>
            </a:r>
            <a:r>
              <a:rPr lang="nl-NL" sz="1000" b="1" dirty="0" err="1">
                <a:latin typeface="Courier New" panose="02070309020205020404" pitchFamily="49" charset="0"/>
              </a:rPr>
              <a:t>addl</a:t>
            </a:r>
            <a:r>
              <a:rPr lang="nl-NL" sz="1000" b="1" dirty="0">
                <a:latin typeface="Courier New" panose="02070309020205020404" pitchFamily="49" charset="0"/>
              </a:rPr>
              <a:t>   $0x1,-0xc(%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r>
              <a:rPr lang="nl-NL" sz="1000" b="1" dirty="0"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2d:	8b 45 f4             </a:t>
            </a:r>
            <a:r>
              <a:rPr lang="nl-NL" sz="1000" b="1" dirty="0" err="1">
                <a:latin typeface="Courier New" panose="02070309020205020404" pitchFamily="49" charset="0"/>
              </a:rPr>
              <a:t>mov</a:t>
            </a:r>
            <a:r>
              <a:rPr lang="nl-NL" sz="1000" b="1" dirty="0">
                <a:latin typeface="Courier New" panose="02070309020205020404" pitchFamily="49" charset="0"/>
              </a:rPr>
              <a:t>    -0xc(%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r>
              <a:rPr lang="nl-NL" sz="1000" b="1" dirty="0">
                <a:latin typeface="Courier New" panose="02070309020205020404" pitchFamily="49" charset="0"/>
              </a:rPr>
              <a:t>),%</a:t>
            </a:r>
            <a:r>
              <a:rPr lang="nl-NL" sz="1000" b="1" dirty="0" err="1">
                <a:latin typeface="Courier New" panose="02070309020205020404" pitchFamily="49" charset="0"/>
              </a:rPr>
              <a:t>eax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30:	3b 45 </a:t>
            </a:r>
            <a:r>
              <a:rPr lang="nl-NL" sz="1000" b="1" dirty="0" err="1">
                <a:latin typeface="Courier New" panose="02070309020205020404" pitchFamily="49" charset="0"/>
              </a:rPr>
              <a:t>ec</a:t>
            </a:r>
            <a:r>
              <a:rPr lang="nl-NL" sz="1000" b="1" dirty="0">
                <a:latin typeface="Courier New" panose="02070309020205020404" pitchFamily="49" charset="0"/>
              </a:rPr>
              <a:t>             </a:t>
            </a:r>
            <a:r>
              <a:rPr lang="nl-NL" sz="1000" b="1" dirty="0" err="1">
                <a:latin typeface="Courier New" panose="02070309020205020404" pitchFamily="49" charset="0"/>
              </a:rPr>
              <a:t>cmp</a:t>
            </a:r>
            <a:r>
              <a:rPr lang="nl-NL" sz="1000" b="1" dirty="0">
                <a:latin typeface="Courier New" panose="02070309020205020404" pitchFamily="49" charset="0"/>
              </a:rPr>
              <a:t>    -0x14(%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r>
              <a:rPr lang="nl-NL" sz="1000" b="1" dirty="0">
                <a:latin typeface="Courier New" panose="02070309020205020404" pitchFamily="49" charset="0"/>
              </a:rPr>
              <a:t>),%</a:t>
            </a:r>
            <a:r>
              <a:rPr lang="nl-NL" sz="1000" b="1" dirty="0" err="1">
                <a:latin typeface="Courier New" panose="02070309020205020404" pitchFamily="49" charset="0"/>
              </a:rPr>
              <a:t>eax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33:	7e e3                </a:t>
            </a:r>
            <a:r>
              <a:rPr lang="nl-NL" sz="1000" b="1" dirty="0" err="1">
                <a:latin typeface="Courier New" panose="02070309020205020404" pitchFamily="49" charset="0"/>
              </a:rPr>
              <a:t>jle</a:t>
            </a:r>
            <a:r>
              <a:rPr lang="nl-NL" sz="1000" b="1" dirty="0">
                <a:latin typeface="Courier New" panose="02070309020205020404" pitchFamily="49" charset="0"/>
              </a:rPr>
              <a:t>  18,&lt;factorial+0x18&gt;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35:	48 8b 45 f8          </a:t>
            </a:r>
            <a:r>
              <a:rPr lang="nl-NL" sz="1000" b="1" dirty="0" err="1">
                <a:latin typeface="Courier New" panose="02070309020205020404" pitchFamily="49" charset="0"/>
              </a:rPr>
              <a:t>mov</a:t>
            </a:r>
            <a:r>
              <a:rPr lang="nl-NL" sz="1000" b="1" dirty="0">
                <a:latin typeface="Courier New" panose="02070309020205020404" pitchFamily="49" charset="0"/>
              </a:rPr>
              <a:t>    -0x8(%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r>
              <a:rPr lang="nl-NL" sz="1000" b="1" dirty="0">
                <a:latin typeface="Courier New" panose="02070309020205020404" pitchFamily="49" charset="0"/>
              </a:rPr>
              <a:t>),%</a:t>
            </a:r>
            <a:r>
              <a:rPr lang="nl-NL" sz="1000" b="1" dirty="0" err="1">
                <a:latin typeface="Courier New" panose="02070309020205020404" pitchFamily="49" charset="0"/>
              </a:rPr>
              <a:t>rax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39:	5d                   pop    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3a:	c3                   </a:t>
            </a:r>
            <a:r>
              <a:rPr lang="nl-NL" sz="1000" b="1" dirty="0" err="1">
                <a:latin typeface="Courier New" panose="02070309020205020404" pitchFamily="49" charset="0"/>
              </a:rPr>
              <a:t>retq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000000000000003b &lt;</a:t>
            </a:r>
            <a:r>
              <a:rPr lang="nl-NL" sz="1000" b="1" dirty="0" err="1">
                <a:latin typeface="Courier New" panose="02070309020205020404" pitchFamily="49" charset="0"/>
              </a:rPr>
              <a:t>main</a:t>
            </a:r>
            <a:r>
              <a:rPr lang="nl-NL" sz="1000" b="1" dirty="0">
                <a:latin typeface="Courier New" panose="02070309020205020404" pitchFamily="49" charset="0"/>
              </a:rPr>
              <a:t>&gt;: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3b:	55                   push   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3c:	48 89 e5             </a:t>
            </a:r>
            <a:r>
              <a:rPr lang="nl-NL" sz="1000" b="1" dirty="0" err="1">
                <a:latin typeface="Courier New" panose="02070309020205020404" pitchFamily="49" charset="0"/>
              </a:rPr>
              <a:t>mov</a:t>
            </a:r>
            <a:r>
              <a:rPr lang="nl-NL" sz="1000" b="1" dirty="0">
                <a:latin typeface="Courier New" panose="02070309020205020404" pitchFamily="49" charset="0"/>
              </a:rPr>
              <a:t>    %</a:t>
            </a:r>
            <a:r>
              <a:rPr lang="nl-NL" sz="1000" b="1" dirty="0" err="1">
                <a:latin typeface="Courier New" panose="02070309020205020404" pitchFamily="49" charset="0"/>
              </a:rPr>
              <a:t>rsp</a:t>
            </a:r>
            <a:r>
              <a:rPr lang="nl-NL" sz="1000" b="1" dirty="0">
                <a:latin typeface="Courier New" panose="02070309020205020404" pitchFamily="49" charset="0"/>
              </a:rPr>
              <a:t>,%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3f:	48 83 </a:t>
            </a:r>
            <a:r>
              <a:rPr lang="nl-NL" sz="1000" b="1" dirty="0" err="1">
                <a:latin typeface="Courier New" panose="02070309020205020404" pitchFamily="49" charset="0"/>
              </a:rPr>
              <a:t>ec</a:t>
            </a:r>
            <a:r>
              <a:rPr lang="nl-NL" sz="1000" b="1" dirty="0">
                <a:latin typeface="Courier New" panose="02070309020205020404" pitchFamily="49" charset="0"/>
              </a:rPr>
              <a:t> 20          sub    $0x20,%rsp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43:	89 7d </a:t>
            </a:r>
            <a:r>
              <a:rPr lang="nl-NL" sz="1000" b="1" dirty="0" err="1">
                <a:latin typeface="Courier New" panose="02070309020205020404" pitchFamily="49" charset="0"/>
              </a:rPr>
              <a:t>ec</a:t>
            </a:r>
            <a:r>
              <a:rPr lang="nl-NL" sz="1000" b="1" dirty="0">
                <a:latin typeface="Courier New" panose="02070309020205020404" pitchFamily="49" charset="0"/>
              </a:rPr>
              <a:t>             </a:t>
            </a:r>
            <a:r>
              <a:rPr lang="nl-NL" sz="1000" b="1" dirty="0" err="1">
                <a:latin typeface="Courier New" panose="02070309020205020404" pitchFamily="49" charset="0"/>
              </a:rPr>
              <a:t>mov</a:t>
            </a:r>
            <a:r>
              <a:rPr lang="nl-NL" sz="1000" b="1" dirty="0">
                <a:latin typeface="Courier New" panose="02070309020205020404" pitchFamily="49" charset="0"/>
              </a:rPr>
              <a:t>    %edi,-0x14(%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r>
              <a:rPr lang="nl-NL" sz="1000" b="1" dirty="0"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46:	48 89 75 e0          </a:t>
            </a:r>
            <a:r>
              <a:rPr lang="nl-NL" sz="1000" b="1" dirty="0" err="1">
                <a:latin typeface="Courier New" panose="02070309020205020404" pitchFamily="49" charset="0"/>
              </a:rPr>
              <a:t>mov</a:t>
            </a:r>
            <a:r>
              <a:rPr lang="nl-NL" sz="1000" b="1" dirty="0">
                <a:latin typeface="Courier New" panose="02070309020205020404" pitchFamily="49" charset="0"/>
              </a:rPr>
              <a:t>    %rsi,-0x20(%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r>
              <a:rPr lang="nl-NL" sz="1000" b="1" dirty="0"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4a:	48 8b 45 e0          </a:t>
            </a:r>
            <a:r>
              <a:rPr lang="nl-NL" sz="1000" b="1" dirty="0" err="1">
                <a:latin typeface="Courier New" panose="02070309020205020404" pitchFamily="49" charset="0"/>
              </a:rPr>
              <a:t>mov</a:t>
            </a:r>
            <a:r>
              <a:rPr lang="nl-NL" sz="1000" b="1" dirty="0">
                <a:latin typeface="Courier New" panose="02070309020205020404" pitchFamily="49" charset="0"/>
              </a:rPr>
              <a:t>    -0x20(%</a:t>
            </a:r>
            <a:r>
              <a:rPr lang="nl-NL" sz="1000" b="1" dirty="0" err="1">
                <a:latin typeface="Courier New" panose="02070309020205020404" pitchFamily="49" charset="0"/>
              </a:rPr>
              <a:t>rbp</a:t>
            </a:r>
            <a:r>
              <a:rPr lang="nl-NL" sz="1000" b="1" dirty="0">
                <a:latin typeface="Courier New" panose="02070309020205020404" pitchFamily="49" charset="0"/>
              </a:rPr>
              <a:t>),%</a:t>
            </a:r>
            <a:r>
              <a:rPr lang="nl-NL" sz="1000" b="1" dirty="0" err="1">
                <a:latin typeface="Courier New" panose="02070309020205020404" pitchFamily="49" charset="0"/>
              </a:rPr>
              <a:t>rax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4e:	48 83 c0 08          </a:t>
            </a:r>
            <a:r>
              <a:rPr lang="nl-NL" sz="1000" b="1" dirty="0" err="1">
                <a:latin typeface="Courier New" panose="02070309020205020404" pitchFamily="49" charset="0"/>
              </a:rPr>
              <a:t>add</a:t>
            </a:r>
            <a:r>
              <a:rPr lang="nl-NL" sz="1000" b="1" dirty="0">
                <a:latin typeface="Courier New" panose="02070309020205020404" pitchFamily="49" charset="0"/>
              </a:rPr>
              <a:t>    $0x8,%rax</a:t>
            </a:r>
          </a:p>
          <a:p>
            <a:pPr marL="0" indent="0">
              <a:buNone/>
            </a:pPr>
            <a:r>
              <a:rPr lang="nl-NL" sz="1000" b="1" dirty="0" err="1">
                <a:latin typeface="Courier New" panose="02070309020205020404" pitchFamily="49" charset="0"/>
              </a:rPr>
              <a:t>unsigned</a:t>
            </a:r>
            <a:r>
              <a:rPr lang="nl-NL" sz="1000" b="1" dirty="0">
                <a:latin typeface="Courier New" panose="02070309020205020404" pitchFamily="49" charset="0"/>
              </a:rPr>
              <a:t> long long factorial(int </a:t>
            </a:r>
            <a:r>
              <a:rPr lang="nl-NL" sz="1000" b="1" dirty="0" err="1">
                <a:latin typeface="Courier New" panose="02070309020205020404" pitchFamily="49" charset="0"/>
              </a:rPr>
              <a:t>which</a:t>
            </a:r>
            <a:r>
              <a:rPr lang="nl-NL" sz="1000" b="1" dirty="0"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{  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(setup)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int i;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</a:t>
            </a:r>
            <a:r>
              <a:rPr lang="nl-NL" sz="1000" b="1" dirty="0" err="1">
                <a:latin typeface="Courier New" panose="02070309020205020404" pitchFamily="49" charset="0"/>
              </a:rPr>
              <a:t>unsigned</a:t>
            </a:r>
            <a:r>
              <a:rPr lang="nl-NL" sz="1000" b="1" dirty="0">
                <a:latin typeface="Courier New" panose="02070309020205020404" pitchFamily="49" charset="0"/>
              </a:rPr>
              <a:t> long long </a:t>
            </a:r>
            <a:r>
              <a:rPr lang="nl-NL" sz="1000" b="1" dirty="0" err="1">
                <a:latin typeface="Courier New" panose="02070309020205020404" pitchFamily="49" charset="0"/>
              </a:rPr>
              <a:t>result</a:t>
            </a:r>
            <a:r>
              <a:rPr lang="nl-NL" sz="1000" b="1" dirty="0">
                <a:latin typeface="Courier New" panose="02070309020205020404" pitchFamily="49" charset="0"/>
              </a:rPr>
              <a:t> = 1;</a:t>
            </a:r>
          </a:p>
          <a:p>
            <a:pPr marL="0" indent="0">
              <a:buNone/>
            </a:pP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</a:t>
            </a:r>
            <a:r>
              <a:rPr lang="nl-NL" sz="1000" b="1" dirty="0" err="1">
                <a:latin typeface="Courier New" panose="02070309020205020404" pitchFamily="49" charset="0"/>
              </a:rPr>
              <a:t>for</a:t>
            </a:r>
            <a:r>
              <a:rPr lang="nl-NL" sz="1000" b="1" dirty="0">
                <a:latin typeface="Courier New" panose="02070309020205020404" pitchFamily="49" charset="0"/>
              </a:rPr>
              <a:t> (i = 1; i &lt;= </a:t>
            </a:r>
            <a:r>
              <a:rPr lang="nl-NL" sz="1000" b="1" dirty="0" err="1">
                <a:latin typeface="Courier New" panose="02070309020205020404" pitchFamily="49" charset="0"/>
              </a:rPr>
              <a:t>which</a:t>
            </a:r>
            <a:r>
              <a:rPr lang="nl-NL" sz="1000" b="1" dirty="0">
                <a:latin typeface="Courier New" panose="02070309020205020404" pitchFamily="49" charset="0"/>
              </a:rPr>
              <a:t>; ++i) {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</a:t>
            </a:r>
          </a:p>
          <a:p>
            <a:pPr marL="0" indent="0">
              <a:buNone/>
            </a:pP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  *= i;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 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  </a:t>
            </a:r>
            <a:r>
              <a:rPr lang="nl-NL" sz="1000" b="1" dirty="0" err="1">
                <a:latin typeface="Courier New" panose="02070309020205020404" pitchFamily="49" charset="0"/>
              </a:rPr>
              <a:t>result</a:t>
            </a:r>
            <a:r>
              <a:rPr lang="nl-NL" sz="1000" b="1" dirty="0">
                <a:latin typeface="Courier New" panose="02070309020205020404" pitchFamily="49" charset="0"/>
              </a:rPr>
              <a:t> =  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  ++  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  i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  i &lt;= </a:t>
            </a:r>
            <a:r>
              <a:rPr lang="nl-NL" sz="1000" b="1" dirty="0" err="1">
                <a:latin typeface="Courier New" panose="02070309020205020404" pitchFamily="49" charset="0"/>
              </a:rPr>
              <a:t>which</a:t>
            </a: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  &lt;=</a:t>
            </a: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  return </a:t>
            </a:r>
            <a:r>
              <a:rPr lang="nl-NL" sz="1000" b="1" dirty="0" err="1">
                <a:latin typeface="Courier New" panose="02070309020205020404" pitchFamily="49" charset="0"/>
              </a:rPr>
              <a:t>result</a:t>
            </a:r>
            <a:r>
              <a:rPr lang="nl-NL" sz="1000" b="1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nl-NL" sz="10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000" b="1" dirty="0">
                <a:latin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nl-NL" sz="1000" b="1" dirty="0">
              <a:latin typeface="Courier New" panose="02070309020205020404" pitchFamily="49" charset="0"/>
            </a:endParaRPr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as </a:t>
            </a:r>
            <a:r>
              <a:rPr lang="nl-NL" dirty="0" err="1"/>
              <a:t>main.s</a:t>
            </a:r>
            <a:r>
              <a:rPr lang="nl-NL" dirty="0"/>
              <a:t> -o </a:t>
            </a:r>
            <a:r>
              <a:rPr lang="nl-NL" dirty="0" err="1"/>
              <a:t>main.o</a:t>
            </a:r>
            <a:r>
              <a:rPr lang="nl-NL" dirty="0"/>
              <a:t>. (</a:t>
            </a:r>
            <a:r>
              <a:rPr lang="nl-NL" dirty="0" err="1"/>
              <a:t>objdump</a:t>
            </a:r>
            <a:r>
              <a:rPr lang="nl-NL" dirty="0"/>
              <a:t> –d </a:t>
            </a:r>
            <a:r>
              <a:rPr lang="nl-NL" dirty="0" err="1"/>
              <a:t>main.o</a:t>
            </a:r>
            <a:r>
              <a:rPr lang="nl-NL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72983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80295ABC-FC61-4948-9F34-72CEF8BF1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72" y="1279301"/>
            <a:ext cx="8229600" cy="421507"/>
          </a:xfrm>
          <a:solidFill>
            <a:schemeClr val="bg1">
              <a:lumMod val="95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l-N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ld /</a:t>
            </a:r>
            <a:r>
              <a:rPr lang="nl-N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nl-N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nl-N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</a:t>
            </a:r>
            <a:r>
              <a:rPr lang="nl-N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/x86_64-linux-gnu/</a:t>
            </a:r>
            <a:r>
              <a:rPr lang="nl-N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crti.o</a:t>
            </a:r>
            <a:r>
              <a:rPr lang="nl-N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</a:t>
            </a:r>
            <a:r>
              <a:rPr lang="nl-N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nl-N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nl-N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</a:t>
            </a:r>
            <a:r>
              <a:rPr lang="nl-N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/x86_64-linux-gnu/</a:t>
            </a:r>
            <a:r>
              <a:rPr lang="nl-N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crtn.o</a:t>
            </a:r>
            <a:r>
              <a:rPr lang="nl-N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</a:t>
            </a:r>
            <a:r>
              <a:rPr lang="nl-N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nl-N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nl-N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</a:t>
            </a:r>
            <a:r>
              <a:rPr lang="nl-N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/x86_64-linux-gnu/crt1.o -</a:t>
            </a:r>
            <a:r>
              <a:rPr lang="nl-N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lc</a:t>
            </a:r>
            <a:r>
              <a:rPr lang="nl-N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main.o</a:t>
            </a:r>
            <a:r>
              <a:rPr lang="nl-N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nl-N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dynamic</a:t>
            </a:r>
            <a:r>
              <a:rPr lang="nl-N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-linker /lib64/ld-linux-x86-64.so.2 -o </a:t>
            </a:r>
            <a:r>
              <a:rPr lang="nl-N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endParaRPr lang="nl-NL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3033588-70B5-3C46-B7BB-753E85028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8BA62F7-F867-1F43-B22A-8E13C63EA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Link step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A501B199-8E40-7843-B525-FFD14B47C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8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71703939"/>
      </p:ext>
    </p:extLst>
  </p:cSld>
  <p:clrMapOvr>
    <a:masterClrMapping/>
  </p:clrMapOvr>
</p:sld>
</file>

<file path=ppt/theme/theme1.xml><?xml version="1.0" encoding="utf-8"?>
<a:theme xmlns:a="http://schemas.openxmlformats.org/drawingml/2006/main" name="hsleiden_nl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AB2A5A18D8404DBA73EF508DB4A06C" ma:contentTypeVersion="10" ma:contentTypeDescription="Een nieuw document maken." ma:contentTypeScope="" ma:versionID="373d39ad46615713677e9c3b89cd816b">
  <xsd:schema xmlns:xsd="http://www.w3.org/2001/XMLSchema" xmlns:xs="http://www.w3.org/2001/XMLSchema" xmlns:p="http://schemas.microsoft.com/office/2006/metadata/properties" xmlns:ns2="29d2fd08-a643-4874-a881-64648cdec31e" xmlns:ns3="65ea3e1d-5866-4f28-856d-8de3ded6bbfa" targetNamespace="http://schemas.microsoft.com/office/2006/metadata/properties" ma:root="true" ma:fieldsID="d9c0c6368d671c97b5cbddb522b225cb" ns2:_="" ns3:_="">
    <xsd:import namespace="29d2fd08-a643-4874-a881-64648cdec31e"/>
    <xsd:import namespace="65ea3e1d-5866-4f28-856d-8de3ded6bb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d2fd08-a643-4874-a881-64648cdec3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ea3e1d-5866-4f28-856d-8de3ded6bbfa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66C5229-E9D1-4130-88D1-A56E1A8E4AB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D13C4F2-F996-433C-AB08-F8D13920C4CD}"/>
</file>

<file path=customXml/itemProps3.xml><?xml version="1.0" encoding="utf-8"?>
<ds:datastoreItem xmlns:ds="http://schemas.openxmlformats.org/officeDocument/2006/customXml" ds:itemID="{392EA4C7-6441-4FA0-BAC0-E348D3064993}">
  <ds:schemaRefs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f52a8cb6-32e1-4109-bdde-d03590b9ac52"/>
    <ds:schemaRef ds:uri="http://schemas.openxmlformats.org/package/2006/metadata/core-properties"/>
    <ds:schemaRef ds:uri="3f324c65-194c-423d-8180-759e3972f2c1"/>
    <ds:schemaRef ds:uri="http://purl.org/dc/terms/"/>
    <ds:schemaRef ds:uri="http://purl.org/dc/dcmitype/"/>
    <ds:schemaRef ds:uri="http://purl.org/dc/elements/1.1/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hsleiden_nl.potx</Template>
  <TotalTime>3819</TotalTime>
  <Words>2584</Words>
  <Application>Microsoft Macintosh PowerPoint</Application>
  <PresentationFormat>Diavoorstelling (4:3)</PresentationFormat>
  <Paragraphs>310</Paragraphs>
  <Slides>8</Slides>
  <Notes>5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3" baseType="lpstr">
      <vt:lpstr>Arial</vt:lpstr>
      <vt:lpstr>Calibri</vt:lpstr>
      <vt:lpstr>Courier New</vt:lpstr>
      <vt:lpstr>Verdana</vt:lpstr>
      <vt:lpstr>hsleiden_nl</vt:lpstr>
      <vt:lpstr>ICPT – Concepten in Programmeertalen</vt:lpstr>
      <vt:lpstr>PowerPoint-presentatie</vt:lpstr>
      <vt:lpstr>C-code</vt:lpstr>
      <vt:lpstr>gcc -E main.c -o main.i</vt:lpstr>
      <vt:lpstr>gcc -S main.i -o main.s</vt:lpstr>
      <vt:lpstr>as main.s -o main.o. (objdump –d main.o)</vt:lpstr>
      <vt:lpstr>as main.s -o main.o. (objdump –d main.o)</vt:lpstr>
      <vt:lpstr>Link step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Lars Wildenberg</dc:creator>
  <cp:lastModifiedBy>Arts, Ron</cp:lastModifiedBy>
  <cp:revision>45</cp:revision>
  <dcterms:created xsi:type="dcterms:W3CDTF">2013-11-07T10:07:57Z</dcterms:created>
  <dcterms:modified xsi:type="dcterms:W3CDTF">2020-11-25T13:31:56Z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0x010100E8AB2A5A18D8404DBA73EF508DB4A06C</vt:lpwstr>
  </property>
  <property fmtid="{D5CDD505-2E9C-101B-9397-08002B2CF9AE}" pid="3" name="EducationCourse">
    <vt:lpwstr/>
  </property>
  <property fmtid="{D5CDD505-2E9C-101B-9397-08002B2CF9AE}" pid="4" name="EducationYear">
    <vt:lpwstr/>
  </property>
  <property fmtid="{D5CDD505-2E9C-101B-9397-08002B2CF9AE}" pid="5" name="Order">
    <vt:r8>1500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