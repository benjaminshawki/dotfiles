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4"/>
  </p:sldMasterIdLst>
  <p:notesMasterIdLst>
    <p:notesMasterId r:id="rId32"/>
  </p:notesMasterIdLst>
  <p:sldIdLst>
    <p:sldId id="256" r:id="rId5"/>
    <p:sldId id="403" r:id="rId6"/>
    <p:sldId id="404" r:id="rId7"/>
    <p:sldId id="405" r:id="rId8"/>
    <p:sldId id="420" r:id="rId9"/>
    <p:sldId id="421" r:id="rId10"/>
    <p:sldId id="402" r:id="rId11"/>
    <p:sldId id="407" r:id="rId12"/>
    <p:sldId id="408" r:id="rId13"/>
    <p:sldId id="397" r:id="rId14"/>
    <p:sldId id="398" r:id="rId15"/>
    <p:sldId id="401" r:id="rId16"/>
    <p:sldId id="410" r:id="rId17"/>
    <p:sldId id="422" r:id="rId18"/>
    <p:sldId id="423" r:id="rId19"/>
    <p:sldId id="425" r:id="rId20"/>
    <p:sldId id="424" r:id="rId21"/>
    <p:sldId id="426" r:id="rId22"/>
    <p:sldId id="411" r:id="rId23"/>
    <p:sldId id="412" r:id="rId24"/>
    <p:sldId id="414" r:id="rId25"/>
    <p:sldId id="417" r:id="rId26"/>
    <p:sldId id="415" r:id="rId27"/>
    <p:sldId id="418" r:id="rId28"/>
    <p:sldId id="419" r:id="rId29"/>
    <p:sldId id="429" r:id="rId30"/>
    <p:sldId id="428" r:id="rId3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14C"/>
    <a:srgbClr val="20BD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s, Ron" userId="S::arts.r@hsleiden.nl::24548d85-388a-4276-9d61-77686c5c648d" providerId="AD" clId="Web-{5FD8A1C1-A31E-22B2-27D5-6D03B2A75DED}"/>
    <pc:docChg chg="modSld">
      <pc:chgData name="Arts, Ron" userId="S::arts.r@hsleiden.nl::24548d85-388a-4276-9d61-77686c5c648d" providerId="AD" clId="Web-{5FD8A1C1-A31E-22B2-27D5-6D03B2A75DED}" dt="2020-01-15T21:30:49.244" v="27" actId="20577"/>
      <pc:docMkLst>
        <pc:docMk/>
      </pc:docMkLst>
      <pc:sldChg chg="modSp">
        <pc:chgData name="Arts, Ron" userId="S::arts.r@hsleiden.nl::24548d85-388a-4276-9d61-77686c5c648d" providerId="AD" clId="Web-{5FD8A1C1-A31E-22B2-27D5-6D03B2A75DED}" dt="2020-01-15T21:29:50.587" v="12" actId="20577"/>
        <pc:sldMkLst>
          <pc:docMk/>
          <pc:sldMk cId="2546452684" sldId="405"/>
        </pc:sldMkLst>
        <pc:spChg chg="mod">
          <ac:chgData name="Arts, Ron" userId="S::arts.r@hsleiden.nl::24548d85-388a-4276-9d61-77686c5c648d" providerId="AD" clId="Web-{5FD8A1C1-A31E-22B2-27D5-6D03B2A75DED}" dt="2020-01-15T21:29:50.587" v="12" actId="20577"/>
          <ac:spMkLst>
            <pc:docMk/>
            <pc:sldMk cId="2546452684" sldId="405"/>
            <ac:spMk id="6149" creationId="{00000000-0000-0000-0000-000000000000}"/>
          </ac:spMkLst>
        </pc:spChg>
      </pc:sldChg>
      <pc:sldChg chg="modSp">
        <pc:chgData name="Arts, Ron" userId="S::arts.r@hsleiden.nl::24548d85-388a-4276-9d61-77686c5c648d" providerId="AD" clId="Web-{5FD8A1C1-A31E-22B2-27D5-6D03B2A75DED}" dt="2020-01-15T21:30:49.244" v="26" actId="20577"/>
        <pc:sldMkLst>
          <pc:docMk/>
          <pc:sldMk cId="941118751" sldId="420"/>
        </pc:sldMkLst>
        <pc:spChg chg="mod">
          <ac:chgData name="Arts, Ron" userId="S::arts.r@hsleiden.nl::24548d85-388a-4276-9d61-77686c5c648d" providerId="AD" clId="Web-{5FD8A1C1-A31E-22B2-27D5-6D03B2A75DED}" dt="2020-01-15T21:30:49.244" v="26" actId="20577"/>
          <ac:spMkLst>
            <pc:docMk/>
            <pc:sldMk cId="941118751" sldId="420"/>
            <ac:spMk id="3" creationId="{00000000-0000-0000-0000-000000000000}"/>
          </ac:spMkLst>
        </pc:spChg>
      </pc:sldChg>
    </pc:docChg>
  </pc:docChgLst>
  <pc:docChgLst>
    <pc:chgData name="Arts, Ron" userId="24548d85-388a-4276-9d61-77686c5c648d" providerId="ADAL" clId="{C199A94F-88B4-D24C-BEFD-218C56BE928E}"/>
    <pc:docChg chg="undo custSel delSld modSld">
      <pc:chgData name="Arts, Ron" userId="24548d85-388a-4276-9d61-77686c5c648d" providerId="ADAL" clId="{C199A94F-88B4-D24C-BEFD-218C56BE928E}" dt="2020-01-15T21:53:56.016" v="359" actId="2696"/>
      <pc:docMkLst>
        <pc:docMk/>
      </pc:docMkLst>
      <pc:sldChg chg="modSp">
        <pc:chgData name="Arts, Ron" userId="24548d85-388a-4276-9d61-77686c5c648d" providerId="ADAL" clId="{C199A94F-88B4-D24C-BEFD-218C56BE928E}" dt="2020-01-15T21:38:13.885" v="103" actId="20577"/>
        <pc:sldMkLst>
          <pc:docMk/>
          <pc:sldMk cId="1117150613" sldId="398"/>
        </pc:sldMkLst>
        <pc:spChg chg="mod">
          <ac:chgData name="Arts, Ron" userId="24548d85-388a-4276-9d61-77686c5c648d" providerId="ADAL" clId="{C199A94F-88B4-D24C-BEFD-218C56BE928E}" dt="2020-01-15T21:38:13.885" v="103" actId="20577"/>
          <ac:spMkLst>
            <pc:docMk/>
            <pc:sldMk cId="1117150613" sldId="398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39:18.658" v="172" actId="14100"/>
        <pc:sldMkLst>
          <pc:docMk/>
          <pc:sldMk cId="593106634" sldId="401"/>
        </pc:sldMkLst>
        <pc:spChg chg="mod">
          <ac:chgData name="Arts, Ron" userId="24548d85-388a-4276-9d61-77686c5c648d" providerId="ADAL" clId="{C199A94F-88B4-D24C-BEFD-218C56BE928E}" dt="2020-01-15T21:39:18.658" v="172" actId="14100"/>
          <ac:spMkLst>
            <pc:docMk/>
            <pc:sldMk cId="593106634" sldId="401"/>
            <ac:spMk id="3" creationId="{00000000-0000-0000-0000-000000000000}"/>
          </ac:spMkLst>
        </pc:spChg>
      </pc:sldChg>
      <pc:sldChg chg="addSp modSp">
        <pc:chgData name="Arts, Ron" userId="24548d85-388a-4276-9d61-77686c5c648d" providerId="ADAL" clId="{C199A94F-88B4-D24C-BEFD-218C56BE928E}" dt="2020-01-15T21:35:01.475" v="68" actId="20577"/>
        <pc:sldMkLst>
          <pc:docMk/>
          <pc:sldMk cId="323923676" sldId="402"/>
        </pc:sldMkLst>
        <pc:spChg chg="mod">
          <ac:chgData name="Arts, Ron" userId="24548d85-388a-4276-9d61-77686c5c648d" providerId="ADAL" clId="{C199A94F-88B4-D24C-BEFD-218C56BE928E}" dt="2020-01-15T21:34:25.819" v="60" actId="27636"/>
          <ac:spMkLst>
            <pc:docMk/>
            <pc:sldMk cId="323923676" sldId="402"/>
            <ac:spMk id="3" creationId="{00000000-0000-0000-0000-000000000000}"/>
          </ac:spMkLst>
        </pc:spChg>
        <pc:spChg chg="add mod">
          <ac:chgData name="Arts, Ron" userId="24548d85-388a-4276-9d61-77686c5c648d" providerId="ADAL" clId="{C199A94F-88B4-D24C-BEFD-218C56BE928E}" dt="2020-01-15T21:35:01.475" v="68" actId="20577"/>
          <ac:spMkLst>
            <pc:docMk/>
            <pc:sldMk cId="323923676" sldId="402"/>
            <ac:spMk id="6" creationId="{7AB72562-327D-2345-AC39-B99CF8608408}"/>
          </ac:spMkLst>
        </pc:spChg>
        <pc:spChg chg="add mod">
          <ac:chgData name="Arts, Ron" userId="24548d85-388a-4276-9d61-77686c5c648d" providerId="ADAL" clId="{C199A94F-88B4-D24C-BEFD-218C56BE928E}" dt="2020-01-15T21:34:52.019" v="65" actId="1076"/>
          <ac:spMkLst>
            <pc:docMk/>
            <pc:sldMk cId="323923676" sldId="402"/>
            <ac:spMk id="7" creationId="{990B8134-C0BD-5442-A267-DFB3C88972E3}"/>
          </ac:spMkLst>
        </pc:spChg>
      </pc:sldChg>
      <pc:sldChg chg="addSp modSp">
        <pc:chgData name="Arts, Ron" userId="24548d85-388a-4276-9d61-77686c5c648d" providerId="ADAL" clId="{C199A94F-88B4-D24C-BEFD-218C56BE928E}" dt="2020-01-15T21:36:57.455" v="83" actId="14100"/>
        <pc:sldMkLst>
          <pc:docMk/>
          <pc:sldMk cId="136519882" sldId="407"/>
        </pc:sldMkLst>
        <pc:spChg chg="mod">
          <ac:chgData name="Arts, Ron" userId="24548d85-388a-4276-9d61-77686c5c648d" providerId="ADAL" clId="{C199A94F-88B4-D24C-BEFD-218C56BE928E}" dt="2020-01-15T21:36:52.131" v="82" actId="207"/>
          <ac:spMkLst>
            <pc:docMk/>
            <pc:sldMk cId="136519882" sldId="407"/>
            <ac:spMk id="3" creationId="{00000000-0000-0000-0000-000000000000}"/>
          </ac:spMkLst>
        </pc:spChg>
        <pc:spChg chg="add mod">
          <ac:chgData name="Arts, Ron" userId="24548d85-388a-4276-9d61-77686c5c648d" providerId="ADAL" clId="{C199A94F-88B4-D24C-BEFD-218C56BE928E}" dt="2020-01-15T21:36:57.455" v="83" actId="14100"/>
          <ac:spMkLst>
            <pc:docMk/>
            <pc:sldMk cId="136519882" sldId="407"/>
            <ac:spMk id="6" creationId="{C5C2FC31-6021-D94E-8F7E-FB0D2BFFACAD}"/>
          </ac:spMkLst>
        </pc:spChg>
      </pc:sldChg>
      <pc:sldChg chg="addSp modSp">
        <pc:chgData name="Arts, Ron" userId="24548d85-388a-4276-9d61-77686c5c648d" providerId="ADAL" clId="{C199A94F-88B4-D24C-BEFD-218C56BE928E}" dt="2020-01-15T21:37:39.464" v="97" actId="207"/>
        <pc:sldMkLst>
          <pc:docMk/>
          <pc:sldMk cId="532921080" sldId="408"/>
        </pc:sldMkLst>
        <pc:spChg chg="mod">
          <ac:chgData name="Arts, Ron" userId="24548d85-388a-4276-9d61-77686c5c648d" providerId="ADAL" clId="{C199A94F-88B4-D24C-BEFD-218C56BE928E}" dt="2020-01-15T21:37:39.464" v="97" actId="207"/>
          <ac:spMkLst>
            <pc:docMk/>
            <pc:sldMk cId="532921080" sldId="408"/>
            <ac:spMk id="3" creationId="{00000000-0000-0000-0000-000000000000}"/>
          </ac:spMkLst>
        </pc:spChg>
        <pc:spChg chg="add mod">
          <ac:chgData name="Arts, Ron" userId="24548d85-388a-4276-9d61-77686c5c648d" providerId="ADAL" clId="{C199A94F-88B4-D24C-BEFD-218C56BE928E}" dt="2020-01-15T21:37:17.237" v="91"/>
          <ac:spMkLst>
            <pc:docMk/>
            <pc:sldMk cId="532921080" sldId="408"/>
            <ac:spMk id="6" creationId="{13DABF4F-A121-454D-BA06-B0AD612D9EF8}"/>
          </ac:spMkLst>
        </pc:spChg>
      </pc:sldChg>
      <pc:sldChg chg="del">
        <pc:chgData name="Arts, Ron" userId="24548d85-388a-4276-9d61-77686c5c648d" providerId="ADAL" clId="{C199A94F-88B4-D24C-BEFD-218C56BE928E}" dt="2020-01-15T21:41:05.122" v="175" actId="2696"/>
        <pc:sldMkLst>
          <pc:docMk/>
          <pc:sldMk cId="2377088287" sldId="409"/>
        </pc:sldMkLst>
      </pc:sldChg>
      <pc:sldChg chg="modSp">
        <pc:chgData name="Arts, Ron" userId="24548d85-388a-4276-9d61-77686c5c648d" providerId="ADAL" clId="{C199A94F-88B4-D24C-BEFD-218C56BE928E}" dt="2020-01-15T21:40:32.398" v="174" actId="2711"/>
        <pc:sldMkLst>
          <pc:docMk/>
          <pc:sldMk cId="261502960" sldId="410"/>
        </pc:sldMkLst>
        <pc:spChg chg="mod">
          <ac:chgData name="Arts, Ron" userId="24548d85-388a-4276-9d61-77686c5c648d" providerId="ADAL" clId="{C199A94F-88B4-D24C-BEFD-218C56BE928E}" dt="2020-01-15T21:40:32.398" v="174" actId="2711"/>
          <ac:spMkLst>
            <pc:docMk/>
            <pc:sldMk cId="261502960" sldId="410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6:15.404" v="328" actId="14100"/>
        <pc:sldMkLst>
          <pc:docMk/>
          <pc:sldMk cId="1461405993" sldId="414"/>
        </pc:sldMkLst>
        <pc:spChg chg="mod">
          <ac:chgData name="Arts, Ron" userId="24548d85-388a-4276-9d61-77686c5c648d" providerId="ADAL" clId="{C199A94F-88B4-D24C-BEFD-218C56BE928E}" dt="2020-01-15T21:46:15.404" v="328" actId="14100"/>
          <ac:spMkLst>
            <pc:docMk/>
            <pc:sldMk cId="1461405993" sldId="414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6:29.923" v="334" actId="1076"/>
        <pc:sldMkLst>
          <pc:docMk/>
          <pc:sldMk cId="1912320885" sldId="415"/>
        </pc:sldMkLst>
        <pc:spChg chg="mod">
          <ac:chgData name="Arts, Ron" userId="24548d85-388a-4276-9d61-77686c5c648d" providerId="ADAL" clId="{C199A94F-88B4-D24C-BEFD-218C56BE928E}" dt="2020-01-15T21:46:29.923" v="334" actId="1076"/>
          <ac:spMkLst>
            <pc:docMk/>
            <pc:sldMk cId="1912320885" sldId="415"/>
            <ac:spMk id="3" creationId="{00000000-0000-0000-0000-000000000000}"/>
          </ac:spMkLst>
        </pc:spChg>
      </pc:sldChg>
      <pc:sldChg chg="del">
        <pc:chgData name="Arts, Ron" userId="24548d85-388a-4276-9d61-77686c5c648d" providerId="ADAL" clId="{C199A94F-88B4-D24C-BEFD-218C56BE928E}" dt="2020-01-15T21:46:57.370" v="335" actId="2696"/>
        <pc:sldMkLst>
          <pc:docMk/>
          <pc:sldMk cId="901146862" sldId="416"/>
        </pc:sldMkLst>
      </pc:sldChg>
      <pc:sldChg chg="modSp">
        <pc:chgData name="Arts, Ron" userId="24548d85-388a-4276-9d61-77686c5c648d" providerId="ADAL" clId="{C199A94F-88B4-D24C-BEFD-218C56BE928E}" dt="2020-01-15T21:46:10.998" v="327" actId="14100"/>
        <pc:sldMkLst>
          <pc:docMk/>
          <pc:sldMk cId="1833312537" sldId="417"/>
        </pc:sldMkLst>
        <pc:spChg chg="mod">
          <ac:chgData name="Arts, Ron" userId="24548d85-388a-4276-9d61-77686c5c648d" providerId="ADAL" clId="{C199A94F-88B4-D24C-BEFD-218C56BE928E}" dt="2020-01-15T21:46:10.998" v="327" actId="14100"/>
          <ac:spMkLst>
            <pc:docMk/>
            <pc:sldMk cId="1833312537" sldId="417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7:20.529" v="340" actId="1076"/>
        <pc:sldMkLst>
          <pc:docMk/>
          <pc:sldMk cId="3812977505" sldId="418"/>
        </pc:sldMkLst>
        <pc:spChg chg="mod">
          <ac:chgData name="Arts, Ron" userId="24548d85-388a-4276-9d61-77686c5c648d" providerId="ADAL" clId="{C199A94F-88B4-D24C-BEFD-218C56BE928E}" dt="2020-01-15T21:47:20.529" v="340" actId="1076"/>
          <ac:spMkLst>
            <pc:docMk/>
            <pc:sldMk cId="3812977505" sldId="418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7:28.537" v="342" actId="14100"/>
        <pc:sldMkLst>
          <pc:docMk/>
          <pc:sldMk cId="3443994024" sldId="419"/>
        </pc:sldMkLst>
        <pc:spChg chg="mod">
          <ac:chgData name="Arts, Ron" userId="24548d85-388a-4276-9d61-77686c5c648d" providerId="ADAL" clId="{C199A94F-88B4-D24C-BEFD-218C56BE928E}" dt="2020-01-15T21:47:28.537" v="342" actId="14100"/>
          <ac:spMkLst>
            <pc:docMk/>
            <pc:sldMk cId="3443994024" sldId="419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32:28.142" v="22" actId="20577"/>
        <pc:sldMkLst>
          <pc:docMk/>
          <pc:sldMk cId="1482091479" sldId="421"/>
        </pc:sldMkLst>
        <pc:spChg chg="mod">
          <ac:chgData name="Arts, Ron" userId="24548d85-388a-4276-9d61-77686c5c648d" providerId="ADAL" clId="{C199A94F-88B4-D24C-BEFD-218C56BE928E}" dt="2020-01-15T21:32:28.142" v="22" actId="20577"/>
          <ac:spMkLst>
            <pc:docMk/>
            <pc:sldMk cId="1482091479" sldId="421"/>
            <ac:spMk id="3" creationId="{00000000-0000-0000-0000-000000000000}"/>
          </ac:spMkLst>
        </pc:spChg>
        <pc:spChg chg="mod">
          <ac:chgData name="Arts, Ron" userId="24548d85-388a-4276-9d61-77686c5c648d" providerId="ADAL" clId="{C199A94F-88B4-D24C-BEFD-218C56BE928E}" dt="2020-01-15T21:31:56.478" v="9" actId="1076"/>
          <ac:spMkLst>
            <pc:docMk/>
            <pc:sldMk cId="1482091479" sldId="421"/>
            <ac:spMk id="7" creationId="{00000000-0000-0000-0000-000000000000}"/>
          </ac:spMkLst>
        </pc:spChg>
        <pc:spChg chg="mod">
          <ac:chgData name="Arts, Ron" userId="24548d85-388a-4276-9d61-77686c5c648d" providerId="ADAL" clId="{C199A94F-88B4-D24C-BEFD-218C56BE928E}" dt="2020-01-15T21:31:58.871" v="10" actId="207"/>
          <ac:spMkLst>
            <pc:docMk/>
            <pc:sldMk cId="1482091479" sldId="421"/>
            <ac:spMk id="8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2:39.999" v="198" actId="113"/>
        <pc:sldMkLst>
          <pc:docMk/>
          <pc:sldMk cId="1727861716" sldId="423"/>
        </pc:sldMkLst>
        <pc:spChg chg="mod">
          <ac:chgData name="Arts, Ron" userId="24548d85-388a-4276-9d61-77686c5c648d" providerId="ADAL" clId="{C199A94F-88B4-D24C-BEFD-218C56BE928E}" dt="2020-01-15T21:41:34.379" v="180" actId="14100"/>
          <ac:spMkLst>
            <pc:docMk/>
            <pc:sldMk cId="1727861716" sldId="423"/>
            <ac:spMk id="2" creationId="{00000000-0000-0000-0000-000000000000}"/>
          </ac:spMkLst>
        </pc:spChg>
        <pc:spChg chg="mod">
          <ac:chgData name="Arts, Ron" userId="24548d85-388a-4276-9d61-77686c5c648d" providerId="ADAL" clId="{C199A94F-88B4-D24C-BEFD-218C56BE928E}" dt="2020-01-15T21:41:34.379" v="180" actId="14100"/>
          <ac:spMkLst>
            <pc:docMk/>
            <pc:sldMk cId="1727861716" sldId="423"/>
            <ac:spMk id="3" creationId="{00000000-0000-0000-0000-000000000000}"/>
          </ac:spMkLst>
        </pc:spChg>
        <pc:spChg chg="mod">
          <ac:chgData name="Arts, Ron" userId="24548d85-388a-4276-9d61-77686c5c648d" providerId="ADAL" clId="{C199A94F-88B4-D24C-BEFD-218C56BE928E}" dt="2020-01-15T21:41:34.379" v="180" actId="14100"/>
          <ac:spMkLst>
            <pc:docMk/>
            <pc:sldMk cId="1727861716" sldId="423"/>
            <ac:spMk id="4" creationId="{00000000-0000-0000-0000-000000000000}"/>
          </ac:spMkLst>
        </pc:spChg>
        <pc:spChg chg="mod">
          <ac:chgData name="Arts, Ron" userId="24548d85-388a-4276-9d61-77686c5c648d" providerId="ADAL" clId="{C199A94F-88B4-D24C-BEFD-218C56BE928E}" dt="2020-01-15T21:42:39.999" v="198" actId="113"/>
          <ac:spMkLst>
            <pc:docMk/>
            <pc:sldMk cId="1727861716" sldId="423"/>
            <ac:spMk id="5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4:16.838" v="294" actId="20577"/>
        <pc:sldMkLst>
          <pc:docMk/>
          <pc:sldMk cId="1294466094" sldId="424"/>
        </pc:sldMkLst>
        <pc:spChg chg="mod">
          <ac:chgData name="Arts, Ron" userId="24548d85-388a-4276-9d61-77686c5c648d" providerId="ADAL" clId="{C199A94F-88B4-D24C-BEFD-218C56BE928E}" dt="2020-01-15T21:44:16.838" v="294" actId="20577"/>
          <ac:spMkLst>
            <pc:docMk/>
            <pc:sldMk cId="1294466094" sldId="424"/>
            <ac:spMk id="5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3:59.748" v="261" actId="20577"/>
        <pc:sldMkLst>
          <pc:docMk/>
          <pc:sldMk cId="581487877" sldId="425"/>
        </pc:sldMkLst>
        <pc:spChg chg="mod">
          <ac:chgData name="Arts, Ron" userId="24548d85-388a-4276-9d61-77686c5c648d" providerId="ADAL" clId="{C199A94F-88B4-D24C-BEFD-218C56BE928E}" dt="2020-01-15T21:43:59.748" v="261" actId="20577"/>
          <ac:spMkLst>
            <pc:docMk/>
            <pc:sldMk cId="581487877" sldId="425"/>
            <ac:spMk id="5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4:26.082" v="320" actId="20577"/>
        <pc:sldMkLst>
          <pc:docMk/>
          <pc:sldMk cId="2582249311" sldId="426"/>
        </pc:sldMkLst>
        <pc:spChg chg="mod">
          <ac:chgData name="Arts, Ron" userId="24548d85-388a-4276-9d61-77686c5c648d" providerId="ADAL" clId="{C199A94F-88B4-D24C-BEFD-218C56BE928E}" dt="2020-01-15T21:44:26.082" v="320" actId="20577"/>
          <ac:spMkLst>
            <pc:docMk/>
            <pc:sldMk cId="2582249311" sldId="426"/>
            <ac:spMk id="5" creationId="{00000000-0000-0000-0000-000000000000}"/>
          </ac:spMkLst>
        </pc:spChg>
      </pc:sldChg>
      <pc:sldChg chg="modSp del">
        <pc:chgData name="Arts, Ron" userId="24548d85-388a-4276-9d61-77686c5c648d" providerId="ADAL" clId="{C199A94F-88B4-D24C-BEFD-218C56BE928E}" dt="2020-01-15T21:53:56.016" v="359" actId="2696"/>
        <pc:sldMkLst>
          <pc:docMk/>
          <pc:sldMk cId="1868582011" sldId="427"/>
        </pc:sldMkLst>
        <pc:spChg chg="mod">
          <ac:chgData name="Arts, Ron" userId="24548d85-388a-4276-9d61-77686c5c648d" providerId="ADAL" clId="{C199A94F-88B4-D24C-BEFD-218C56BE928E}" dt="2020-01-15T21:53:52.538" v="358" actId="20577"/>
          <ac:spMkLst>
            <pc:docMk/>
            <pc:sldMk cId="1868582011" sldId="427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8:55.281" v="352" actId="1076"/>
        <pc:sldMkLst>
          <pc:docMk/>
          <pc:sldMk cId="4275882301" sldId="428"/>
        </pc:sldMkLst>
        <pc:spChg chg="mod">
          <ac:chgData name="Arts, Ron" userId="24548d85-388a-4276-9d61-77686c5c648d" providerId="ADAL" clId="{C199A94F-88B4-D24C-BEFD-218C56BE928E}" dt="2020-01-15T21:48:55.281" v="352" actId="1076"/>
          <ac:spMkLst>
            <pc:docMk/>
            <pc:sldMk cId="4275882301" sldId="428"/>
            <ac:spMk id="3" creationId="{00000000-0000-0000-0000-000000000000}"/>
          </ac:spMkLst>
        </pc:spChg>
      </pc:sldChg>
      <pc:sldChg chg="modSp">
        <pc:chgData name="Arts, Ron" userId="24548d85-388a-4276-9d61-77686c5c648d" providerId="ADAL" clId="{C199A94F-88B4-D24C-BEFD-218C56BE928E}" dt="2020-01-15T21:49:06.264" v="354" actId="14100"/>
        <pc:sldMkLst>
          <pc:docMk/>
          <pc:sldMk cId="578327581" sldId="429"/>
        </pc:sldMkLst>
        <pc:spChg chg="mod">
          <ac:chgData name="Arts, Ron" userId="24548d85-388a-4276-9d61-77686c5c648d" providerId="ADAL" clId="{C199A94F-88B4-D24C-BEFD-218C56BE928E}" dt="2020-01-15T21:49:06.264" v="354" actId="14100"/>
          <ac:spMkLst>
            <pc:docMk/>
            <pc:sldMk cId="578327581" sldId="429"/>
            <ac:spMk id="3" creationId="{00000000-0000-0000-0000-000000000000}"/>
          </ac:spMkLst>
        </pc:spChg>
      </pc:sldChg>
    </pc:docChg>
  </pc:docChgLst>
  <pc:docChgLst>
    <pc:chgData name="Arts, Ron" userId="24548d85-388a-4276-9d61-77686c5c648d" providerId="ADAL" clId="{ED48C384-C6E5-C74C-B9DE-2F8E84E193EC}"/>
    <pc:docChg chg="modSld">
      <pc:chgData name="Arts, Ron" userId="24548d85-388a-4276-9d61-77686c5c648d" providerId="ADAL" clId="{ED48C384-C6E5-C74C-B9DE-2F8E84E193EC}" dt="2021-01-06T14:56:42.117" v="1" actId="20577"/>
      <pc:docMkLst>
        <pc:docMk/>
      </pc:docMkLst>
      <pc:sldChg chg="modSp mod">
        <pc:chgData name="Arts, Ron" userId="24548d85-388a-4276-9d61-77686c5c648d" providerId="ADAL" clId="{ED48C384-C6E5-C74C-B9DE-2F8E84E193EC}" dt="2021-01-06T14:56:42.117" v="1" actId="20577"/>
        <pc:sldMkLst>
          <pc:docMk/>
          <pc:sldMk cId="941118751" sldId="420"/>
        </pc:sldMkLst>
        <pc:spChg chg="mod">
          <ac:chgData name="Arts, Ron" userId="24548d85-388a-4276-9d61-77686c5c648d" providerId="ADAL" clId="{ED48C384-C6E5-C74C-B9DE-2F8E84E193EC}" dt="2021-01-06T14:56:42.117" v="1" actId="20577"/>
          <ac:spMkLst>
            <pc:docMk/>
            <pc:sldMk cId="941118751" sldId="42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9B5F84-F7A7-46FA-BC08-F661D96BBCA7}" type="datetimeFigureOut">
              <a:rPr lang="nl-NL" smtClean="0"/>
              <a:pPr/>
              <a:t>06-01-2021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78F1AB-29EF-4445-A82D-E8624A7043C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990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fld id="{38405E1A-7CCD-8140-9AA6-52B9B97D56DC}" type="slidenum">
              <a:rPr lang="en-US" sz="1200"/>
              <a:pPr/>
              <a:t>4</a:t>
            </a:fld>
            <a:endParaRPr lang="en-US" sz="1200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nl-NL">
              <a:latin typeface="Times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984" y="-171400"/>
            <a:ext cx="7772400" cy="1470025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31440" y="3429000"/>
            <a:ext cx="6400800" cy="17526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Klik om de titelstijl van het model te bewerken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235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15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16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Titelstijl van model bewerken</a:t>
            </a:r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al 9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0BD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/>
          <a:lstStyle/>
          <a:p>
            <a:endParaRPr lang="nl-NL" dirty="0"/>
          </a:p>
        </p:txBody>
      </p:sp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323528" y="-90264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9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leen tite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al 8"/>
          <p:cNvSpPr/>
          <p:nvPr userDrawn="1"/>
        </p:nvSpPr>
        <p:spPr>
          <a:xfrm>
            <a:off x="4139952" y="6525344"/>
            <a:ext cx="216024" cy="216024"/>
          </a:xfrm>
          <a:prstGeom prst="ellipse">
            <a:avLst/>
          </a:prstGeom>
          <a:solidFill>
            <a:srgbClr val="2311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srgbClr val="23114C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-99392"/>
            <a:ext cx="8229600" cy="1143000"/>
          </a:xfrm>
          <a:prstGeom prst="rect">
            <a:avLst/>
          </a:prstGeom>
        </p:spPr>
        <p:txBody>
          <a:bodyPr anchor="b"/>
          <a:lstStyle/>
          <a:p>
            <a:r>
              <a:rPr lang="x-none"/>
              <a:t>Titelstijl van model bewerken</a:t>
            </a: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123728" y="5805264"/>
            <a:ext cx="6120680" cy="576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237931"/>
          </a:xfrm>
        </p:spPr>
        <p:txBody>
          <a:bodyPr/>
          <a:lstStyle/>
          <a:p>
            <a:pPr lvl="0"/>
            <a:r>
              <a:rPr lang="x-none"/>
              <a:t>Klik om de tekststijl van het model te bewerken</a:t>
            </a:r>
          </a:p>
          <a:p>
            <a:pPr lvl="1"/>
            <a:r>
              <a:rPr lang="x-none"/>
              <a:t>Tweede niveau</a:t>
            </a:r>
          </a:p>
          <a:p>
            <a:pPr lvl="2"/>
            <a:r>
              <a:rPr lang="x-none"/>
              <a:t>Derde niveau</a:t>
            </a:r>
          </a:p>
          <a:p>
            <a:pPr lvl="3"/>
            <a:r>
              <a:rPr lang="x-none"/>
              <a:t>Vierde niveau</a:t>
            </a:r>
          </a:p>
          <a:p>
            <a:pPr lvl="4"/>
            <a:r>
              <a:rPr lang="x-none"/>
              <a:t>Vijfde niveau</a:t>
            </a:r>
            <a:endParaRPr lang="nl-NL" dirty="0"/>
          </a:p>
        </p:txBody>
      </p:sp>
      <p:sp>
        <p:nvSpPr>
          <p:cNvPr id="8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03848" y="6453336"/>
            <a:ext cx="20882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 2012 Addison-Wesley. All rights reserved.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28E47E13-3370-114C-A9EB-481638A8DD2A}" type="slidenum">
              <a:rPr lang="en-US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6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0872" y="1279301"/>
            <a:ext cx="8229600" cy="4237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3230488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23114C"/>
                </a:solidFill>
              </a:defRPr>
            </a:lvl1pPr>
          </a:lstStyle>
          <a:p>
            <a:fld id="{1DAD25AC-3D36-459B-92CD-44DA3A629171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627784" y="5805264"/>
            <a:ext cx="6120680" cy="57606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23114C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endParaRPr lang="nl-NL" dirty="0"/>
          </a:p>
        </p:txBody>
      </p:sp>
      <p:sp>
        <p:nvSpPr>
          <p:cNvPr id="10" name="Tijdelijke aanduiding voor titel 9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de stijl te bewerken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1" r:id="rId2"/>
    <p:sldLayoutId id="2147483657" r:id="rId3"/>
    <p:sldLayoutId id="2147483664" r:id="rId4"/>
    <p:sldLayoutId id="2147483665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rgbClr val="20BDBA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7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rgbClr val="23114C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ICPT – Concepten in Programmeertalen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Functioneel programmeren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/>
              <a:t>Opleiding Informatica</a:t>
            </a:r>
          </a:p>
        </p:txBody>
      </p:sp>
    </p:spTree>
    <p:extLst>
      <p:ext uri="{BB962C8B-B14F-4D97-AF65-F5344CB8AC3E}">
        <p14:creationId xmlns:p14="http://schemas.microsoft.com/office/powerpoint/2010/main" val="403045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971600" y="1279301"/>
            <a:ext cx="7848872" cy="4093915"/>
          </a:xfrm>
        </p:spPr>
        <p:txBody>
          <a:bodyPr/>
          <a:lstStyle/>
          <a:p>
            <a:r>
              <a:rPr lang="nl-NL" dirty="0"/>
              <a:t>Fundamentals of </a:t>
            </a:r>
            <a:r>
              <a:rPr lang="nl-NL" dirty="0" err="1"/>
              <a:t>Functional</a:t>
            </a:r>
            <a:r>
              <a:rPr lang="nl-NL" dirty="0"/>
              <a:t> Programming </a:t>
            </a:r>
            <a:r>
              <a:rPr lang="nl-NL" dirty="0" err="1"/>
              <a:t>Languages</a:t>
            </a:r>
            <a:endParaRPr lang="nl-NL" dirty="0"/>
          </a:p>
          <a:p>
            <a:r>
              <a:rPr lang="nl-NL" dirty="0" err="1"/>
              <a:t>Defining</a:t>
            </a:r>
            <a:r>
              <a:rPr lang="nl-NL" dirty="0"/>
              <a:t> </a:t>
            </a:r>
            <a:r>
              <a:rPr lang="nl-NL" dirty="0" err="1"/>
              <a:t>Functions</a:t>
            </a:r>
            <a:endParaRPr lang="nl-NL" dirty="0"/>
          </a:p>
          <a:p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Recursion</a:t>
            </a:r>
            <a:endParaRPr lang="nl-NL" dirty="0"/>
          </a:p>
          <a:p>
            <a:r>
              <a:rPr lang="nl-NL" dirty="0" err="1"/>
              <a:t>Functional</a:t>
            </a:r>
            <a:r>
              <a:rPr lang="nl-NL" dirty="0"/>
              <a:t> Forms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Onderwerpen</a:t>
            </a:r>
          </a:p>
        </p:txBody>
      </p:sp>
    </p:spTree>
    <p:extLst>
      <p:ext uri="{BB962C8B-B14F-4D97-AF65-F5344CB8AC3E}">
        <p14:creationId xmlns:p14="http://schemas.microsoft.com/office/powerpoint/2010/main" val="1276216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899592" y="1279301"/>
            <a:ext cx="7920880" cy="402190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nl-NL" dirty="0">
                <a:latin typeface="Lucida Sans Unicode" charset="0"/>
                <a:cs typeface="Lucida Sans Unicode" charset="0"/>
              </a:rPr>
              <a:t>Het ontwerp van </a:t>
            </a:r>
            <a:r>
              <a:rPr lang="nl-NL" dirty="0" err="1">
                <a:latin typeface="Lucida Sans Unicode" charset="0"/>
                <a:cs typeface="Lucida Sans Unicode" charset="0"/>
              </a:rPr>
              <a:t>imperative</a:t>
            </a:r>
            <a:r>
              <a:rPr lang="nl-NL" dirty="0">
                <a:latin typeface="Lucida Sans Unicode" charset="0"/>
                <a:cs typeface="Lucida Sans Unicode" charset="0"/>
              </a:rPr>
              <a:t> talen is gebaseerd op de </a:t>
            </a:r>
            <a:r>
              <a:rPr lang="nl-NL" dirty="0" err="1">
                <a:latin typeface="Lucida Sans Unicode" charset="0"/>
                <a:cs typeface="Lucida Sans Unicode" charset="0"/>
              </a:rPr>
              <a:t>von</a:t>
            </a:r>
            <a:r>
              <a:rPr lang="nl-NL" dirty="0">
                <a:latin typeface="Lucida Sans Unicode" charset="0"/>
                <a:cs typeface="Lucida Sans Unicode" charset="0"/>
              </a:rPr>
              <a:t> </a:t>
            </a:r>
            <a:r>
              <a:rPr lang="nl-NL" dirty="0" err="1">
                <a:latin typeface="Lucida Sans Unicode" charset="0"/>
                <a:cs typeface="Lucida Sans Unicode" charset="0"/>
              </a:rPr>
              <a:t>Neumann</a:t>
            </a:r>
            <a:r>
              <a:rPr lang="nl-NL" dirty="0">
                <a:latin typeface="Lucida Sans Unicode" charset="0"/>
                <a:cs typeface="Lucida Sans Unicode" charset="0"/>
              </a:rPr>
              <a:t> architectuur</a:t>
            </a:r>
            <a:endParaRPr lang="nl-NL" dirty="0">
              <a:latin typeface="Lucida Sans Unicode" charset="0"/>
              <a:ea typeface="Lucida Sans Unicode" charset="0"/>
              <a:cs typeface="Lucida Sans Unicode" charset="0"/>
            </a:endParaRPr>
          </a:p>
          <a:p>
            <a:pPr lvl="1">
              <a:lnSpc>
                <a:spcPct val="90000"/>
              </a:lnSpc>
            </a:pPr>
            <a:r>
              <a:rPr lang="nl-NL" dirty="0">
                <a:latin typeface="Lucida Sans Unicode" charset="0"/>
                <a:ea typeface="Lucida Sans Unicode" charset="0"/>
                <a:cs typeface="Lucida Sans Unicode" charset="0"/>
              </a:rPr>
              <a:t>Efficiëntie is the belangrijkst in plaats van geschiktheid om software te ontwikkelen.</a:t>
            </a:r>
          </a:p>
          <a:p>
            <a:pPr>
              <a:lnSpc>
                <a:spcPct val="90000"/>
              </a:lnSpc>
            </a:pPr>
            <a:r>
              <a:rPr lang="nl-NL" dirty="0">
                <a:latin typeface="Lucida Sans Unicode" charset="0"/>
                <a:cs typeface="Lucida Sans Unicode" charset="0"/>
              </a:rPr>
              <a:t>Het ontwerp van functionele talen is gebaseerd op wiskundige functies.</a:t>
            </a:r>
            <a:endParaRPr lang="nl-NL" i="1" dirty="0">
              <a:latin typeface="Lucida Sans Unicode" charset="0"/>
              <a:cs typeface="Lucida Sans Unicode" charset="0"/>
            </a:endParaRPr>
          </a:p>
          <a:p>
            <a:pPr lvl="1">
              <a:lnSpc>
                <a:spcPct val="90000"/>
              </a:lnSpc>
            </a:pPr>
            <a:r>
              <a:rPr lang="nl-NL" dirty="0">
                <a:latin typeface="Lucida Sans Unicode" charset="0"/>
                <a:ea typeface="Lucida Sans Unicode" charset="0"/>
                <a:cs typeface="Lucida Sans Unicode" charset="0"/>
              </a:rPr>
              <a:t>Een theoretische basis die ook dichter bij de gebruiker staat, deze kan relatief onbezorgd zijn over de architectuur waar het programma op zal draaien.</a:t>
            </a:r>
          </a:p>
          <a:p>
            <a:pPr>
              <a:lnSpc>
                <a:spcPct val="90000"/>
              </a:lnSpc>
            </a:pPr>
            <a:endParaRPr lang="nl-NL" dirty="0">
              <a:latin typeface="Lucida Sans Unicode" charset="0"/>
              <a:cs typeface="Lucida Sans Unicode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De fundamenten van functionele programmeertalen</a:t>
            </a:r>
            <a:br>
              <a:rPr lang="nl-NL" dirty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3031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Copyright © 2012 Addison-Wesley. All rights reserved.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charset="0"/>
                <a:ea typeface="ＭＳ Ｐゴシック" charset="0"/>
                <a:cs typeface="Lucida Sans Unicode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Lucida Sans Unicode" charset="0"/>
                <a:cs typeface="Lucida Sans Unicode" charset="0"/>
              </a:defRPr>
            </a:lvl9pPr>
          </a:lstStyle>
          <a:p>
            <a:r>
              <a:rPr lang="en-US" sz="1000">
                <a:latin typeface="Arial" charset="0"/>
              </a:rPr>
              <a:t>1-</a:t>
            </a:r>
            <a:fld id="{EB3598DC-05A3-AD4D-8639-7B1C7474DFF6}" type="slidenum">
              <a:rPr lang="en-US" sz="1000">
                <a:latin typeface="Arial" charset="0"/>
              </a:rPr>
              <a:pPr/>
              <a:t>4</a:t>
            </a:fld>
            <a:endParaRPr lang="en-US" sz="1000">
              <a:latin typeface="Arial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latin typeface="Lucida Sans Unicode" charset="0"/>
                <a:cs typeface="Lucida Sans Unicode" charset="0"/>
              </a:rPr>
              <a:t>Wiskundige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functies</a:t>
            </a:r>
            <a:endParaRPr lang="en-US" dirty="0">
              <a:latin typeface="Lucida Sans Unicode" charset="0"/>
              <a:cs typeface="Lucida Sans Unicode" charset="0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3608" y="1279301"/>
            <a:ext cx="7776864" cy="40939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wiskundige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functie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is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“mapping” van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delen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van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set (domain set)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naar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andere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set (range set)</a:t>
            </a:r>
            <a:endParaRPr lang="en-US" i="1" dirty="0">
              <a:latin typeface="Lucida Sans Unicode"/>
              <a:ea typeface="Verdana"/>
              <a:cs typeface="Lucida Sans Unicode"/>
            </a:endParaRPr>
          </a:p>
          <a:p>
            <a:pPr eaLnBrk="1" hangingPunct="1"/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i="1" dirty="0">
                <a:latin typeface="Lucida Sans Unicode"/>
                <a:ea typeface="Verdana"/>
                <a:cs typeface="Lucida Sans Unicode"/>
              </a:rPr>
              <a:t>lambda </a:t>
            </a:r>
            <a:r>
              <a:rPr lang="en-US" i="1" dirty="0" err="1">
                <a:latin typeface="Lucida Sans Unicode"/>
                <a:ea typeface="Verdana"/>
                <a:cs typeface="Lucida Sans Unicode"/>
              </a:rPr>
              <a:t>expressie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specificeert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de parameters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voor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de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indeling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van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een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functie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in de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volgende</a:t>
            </a:r>
            <a:r>
              <a:rPr lang="en-US" dirty="0">
                <a:latin typeface="Lucida Sans Unicode"/>
                <a:ea typeface="Verdana"/>
                <a:cs typeface="Lucida Sans Unicode"/>
              </a:rPr>
              <a:t> </a:t>
            </a:r>
            <a:r>
              <a:rPr lang="en-US" dirty="0" err="1">
                <a:latin typeface="Lucida Sans Unicode"/>
                <a:ea typeface="Verdana"/>
                <a:cs typeface="Lucida Sans Unicode"/>
              </a:rPr>
              <a:t>vorm</a:t>
            </a:r>
            <a:endParaRPr lang="en-US" dirty="0">
              <a:latin typeface="Lucida Sans Unicode"/>
              <a:ea typeface="Verdana"/>
              <a:cs typeface="Lucida Sans Unicode"/>
            </a:endParaRPr>
          </a:p>
          <a:p>
            <a:pPr eaLnBrk="1" hangingPunct="1">
              <a:buFontTx/>
              <a:buNone/>
            </a:pPr>
            <a:r>
              <a:rPr lang="en-US" dirty="0">
                <a:latin typeface="Lucida Sans Unicode" charset="0"/>
                <a:cs typeface="Lucida Sans Unicode" charset="0"/>
                <a:sym typeface="Symbol" charset="0"/>
              </a:rPr>
              <a:t>	</a:t>
            </a:r>
            <a:r>
              <a:rPr lang="en-US" dirty="0">
                <a:latin typeface="Courier New" charset="0"/>
                <a:cs typeface="Lucida Sans Unicode" charset="0"/>
                <a:sym typeface="Symbol" charset="0"/>
              </a:rPr>
              <a:t></a:t>
            </a:r>
            <a:r>
              <a:rPr lang="en-US" dirty="0">
                <a:latin typeface="Courier New" charset="0"/>
                <a:cs typeface="Lucida Sans Unicode" charset="0"/>
              </a:rPr>
              <a:t>(x) x * x * x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Lucida Sans Unicode" charset="0"/>
                <a:cs typeface="Lucida Sans Unicode" charset="0"/>
              </a:rPr>
              <a:t>   for the function  </a:t>
            </a:r>
            <a:r>
              <a:rPr lang="en-US" dirty="0">
                <a:latin typeface="Courier New" charset="0"/>
                <a:cs typeface="Lucida Sans Unicode" charset="0"/>
              </a:rPr>
              <a:t>cube(x) = x * x * x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6452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Syntax en semantiek is meestal eenvoudiger van functionele talen</a:t>
            </a:r>
          </a:p>
          <a:p>
            <a:r>
              <a:rPr lang="nl-NL" dirty="0">
                <a:latin typeface="Verdana"/>
                <a:ea typeface="Verdana"/>
                <a:cs typeface="Verdana"/>
              </a:rPr>
              <a:t>Geen loops, maar recursie/</a:t>
            </a:r>
            <a:r>
              <a:rPr lang="nl-NL" dirty="0" err="1">
                <a:latin typeface="Verdana"/>
                <a:ea typeface="Verdana"/>
                <a:cs typeface="Verdana"/>
              </a:rPr>
              <a:t>apply</a:t>
            </a:r>
            <a:endParaRPr lang="nl-NL" dirty="0" err="1"/>
          </a:p>
          <a:p>
            <a:r>
              <a:rPr lang="nl-NL" dirty="0" err="1"/>
              <a:t>Lazy</a:t>
            </a:r>
            <a:r>
              <a:rPr lang="nl-NL" dirty="0"/>
              <a:t> </a:t>
            </a:r>
            <a:r>
              <a:rPr lang="nl-NL" dirty="0" err="1"/>
              <a:t>evaluation</a:t>
            </a:r>
            <a:endParaRPr lang="nl-NL" dirty="0"/>
          </a:p>
          <a:p>
            <a:r>
              <a:rPr lang="nl-NL" dirty="0"/>
              <a:t>Meestal langzamer</a:t>
            </a:r>
          </a:p>
          <a:p>
            <a:r>
              <a:rPr lang="nl-NL" dirty="0">
                <a:latin typeface="Verdana"/>
                <a:ea typeface="Verdana"/>
                <a:cs typeface="Verdana"/>
              </a:rPr>
              <a:t>Beter leesbaar (?)</a:t>
            </a:r>
            <a:endParaRPr lang="nl-NL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nl-NL" dirty="0"/>
              <a:t>Geen variabelen met een state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nl-NL" dirty="0"/>
              <a:t>Kan eenvoudig </a:t>
            </a:r>
            <a:r>
              <a:rPr lang="nl-NL" dirty="0" err="1"/>
              <a:t>multithreaded</a:t>
            </a:r>
            <a:r>
              <a:rPr lang="nl-NL" dirty="0"/>
              <a:t> gemaakt worden</a:t>
            </a:r>
          </a:p>
          <a:p>
            <a:pPr lvl="1"/>
            <a:r>
              <a:rPr lang="nl-NL" dirty="0"/>
              <a:t>Geen </a:t>
            </a:r>
            <a:r>
              <a:rPr lang="nl-NL"/>
              <a:t>shared mutable</a:t>
            </a:r>
            <a:r>
              <a:rPr lang="nl-NL" dirty="0"/>
              <a:t> data, dus geen synchronisatie</a:t>
            </a:r>
          </a:p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Verschil met imperatieve talen</a:t>
            </a:r>
          </a:p>
        </p:txBody>
      </p:sp>
    </p:spTree>
    <p:extLst>
      <p:ext uri="{BB962C8B-B14F-4D97-AF65-F5344CB8AC3E}">
        <p14:creationId xmlns:p14="http://schemas.microsoft.com/office/powerpoint/2010/main" val="94111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2226844"/>
            <a:ext cx="8229600" cy="1922236"/>
          </a:xfrm>
          <a:solidFill>
            <a:schemeClr val="bg1">
              <a:lumMod val="95000"/>
            </a:schemeClr>
          </a:solidFill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int </a:t>
            </a:r>
            <a:r>
              <a:rPr lang="nl-NL" dirty="0" err="1">
                <a:latin typeface="Courier"/>
                <a:cs typeface="Courier"/>
              </a:rPr>
              <a:t>sum_cubes</a:t>
            </a:r>
            <a:r>
              <a:rPr lang="nl-NL" dirty="0">
                <a:latin typeface="Courier"/>
                <a:cs typeface="Courier"/>
              </a:rPr>
              <a:t>(int n)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{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  int </a:t>
            </a:r>
            <a:r>
              <a:rPr lang="nl-NL" dirty="0" err="1">
                <a:latin typeface="Courier"/>
                <a:cs typeface="Courier"/>
              </a:rPr>
              <a:t>sum</a:t>
            </a:r>
            <a:r>
              <a:rPr lang="nl-NL" dirty="0">
                <a:latin typeface="Courier"/>
                <a:cs typeface="Courier"/>
              </a:rPr>
              <a:t> = 0;</a:t>
            </a:r>
          </a:p>
          <a:p>
            <a:pPr marL="0" indent="0">
              <a:buNone/>
            </a:pPr>
            <a:endParaRPr lang="nl-NL" dirty="0"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  </a:t>
            </a:r>
            <a:r>
              <a:rPr lang="nl-NL" dirty="0" err="1">
                <a:latin typeface="Courier"/>
                <a:cs typeface="Courier"/>
              </a:rPr>
              <a:t>for</a:t>
            </a:r>
            <a:r>
              <a:rPr lang="nl-NL" dirty="0">
                <a:latin typeface="Courier"/>
                <a:cs typeface="Courier"/>
              </a:rPr>
              <a:t>(int index = 1; index &lt;= n; index ++) {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    </a:t>
            </a:r>
            <a:r>
              <a:rPr lang="nl-NL" dirty="0" err="1">
                <a:latin typeface="Courier"/>
                <a:cs typeface="Courier"/>
              </a:rPr>
              <a:t>sum</a:t>
            </a:r>
            <a:r>
              <a:rPr lang="nl-NL" dirty="0">
                <a:latin typeface="Courier"/>
                <a:cs typeface="Courier"/>
              </a:rPr>
              <a:t> += index * index * index;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  }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  return </a:t>
            </a:r>
            <a:r>
              <a:rPr lang="nl-NL" dirty="0" err="1">
                <a:latin typeface="Courier"/>
                <a:cs typeface="Courier"/>
              </a:rPr>
              <a:t>sum</a:t>
            </a:r>
            <a:r>
              <a:rPr lang="nl-NL" dirty="0">
                <a:latin typeface="Courier"/>
                <a:cs typeface="Courier"/>
              </a:rPr>
              <a:t>;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}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Beter leesbaar</a:t>
            </a:r>
          </a:p>
        </p:txBody>
      </p:sp>
      <p:sp>
        <p:nvSpPr>
          <p:cNvPr id="6" name="Tekstvak 5"/>
          <p:cNvSpPr txBox="1"/>
          <p:nvPr/>
        </p:nvSpPr>
        <p:spPr>
          <a:xfrm>
            <a:off x="539552" y="1484784"/>
            <a:ext cx="34239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u="sng" dirty="0">
                <a:latin typeface="Verdana"/>
                <a:cs typeface="Verdana"/>
              </a:rPr>
              <a:t>Imperatief voorbeeld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611560" y="4242976"/>
            <a:ext cx="357712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u="sng" dirty="0">
                <a:latin typeface="Verdana"/>
                <a:cs typeface="Verdana"/>
              </a:rPr>
              <a:t>Functioneel voorbeeld</a:t>
            </a:r>
          </a:p>
          <a:p>
            <a:endParaRPr lang="nl-NL" dirty="0"/>
          </a:p>
        </p:txBody>
      </p:sp>
      <p:sp>
        <p:nvSpPr>
          <p:cNvPr id="8" name="Rechthoek 7"/>
          <p:cNvSpPr/>
          <p:nvPr/>
        </p:nvSpPr>
        <p:spPr>
          <a:xfrm>
            <a:off x="755576" y="4869161"/>
            <a:ext cx="7560840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nl-NL" dirty="0" err="1">
                <a:latin typeface="Courier"/>
                <a:cs typeface="Courier"/>
              </a:rPr>
              <a:t>sumCubes</a:t>
            </a:r>
            <a:r>
              <a:rPr lang="nl-NL" dirty="0">
                <a:latin typeface="Courier"/>
                <a:cs typeface="Courier"/>
              </a:rPr>
              <a:t> n = </a:t>
            </a:r>
            <a:r>
              <a:rPr lang="nl-NL" dirty="0" err="1">
                <a:latin typeface="Courier"/>
                <a:cs typeface="Courier"/>
              </a:rPr>
              <a:t>sum</a:t>
            </a:r>
            <a:r>
              <a:rPr lang="nl-NL" dirty="0">
                <a:latin typeface="Courier"/>
                <a:cs typeface="Courier"/>
              </a:rPr>
              <a:t>(map (ˆ3) [1..n])</a:t>
            </a:r>
          </a:p>
        </p:txBody>
      </p:sp>
    </p:spTree>
    <p:extLst>
      <p:ext uri="{BB962C8B-B14F-4D97-AF65-F5344CB8AC3E}">
        <p14:creationId xmlns:p14="http://schemas.microsoft.com/office/powerpoint/2010/main" val="1482091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7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22937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 err="1"/>
              <a:t>Lambda</a:t>
            </a:r>
            <a:r>
              <a:rPr lang="nl-NL" dirty="0"/>
              <a:t> expressie beschrijft een anonieme functie</a:t>
            </a:r>
          </a:p>
          <a:p>
            <a:pPr marL="0" indent="0">
              <a:buNone/>
            </a:pPr>
            <a:endParaRPr lang="nl-NL" dirty="0"/>
          </a:p>
          <a:p>
            <a:r>
              <a:rPr lang="en-US" dirty="0">
                <a:latin typeface="Lucida Sans Unicode" charset="0"/>
                <a:cs typeface="Lucida Sans Unicode" charset="0"/>
              </a:rPr>
              <a:t>Lambda </a:t>
            </a:r>
            <a:r>
              <a:rPr lang="en-US" dirty="0" err="1">
                <a:latin typeface="Lucida Sans Unicode" charset="0"/>
                <a:cs typeface="Lucida Sans Unicode" charset="0"/>
              </a:rPr>
              <a:t>expressie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worden</a:t>
            </a:r>
            <a:r>
              <a:rPr lang="en-US" dirty="0">
                <a:latin typeface="Lucida Sans Unicode" charset="0"/>
                <a:cs typeface="Lucida Sans Unicode" charset="0"/>
              </a:rPr>
              <a:t> </a:t>
            </a:r>
            <a:r>
              <a:rPr lang="en-US" dirty="0" err="1">
                <a:latin typeface="Lucida Sans Unicode" charset="0"/>
                <a:cs typeface="Lucida Sans Unicode" charset="0"/>
              </a:rPr>
              <a:t>toegepast</a:t>
            </a:r>
            <a:r>
              <a:rPr lang="en-US" dirty="0">
                <a:latin typeface="Lucida Sans Unicode" charset="0"/>
                <a:cs typeface="Lucida Sans Unicode" charset="0"/>
              </a:rPr>
              <a:t> op parameter(s) door het </a:t>
            </a:r>
            <a:r>
              <a:rPr lang="en-US" dirty="0" err="1">
                <a:latin typeface="Lucida Sans Unicode" charset="0"/>
                <a:cs typeface="Lucida Sans Unicode" charset="0"/>
              </a:rPr>
              <a:t>plaatsen</a:t>
            </a:r>
            <a:r>
              <a:rPr lang="en-US" dirty="0">
                <a:latin typeface="Lucida Sans Unicode" charset="0"/>
                <a:cs typeface="Lucida Sans Unicode" charset="0"/>
              </a:rPr>
              <a:t> van parameters achter de </a:t>
            </a:r>
            <a:r>
              <a:rPr lang="en-US" dirty="0" err="1">
                <a:latin typeface="Lucida Sans Unicode" charset="0"/>
                <a:cs typeface="Lucida Sans Unicode" charset="0"/>
              </a:rPr>
              <a:t>expressie</a:t>
            </a:r>
            <a:r>
              <a:rPr lang="en-US" dirty="0">
                <a:latin typeface="Lucida Sans Unicode" charset="0"/>
                <a:cs typeface="Lucida Sans Unicode" charset="0"/>
              </a:rPr>
              <a:t>. </a:t>
            </a:r>
            <a:br>
              <a:rPr lang="en-US" dirty="0">
                <a:latin typeface="Lucida Sans Unicode" charset="0"/>
                <a:cs typeface="Lucida Sans Unicode" charset="0"/>
              </a:rPr>
            </a:br>
            <a:r>
              <a:rPr lang="en-US" dirty="0" err="1">
                <a:latin typeface="Lucida Sans Unicode" charset="0"/>
                <a:cs typeface="Lucida Sans Unicode" charset="0"/>
              </a:rPr>
              <a:t>Bijvoorbeeld</a:t>
            </a:r>
            <a:r>
              <a:rPr lang="en-US" dirty="0">
                <a:latin typeface="Lucida Sans Unicode" charset="0"/>
                <a:cs typeface="Lucida Sans Unicode" charset="0"/>
              </a:rPr>
              <a:t>: </a:t>
            </a:r>
          </a:p>
          <a:p>
            <a:pPr marL="0" indent="0">
              <a:buNone/>
            </a:pPr>
            <a:endParaRPr lang="en-US" dirty="0">
              <a:latin typeface="Courier New" charset="0"/>
              <a:cs typeface="Lucida Sans Unicode" charset="0"/>
            </a:endParaRP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Lambda</a:t>
            </a:r>
            <a:r>
              <a:rPr lang="nl-NL" dirty="0"/>
              <a:t> </a:t>
            </a:r>
            <a:r>
              <a:rPr lang="el-GR" sz="4800" dirty="0"/>
              <a:t>λ</a:t>
            </a:r>
            <a:br>
              <a:rPr lang="nl-NL" dirty="0"/>
            </a:br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7AB72562-327D-2345-AC39-B99CF8608408}"/>
              </a:ext>
            </a:extLst>
          </p:cNvPr>
          <p:cNvSpPr txBox="1"/>
          <p:nvPr/>
        </p:nvSpPr>
        <p:spPr>
          <a:xfrm>
            <a:off x="1619672" y="3825621"/>
            <a:ext cx="496855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charset="0"/>
                <a:cs typeface="Lucida Sans Unicode" charset="0"/>
              </a:rPr>
              <a:t>((</a:t>
            </a:r>
            <a:r>
              <a:rPr lang="en-US" dirty="0">
                <a:latin typeface="Courier New" charset="0"/>
                <a:cs typeface="Lucida Sans Unicode" charset="0"/>
                <a:sym typeface="Symbol" charset="0"/>
              </a:rPr>
              <a:t></a:t>
            </a:r>
            <a:r>
              <a:rPr lang="en-US" dirty="0">
                <a:latin typeface="Courier New" charset="0"/>
                <a:cs typeface="Lucida Sans Unicode" charset="0"/>
              </a:rPr>
              <a:t>(x) x * x * x)(2))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90B8134-C0BD-5442-A267-DFB3C88972E3}"/>
              </a:ext>
            </a:extLst>
          </p:cNvPr>
          <p:cNvSpPr txBox="1"/>
          <p:nvPr/>
        </p:nvSpPr>
        <p:spPr>
          <a:xfrm>
            <a:off x="971600" y="4676943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dirty="0" err="1">
                <a:latin typeface="Lucida Sans Unicode" charset="0"/>
                <a:cs typeface="Lucida Sans Unicode" charset="0"/>
              </a:rPr>
              <a:t>geeft</a:t>
            </a:r>
            <a:r>
              <a:rPr lang="en-US" sz="2400" dirty="0">
                <a:latin typeface="Lucida Sans Unicode" charset="0"/>
                <a:cs typeface="Lucida Sans Unicode" charset="0"/>
              </a:rPr>
              <a:t> de </a:t>
            </a:r>
            <a:r>
              <a:rPr lang="en-US" sz="2400" dirty="0" err="1">
                <a:latin typeface="Lucida Sans Unicode" charset="0"/>
                <a:cs typeface="Lucida Sans Unicode" charset="0"/>
              </a:rPr>
              <a:t>waarde</a:t>
            </a:r>
            <a:r>
              <a:rPr lang="en-US" sz="2400" dirty="0">
                <a:latin typeface="Lucida Sans Unicode" charset="0"/>
                <a:cs typeface="Lucida Sans Unicode" charset="0"/>
              </a:rPr>
              <a:t> </a:t>
            </a:r>
            <a:r>
              <a:rPr lang="en-US" sz="2400" dirty="0">
                <a:latin typeface="Courier New" charset="0"/>
                <a:cs typeface="Lucida Sans Unicode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392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150162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kubus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x = x * x * x</a:t>
            </a:r>
          </a:p>
          <a:p>
            <a:pPr marL="0" indent="0">
              <a:buNone/>
            </a:pP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kubus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&gt;8</a:t>
            </a: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Haskell</a:t>
            </a:r>
            <a:r>
              <a:rPr lang="nl-NL" dirty="0"/>
              <a:t> voorbeeld functie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C5C2FC31-6021-D94E-8F7E-FB0D2BFFACAD}"/>
              </a:ext>
            </a:extLst>
          </p:cNvPr>
          <p:cNvSpPr txBox="1"/>
          <p:nvPr/>
        </p:nvSpPr>
        <p:spPr>
          <a:xfrm>
            <a:off x="590872" y="3284984"/>
            <a:ext cx="8013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 </a:t>
            </a:r>
            <a:r>
              <a:rPr lang="fr-FR" dirty="0" err="1"/>
              <a:t>bovenstaande</a:t>
            </a:r>
            <a:r>
              <a:rPr lang="fr-FR" dirty="0"/>
              <a:t> code </a:t>
            </a:r>
            <a:r>
              <a:rPr lang="fr-FR" dirty="0" err="1"/>
              <a:t>geeft</a:t>
            </a:r>
            <a:r>
              <a:rPr lang="fr-FR" dirty="0"/>
              <a:t> de </a:t>
            </a:r>
            <a:r>
              <a:rPr lang="fr-FR" dirty="0" err="1"/>
              <a:t>waarde</a:t>
            </a:r>
            <a:r>
              <a:rPr lang="fr-FR" dirty="0"/>
              <a:t> 8 </a:t>
            </a:r>
            <a:r>
              <a:rPr lang="fr-FR" dirty="0" err="1"/>
              <a:t>terug</a:t>
            </a:r>
            <a:r>
              <a:rPr lang="fr-FR" dirty="0"/>
              <a:t>.</a:t>
            </a:r>
          </a:p>
          <a:p>
            <a:r>
              <a:rPr lang="fr-FR" dirty="0"/>
              <a:t>Op de </a:t>
            </a:r>
            <a:r>
              <a:rPr lang="fr-FR" dirty="0" err="1"/>
              <a:t>eerste</a:t>
            </a:r>
            <a:r>
              <a:rPr lang="fr-FR" dirty="0"/>
              <a:t> regel </a:t>
            </a:r>
            <a:r>
              <a:rPr lang="fr-FR" dirty="0" err="1"/>
              <a:t>wordt</a:t>
            </a:r>
            <a:r>
              <a:rPr lang="fr-FR" dirty="0"/>
              <a:t> de </a:t>
            </a:r>
            <a:r>
              <a:rPr lang="fr-FR" dirty="0" err="1"/>
              <a:t>functie</a:t>
            </a:r>
            <a:r>
              <a:rPr lang="fr-FR" dirty="0"/>
              <a:t> </a:t>
            </a:r>
            <a:r>
              <a:rPr lang="fr-FR" dirty="0" err="1"/>
              <a:t>gedefineerd</a:t>
            </a:r>
            <a:r>
              <a:rPr lang="fr-FR" dirty="0"/>
              <a:t> en op regel 2 </a:t>
            </a:r>
            <a:r>
              <a:rPr lang="fr-FR" dirty="0" err="1"/>
              <a:t>wordt</a:t>
            </a:r>
            <a:r>
              <a:rPr lang="fr-FR" dirty="0"/>
              <a:t> de </a:t>
            </a:r>
            <a:r>
              <a:rPr lang="fr-FR" dirty="0" err="1"/>
              <a:t>functie</a:t>
            </a:r>
            <a:r>
              <a:rPr lang="fr-FR" dirty="0"/>
              <a:t> </a:t>
            </a:r>
            <a:r>
              <a:rPr lang="fr-FR" dirty="0" err="1"/>
              <a:t>aangeroepen</a:t>
            </a:r>
            <a:r>
              <a:rPr lang="fr-FR" dirty="0"/>
              <a:t>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651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9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777678"/>
            <a:ext cx="8229600" cy="93610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(\x -&gt; x * x * x) 2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&gt;8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Haskell</a:t>
            </a:r>
            <a:r>
              <a:rPr lang="nl-NL" dirty="0"/>
              <a:t> voorbeeld anonieme/</a:t>
            </a:r>
            <a:r>
              <a:rPr lang="nl-NL" dirty="0" err="1"/>
              <a:t>lambda</a:t>
            </a:r>
            <a:r>
              <a:rPr lang="nl-NL" dirty="0"/>
              <a:t> functie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3DABF4F-A121-454D-BA06-B0AD612D9EF8}"/>
              </a:ext>
            </a:extLst>
          </p:cNvPr>
          <p:cNvSpPr txBox="1"/>
          <p:nvPr/>
        </p:nvSpPr>
        <p:spPr>
          <a:xfrm>
            <a:off x="755576" y="3573016"/>
            <a:ext cx="7848872" cy="93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 </a:t>
            </a:r>
            <a:r>
              <a:rPr lang="fr-FR" dirty="0" err="1"/>
              <a:t>bovenstaande</a:t>
            </a:r>
            <a:r>
              <a:rPr lang="fr-FR" dirty="0"/>
              <a:t> code </a:t>
            </a:r>
            <a:r>
              <a:rPr lang="fr-FR" dirty="0" err="1"/>
              <a:t>geeft</a:t>
            </a:r>
            <a:r>
              <a:rPr lang="fr-FR" dirty="0"/>
              <a:t> de </a:t>
            </a:r>
            <a:r>
              <a:rPr lang="fr-FR" dirty="0" err="1"/>
              <a:t>waarde</a:t>
            </a:r>
            <a:r>
              <a:rPr lang="fr-FR" dirty="0"/>
              <a:t> 8 </a:t>
            </a:r>
            <a:r>
              <a:rPr lang="fr-FR" dirty="0" err="1"/>
              <a:t>terug</a:t>
            </a:r>
            <a:r>
              <a:rPr lang="fr-FR" dirty="0"/>
              <a:t>.</a:t>
            </a:r>
          </a:p>
          <a:p>
            <a:r>
              <a:rPr lang="fr-FR" dirty="0"/>
              <a:t>In het </a:t>
            </a:r>
            <a:r>
              <a:rPr lang="fr-FR" dirty="0" err="1"/>
              <a:t>eerste</a:t>
            </a:r>
            <a:r>
              <a:rPr lang="fr-FR" dirty="0"/>
              <a:t> </a:t>
            </a:r>
            <a:r>
              <a:rPr lang="fr-FR" dirty="0" err="1"/>
              <a:t>gedeelte</a:t>
            </a:r>
            <a:r>
              <a:rPr lang="fr-FR" dirty="0"/>
              <a:t> </a:t>
            </a:r>
            <a:r>
              <a:rPr lang="fr-FR" dirty="0" err="1"/>
              <a:t>wordt</a:t>
            </a:r>
            <a:r>
              <a:rPr lang="fr-FR" dirty="0"/>
              <a:t> </a:t>
            </a:r>
            <a:r>
              <a:rPr lang="fr-FR" dirty="0" err="1"/>
              <a:t>een</a:t>
            </a:r>
            <a:r>
              <a:rPr lang="fr-FR" dirty="0"/>
              <a:t> </a:t>
            </a:r>
            <a:r>
              <a:rPr lang="fr-FR" dirty="0" err="1"/>
              <a:t>functie</a:t>
            </a:r>
            <a:r>
              <a:rPr lang="fr-FR" dirty="0"/>
              <a:t> </a:t>
            </a:r>
            <a:r>
              <a:rPr lang="fr-FR" dirty="0" err="1"/>
              <a:t>gedefineerd</a:t>
            </a:r>
            <a:r>
              <a:rPr lang="fr-FR" dirty="0"/>
              <a:t> en </a:t>
            </a:r>
            <a:r>
              <a:rPr lang="fr-FR" dirty="0" err="1"/>
              <a:t>daarna</a:t>
            </a:r>
            <a:r>
              <a:rPr lang="fr-FR" dirty="0"/>
              <a:t> </a:t>
            </a:r>
            <a:r>
              <a:rPr lang="fr-FR" dirty="0" err="1"/>
              <a:t>wordt</a:t>
            </a:r>
            <a:r>
              <a:rPr lang="fr-FR" dirty="0"/>
              <a:t> direct de input </a:t>
            </a:r>
            <a:r>
              <a:rPr lang="fr-FR" dirty="0" err="1"/>
              <a:t>gegeven</a:t>
            </a:r>
            <a:r>
              <a:rPr lang="fr-FR" dirty="0"/>
              <a:t>.</a:t>
            </a:r>
            <a:endParaRPr lang="nl-NL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532921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10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3099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dirty="0"/>
              <a:t>Sinds Java 8 is het mogelijk om gebruik te maken van </a:t>
            </a:r>
            <a:r>
              <a:rPr lang="nl-NL" dirty="0" err="1"/>
              <a:t>lambda</a:t>
            </a:r>
            <a:r>
              <a:rPr lang="nl-NL" dirty="0"/>
              <a:t> expressie.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Wel moet je hiervoor eerst een functionele interface aanmaken.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Lambda</a:t>
            </a:r>
            <a:r>
              <a:rPr lang="nl-NL" dirty="0"/>
              <a:t> in JAVA</a:t>
            </a:r>
          </a:p>
        </p:txBody>
      </p:sp>
    </p:spTree>
    <p:extLst>
      <p:ext uri="{BB962C8B-B14F-4D97-AF65-F5344CB8AC3E}">
        <p14:creationId xmlns:p14="http://schemas.microsoft.com/office/powerpoint/2010/main" val="2356740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135285"/>
            <a:ext cx="8229600" cy="4525963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1100" dirty="0"/>
              <a:t>interface </a:t>
            </a:r>
            <a:r>
              <a:rPr lang="nl-NL" sz="1100" dirty="0" err="1"/>
              <a:t>Executable</a:t>
            </a:r>
            <a:r>
              <a:rPr lang="nl-NL" sz="1100" dirty="0"/>
              <a:t> {</a:t>
            </a:r>
          </a:p>
          <a:p>
            <a:pPr marL="0" indent="0">
              <a:buNone/>
            </a:pPr>
            <a:r>
              <a:rPr lang="nl-NL" sz="1100" dirty="0"/>
              <a:t>	public </a:t>
            </a:r>
            <a:r>
              <a:rPr lang="nl-NL" sz="1100" dirty="0" err="1"/>
              <a:t>void</a:t>
            </a:r>
            <a:r>
              <a:rPr lang="nl-NL" sz="1100" dirty="0"/>
              <a:t> </a:t>
            </a:r>
            <a:r>
              <a:rPr lang="nl-NL" sz="1100" dirty="0" err="1"/>
              <a:t>execute</a:t>
            </a:r>
            <a:r>
              <a:rPr lang="nl-NL" sz="1100" dirty="0"/>
              <a:t>();</a:t>
            </a:r>
          </a:p>
          <a:p>
            <a:pPr marL="0" indent="0">
              <a:buNone/>
            </a:pPr>
            <a:r>
              <a:rPr lang="nl-NL" sz="1100" dirty="0"/>
              <a:t>}</a:t>
            </a:r>
          </a:p>
          <a:p>
            <a:pPr marL="0" indent="0">
              <a:buNone/>
            </a:pPr>
            <a:endParaRPr lang="nl-NL" sz="1100" dirty="0"/>
          </a:p>
          <a:p>
            <a:pPr marL="0" indent="0">
              <a:buNone/>
            </a:pPr>
            <a:r>
              <a:rPr lang="nl-NL" sz="1100" dirty="0"/>
              <a:t>class Runner{</a:t>
            </a:r>
          </a:p>
          <a:p>
            <a:pPr marL="0" indent="0">
              <a:buNone/>
            </a:pPr>
            <a:r>
              <a:rPr lang="nl-NL" sz="1100" dirty="0"/>
              <a:t>	public </a:t>
            </a:r>
            <a:r>
              <a:rPr lang="nl-NL" sz="1100" dirty="0" err="1"/>
              <a:t>void</a:t>
            </a:r>
            <a:r>
              <a:rPr lang="nl-NL" sz="1100" dirty="0"/>
              <a:t> run(</a:t>
            </a:r>
            <a:r>
              <a:rPr lang="nl-NL" sz="1100" dirty="0" err="1"/>
              <a:t>Executable</a:t>
            </a:r>
            <a:r>
              <a:rPr lang="nl-NL" sz="1100" dirty="0"/>
              <a:t> e){</a:t>
            </a:r>
          </a:p>
          <a:p>
            <a:pPr marL="0" indent="0">
              <a:buNone/>
            </a:pPr>
            <a:r>
              <a:rPr lang="nl-NL" sz="1100" dirty="0"/>
              <a:t>		</a:t>
            </a:r>
            <a:r>
              <a:rPr lang="nl-NL" sz="1100" dirty="0" err="1"/>
              <a:t>System.</a:t>
            </a:r>
            <a:r>
              <a:rPr lang="nl-NL" sz="1100" i="1" dirty="0" err="1"/>
              <a:t>out.println</a:t>
            </a:r>
            <a:r>
              <a:rPr lang="nl-NL" sz="1100" i="1" dirty="0"/>
              <a:t>("Code uitvoeren....");</a:t>
            </a:r>
          </a:p>
          <a:p>
            <a:pPr marL="0" indent="0">
              <a:buNone/>
            </a:pPr>
            <a:r>
              <a:rPr lang="nl-NL" sz="1100" dirty="0"/>
              <a:t>		</a:t>
            </a:r>
            <a:r>
              <a:rPr lang="nl-NL" sz="1100" dirty="0" err="1"/>
              <a:t>e.execute</a:t>
            </a:r>
            <a:r>
              <a:rPr lang="nl-NL" sz="1100" dirty="0"/>
              <a:t>();</a:t>
            </a:r>
          </a:p>
          <a:p>
            <a:pPr marL="0" indent="0">
              <a:buNone/>
            </a:pPr>
            <a:r>
              <a:rPr lang="nl-NL" sz="1100" dirty="0"/>
              <a:t>	}</a:t>
            </a:r>
          </a:p>
          <a:p>
            <a:pPr marL="0" indent="0">
              <a:buNone/>
            </a:pPr>
            <a:r>
              <a:rPr lang="nl-NL" sz="1100" dirty="0"/>
              <a:t>}</a:t>
            </a:r>
          </a:p>
          <a:p>
            <a:pPr marL="0" indent="0">
              <a:buNone/>
            </a:pPr>
            <a:endParaRPr lang="nl-NL" sz="1100" dirty="0"/>
          </a:p>
          <a:p>
            <a:pPr marL="0" indent="0">
              <a:buNone/>
            </a:pPr>
            <a:r>
              <a:rPr lang="nl-NL" sz="1100" dirty="0"/>
              <a:t>public class </a:t>
            </a:r>
            <a:r>
              <a:rPr lang="nl-NL" sz="1100" dirty="0" err="1"/>
              <a:t>App</a:t>
            </a:r>
            <a:r>
              <a:rPr lang="nl-NL" sz="1100" dirty="0"/>
              <a:t> {</a:t>
            </a:r>
          </a:p>
          <a:p>
            <a:pPr marL="0" indent="0">
              <a:buNone/>
            </a:pPr>
            <a:r>
              <a:rPr lang="nl-NL" sz="1100" dirty="0"/>
              <a:t>	public </a:t>
            </a:r>
            <a:r>
              <a:rPr lang="nl-NL" sz="1100" dirty="0" err="1"/>
              <a:t>static</a:t>
            </a:r>
            <a:r>
              <a:rPr lang="nl-NL" sz="1100" dirty="0"/>
              <a:t> </a:t>
            </a:r>
            <a:r>
              <a:rPr lang="nl-NL" sz="1100" dirty="0" err="1"/>
              <a:t>void</a:t>
            </a:r>
            <a:r>
              <a:rPr lang="nl-NL" sz="1100" dirty="0"/>
              <a:t> </a:t>
            </a:r>
            <a:r>
              <a:rPr lang="nl-NL" sz="1100" dirty="0" err="1"/>
              <a:t>main</a:t>
            </a:r>
            <a:r>
              <a:rPr lang="nl-NL" sz="1100" dirty="0"/>
              <a:t>(String[] </a:t>
            </a:r>
            <a:r>
              <a:rPr lang="nl-NL" sz="1100" dirty="0" err="1"/>
              <a:t>args</a:t>
            </a:r>
            <a:r>
              <a:rPr lang="nl-NL" sz="1100" dirty="0"/>
              <a:t>) {</a:t>
            </a:r>
          </a:p>
          <a:p>
            <a:pPr marL="0" indent="0">
              <a:buNone/>
            </a:pPr>
            <a:r>
              <a:rPr lang="nl-NL" sz="1100" dirty="0"/>
              <a:t>		Runner runner = new Runner();</a:t>
            </a:r>
          </a:p>
          <a:p>
            <a:pPr marL="0" indent="0">
              <a:buNone/>
            </a:pPr>
            <a:r>
              <a:rPr lang="nl-NL" sz="1100" dirty="0"/>
              <a:t>		</a:t>
            </a:r>
            <a:r>
              <a:rPr lang="nl-NL" sz="1100" dirty="0" err="1"/>
              <a:t>runner.run</a:t>
            </a:r>
            <a:r>
              <a:rPr lang="nl-NL" sz="1100" dirty="0"/>
              <a:t>(new </a:t>
            </a:r>
            <a:r>
              <a:rPr lang="nl-NL" sz="1100" dirty="0" err="1"/>
              <a:t>Executable</a:t>
            </a:r>
            <a:r>
              <a:rPr lang="nl-NL" sz="1100" dirty="0"/>
              <a:t>() {</a:t>
            </a:r>
          </a:p>
          <a:p>
            <a:pPr marL="0" indent="0">
              <a:buNone/>
            </a:pPr>
            <a:r>
              <a:rPr lang="nl-NL" sz="1100" dirty="0"/>
              <a:t>			public </a:t>
            </a:r>
            <a:r>
              <a:rPr lang="nl-NL" sz="1100" dirty="0" err="1"/>
              <a:t>void</a:t>
            </a:r>
            <a:r>
              <a:rPr lang="nl-NL" sz="1100" dirty="0"/>
              <a:t> </a:t>
            </a:r>
            <a:r>
              <a:rPr lang="nl-NL" sz="1100" dirty="0" err="1"/>
              <a:t>execute</a:t>
            </a:r>
            <a:r>
              <a:rPr lang="nl-NL" sz="1100" dirty="0"/>
              <a:t>() {</a:t>
            </a:r>
          </a:p>
          <a:p>
            <a:pPr marL="0" indent="0">
              <a:buNone/>
            </a:pPr>
            <a:r>
              <a:rPr lang="nl-NL" sz="1100" dirty="0"/>
              <a:t>				</a:t>
            </a:r>
            <a:r>
              <a:rPr lang="nl-NL" sz="1100" dirty="0" err="1"/>
              <a:t>System.</a:t>
            </a:r>
            <a:r>
              <a:rPr lang="nl-NL" sz="1100" i="1" dirty="0" err="1"/>
              <a:t>out.println</a:t>
            </a:r>
            <a:r>
              <a:rPr lang="nl-NL" sz="1100" i="1" dirty="0"/>
              <a:t>("dit is de </a:t>
            </a:r>
            <a:r>
              <a:rPr lang="nl-NL" sz="1100" i="1" dirty="0" err="1"/>
              <a:t>execute</a:t>
            </a:r>
            <a:r>
              <a:rPr lang="nl-NL" sz="1100" i="1" dirty="0"/>
              <a:t> methode");</a:t>
            </a:r>
          </a:p>
          <a:p>
            <a:pPr marL="0" indent="0">
              <a:buNone/>
            </a:pPr>
            <a:r>
              <a:rPr lang="nl-NL" sz="1100" dirty="0"/>
              <a:t>			}</a:t>
            </a:r>
          </a:p>
          <a:p>
            <a:pPr marL="0" indent="0">
              <a:buNone/>
            </a:pPr>
            <a:r>
              <a:rPr lang="nl-NL" sz="1100" dirty="0"/>
              <a:t>		});</a:t>
            </a:r>
          </a:p>
          <a:p>
            <a:pPr marL="0" indent="0">
              <a:buNone/>
            </a:pPr>
            <a:endParaRPr lang="nl-NL" sz="1100" dirty="0"/>
          </a:p>
          <a:p>
            <a:pPr marL="0" indent="0">
              <a:buNone/>
            </a:pPr>
            <a:r>
              <a:rPr lang="ro-RO" sz="1100" dirty="0"/>
              <a:t>	}</a:t>
            </a:r>
          </a:p>
          <a:p>
            <a:pPr marL="0" indent="0">
              <a:buNone/>
            </a:pPr>
            <a:r>
              <a:rPr lang="ro-RO" sz="1100" dirty="0"/>
              <a:t>}</a:t>
            </a:r>
          </a:p>
          <a:p>
            <a:pPr marL="0" indent="0">
              <a:buNone/>
            </a:pPr>
            <a:endParaRPr lang="nl-NL" sz="11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 een </a:t>
            </a:r>
            <a:r>
              <a:rPr lang="nl-NL" dirty="0" err="1"/>
              <a:t>innerclass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1715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279301"/>
            <a:ext cx="8229600" cy="4165923"/>
          </a:xfrm>
          <a:solidFill>
            <a:schemeClr val="bg1">
              <a:lumMod val="95000"/>
            </a:schemeClr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Executable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class Runner{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run(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Executable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e){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("Code uitvoeren....");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e.execute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(String[]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Runner runner = new Runner();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runner.run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(() -&gt;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execute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methode"));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 een </a:t>
            </a:r>
            <a:r>
              <a:rPr lang="nl-NL" dirty="0" err="1"/>
              <a:t>lambda</a:t>
            </a:r>
            <a:r>
              <a:rPr lang="nl-NL" dirty="0"/>
              <a:t> expressie</a:t>
            </a:r>
          </a:p>
        </p:txBody>
      </p:sp>
    </p:spTree>
    <p:extLst>
      <p:ext uri="{BB962C8B-B14F-4D97-AF65-F5344CB8AC3E}">
        <p14:creationId xmlns:p14="http://schemas.microsoft.com/office/powerpoint/2010/main" val="59310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tweeKeerToepassen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f x = f (f x) </a:t>
            </a:r>
          </a:p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tweeKeerToepassen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(+2) 3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&gt;7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tweeKeerToepassen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(“HAHA ” ++) “Hoi”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&gt;HAHA HAHA Hoi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tweeKeerToepassen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(++ “HAHA ”) “Hoi”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&gt;Hoi HAHA HAHA</a:t>
            </a:r>
          </a:p>
          <a:p>
            <a:pPr marL="0" indent="0">
              <a:buNone/>
            </a:pP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Hogere orde functies</a:t>
            </a:r>
          </a:p>
        </p:txBody>
      </p:sp>
    </p:spTree>
    <p:extLst>
      <p:ext uri="{BB962C8B-B14F-4D97-AF65-F5344CB8AC3E}">
        <p14:creationId xmlns:p14="http://schemas.microsoft.com/office/powerpoint/2010/main" val="261502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recursion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703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>
          <a:xfrm>
            <a:off x="3203848" y="6453337"/>
            <a:ext cx="2088232" cy="319484"/>
          </a:xfrm>
        </p:spPr>
        <p:txBody>
          <a:bodyPr/>
          <a:lstStyle/>
          <a:p>
            <a:fld id="{1DAD25AC-3D36-459B-92CD-44DA3A629171}" type="slidenum">
              <a:rPr lang="nl-NL" smtClean="0">
                <a:latin typeface="Courier New" panose="02070309020205020404" pitchFamily="49" charset="0"/>
                <a:cs typeface="Courier New" panose="02070309020205020404" pitchFamily="49" charset="0"/>
              </a:rPr>
              <a:pPr/>
              <a:t>15</a:t>
            </a:fld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700808"/>
            <a:ext cx="8229600" cy="252028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factor n =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n == 0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1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   n * factor (n-1)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>
          <a:xfrm>
            <a:off x="2627784" y="5805264"/>
            <a:ext cx="6120680" cy="504056"/>
          </a:xfrm>
        </p:spPr>
        <p:txBody>
          <a:bodyPr/>
          <a:lstStyle/>
          <a:p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00125"/>
          </a:xfrm>
        </p:spPr>
        <p:txBody>
          <a:bodyPr/>
          <a:lstStyle/>
          <a:p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Recursion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27861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factor 3</a:t>
            </a:r>
          </a:p>
          <a:p>
            <a:pPr marL="0" indent="0">
              <a:buNone/>
            </a:pPr>
            <a:endParaRPr lang="nl-NL" dirty="0">
              <a:latin typeface="Courier"/>
              <a:cs typeface="Courier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Stack bij vorige slide</a:t>
            </a:r>
          </a:p>
        </p:txBody>
      </p:sp>
      <p:sp>
        <p:nvSpPr>
          <p:cNvPr id="12" name="Rechthoek 11"/>
          <p:cNvSpPr/>
          <p:nvPr/>
        </p:nvSpPr>
        <p:spPr>
          <a:xfrm>
            <a:off x="7020272" y="170080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3:3*_</a:t>
            </a:r>
          </a:p>
        </p:txBody>
      </p:sp>
      <p:sp>
        <p:nvSpPr>
          <p:cNvPr id="13" name="Rechthoek 12"/>
          <p:cNvSpPr/>
          <p:nvPr/>
        </p:nvSpPr>
        <p:spPr>
          <a:xfrm>
            <a:off x="7020272" y="206084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2:2*_</a:t>
            </a:r>
          </a:p>
        </p:txBody>
      </p:sp>
      <p:sp>
        <p:nvSpPr>
          <p:cNvPr id="14" name="Rechthoek 13"/>
          <p:cNvSpPr/>
          <p:nvPr/>
        </p:nvSpPr>
        <p:spPr>
          <a:xfrm>
            <a:off x="7020272" y="242088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1:1*_</a:t>
            </a:r>
          </a:p>
        </p:txBody>
      </p:sp>
      <p:sp>
        <p:nvSpPr>
          <p:cNvPr id="15" name="Rechthoek 14"/>
          <p:cNvSpPr/>
          <p:nvPr/>
        </p:nvSpPr>
        <p:spPr>
          <a:xfrm>
            <a:off x="7020272" y="278092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0</a:t>
            </a:r>
          </a:p>
        </p:txBody>
      </p:sp>
      <p:sp>
        <p:nvSpPr>
          <p:cNvPr id="16" name="Rechthoek 15"/>
          <p:cNvSpPr/>
          <p:nvPr/>
        </p:nvSpPr>
        <p:spPr>
          <a:xfrm>
            <a:off x="5580112" y="170080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3:3*_</a:t>
            </a:r>
          </a:p>
        </p:txBody>
      </p:sp>
      <p:sp>
        <p:nvSpPr>
          <p:cNvPr id="17" name="Rechthoek 16"/>
          <p:cNvSpPr/>
          <p:nvPr/>
        </p:nvSpPr>
        <p:spPr>
          <a:xfrm>
            <a:off x="5580112" y="206084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2:2*_</a:t>
            </a:r>
          </a:p>
        </p:txBody>
      </p:sp>
      <p:sp>
        <p:nvSpPr>
          <p:cNvPr id="18" name="Rechthoek 17"/>
          <p:cNvSpPr/>
          <p:nvPr/>
        </p:nvSpPr>
        <p:spPr>
          <a:xfrm>
            <a:off x="5580112" y="242088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1</a:t>
            </a:r>
          </a:p>
        </p:txBody>
      </p:sp>
      <p:sp>
        <p:nvSpPr>
          <p:cNvPr id="20" name="Rechthoek 19"/>
          <p:cNvSpPr/>
          <p:nvPr/>
        </p:nvSpPr>
        <p:spPr>
          <a:xfrm>
            <a:off x="4139952" y="170080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3:3*_</a:t>
            </a:r>
          </a:p>
        </p:txBody>
      </p:sp>
      <p:sp>
        <p:nvSpPr>
          <p:cNvPr id="21" name="Rechthoek 20"/>
          <p:cNvSpPr/>
          <p:nvPr/>
        </p:nvSpPr>
        <p:spPr>
          <a:xfrm>
            <a:off x="4139952" y="206084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</a:t>
            </a:r>
          </a:p>
        </p:txBody>
      </p:sp>
      <p:sp>
        <p:nvSpPr>
          <p:cNvPr id="24" name="Rechthoek 23"/>
          <p:cNvSpPr/>
          <p:nvPr/>
        </p:nvSpPr>
        <p:spPr>
          <a:xfrm>
            <a:off x="2627784" y="1700808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</a:t>
            </a:r>
          </a:p>
        </p:txBody>
      </p:sp>
      <p:sp>
        <p:nvSpPr>
          <p:cNvPr id="28" name="Rechthoek 27"/>
          <p:cNvSpPr/>
          <p:nvPr/>
        </p:nvSpPr>
        <p:spPr>
          <a:xfrm>
            <a:off x="7020272" y="342900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3:3*2</a:t>
            </a:r>
          </a:p>
        </p:txBody>
      </p:sp>
      <p:sp>
        <p:nvSpPr>
          <p:cNvPr id="32" name="Rechthoek 31"/>
          <p:cNvSpPr/>
          <p:nvPr/>
        </p:nvSpPr>
        <p:spPr>
          <a:xfrm>
            <a:off x="5580112" y="342900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3:3*_</a:t>
            </a:r>
          </a:p>
        </p:txBody>
      </p:sp>
      <p:sp>
        <p:nvSpPr>
          <p:cNvPr id="33" name="Rechthoek 32"/>
          <p:cNvSpPr/>
          <p:nvPr/>
        </p:nvSpPr>
        <p:spPr>
          <a:xfrm>
            <a:off x="5580112" y="378904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2: 2*1</a:t>
            </a:r>
          </a:p>
        </p:txBody>
      </p:sp>
      <p:sp>
        <p:nvSpPr>
          <p:cNvPr id="36" name="Rechthoek 35"/>
          <p:cNvSpPr/>
          <p:nvPr/>
        </p:nvSpPr>
        <p:spPr>
          <a:xfrm>
            <a:off x="4139952" y="342900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 3*_</a:t>
            </a:r>
          </a:p>
        </p:txBody>
      </p:sp>
      <p:sp>
        <p:nvSpPr>
          <p:cNvPr id="37" name="Rechthoek 36"/>
          <p:cNvSpPr/>
          <p:nvPr/>
        </p:nvSpPr>
        <p:spPr>
          <a:xfrm>
            <a:off x="4139952" y="378904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2: 2*_</a:t>
            </a:r>
          </a:p>
        </p:txBody>
      </p:sp>
      <p:sp>
        <p:nvSpPr>
          <p:cNvPr id="38" name="Rechthoek 37"/>
          <p:cNvSpPr/>
          <p:nvPr/>
        </p:nvSpPr>
        <p:spPr>
          <a:xfrm>
            <a:off x="4139952" y="414908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1: 1*1</a:t>
            </a:r>
          </a:p>
        </p:txBody>
      </p:sp>
      <p:sp>
        <p:nvSpPr>
          <p:cNvPr id="40" name="Rechthoek 39"/>
          <p:cNvSpPr/>
          <p:nvPr/>
        </p:nvSpPr>
        <p:spPr>
          <a:xfrm>
            <a:off x="2627784" y="342900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3:3*_</a:t>
            </a:r>
          </a:p>
        </p:txBody>
      </p:sp>
      <p:sp>
        <p:nvSpPr>
          <p:cNvPr id="41" name="Rechthoek 40"/>
          <p:cNvSpPr/>
          <p:nvPr/>
        </p:nvSpPr>
        <p:spPr>
          <a:xfrm>
            <a:off x="2627784" y="378904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2:2*_</a:t>
            </a:r>
          </a:p>
        </p:txBody>
      </p:sp>
      <p:sp>
        <p:nvSpPr>
          <p:cNvPr id="42" name="Rechthoek 41"/>
          <p:cNvSpPr/>
          <p:nvPr/>
        </p:nvSpPr>
        <p:spPr>
          <a:xfrm>
            <a:off x="2627784" y="414908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1:1*_</a:t>
            </a:r>
          </a:p>
        </p:txBody>
      </p:sp>
      <p:sp>
        <p:nvSpPr>
          <p:cNvPr id="43" name="Rechthoek 42"/>
          <p:cNvSpPr/>
          <p:nvPr/>
        </p:nvSpPr>
        <p:spPr>
          <a:xfrm>
            <a:off x="2627784" y="4509120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nl-NL" dirty="0" err="1"/>
              <a:t>fact</a:t>
            </a:r>
            <a:r>
              <a:rPr lang="nl-NL" dirty="0"/>
              <a:t> 0: 1</a:t>
            </a:r>
          </a:p>
        </p:txBody>
      </p:sp>
    </p:spTree>
    <p:extLst>
      <p:ext uri="{BB962C8B-B14F-4D97-AF65-F5344CB8AC3E}">
        <p14:creationId xmlns:p14="http://schemas.microsoft.com/office/powerpoint/2010/main" val="581487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17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>
                <a:latin typeface="Courier"/>
                <a:cs typeface="Courier"/>
              </a:rPr>
              <a:t>factHelper</a:t>
            </a:r>
            <a:r>
              <a:rPr lang="nl-NL" dirty="0">
                <a:latin typeface="Courier"/>
                <a:cs typeface="Courier"/>
              </a:rPr>
              <a:t> n </a:t>
            </a:r>
            <a:r>
              <a:rPr lang="nl-NL" dirty="0" err="1">
                <a:latin typeface="Courier"/>
                <a:cs typeface="Courier"/>
              </a:rPr>
              <a:t>ophopper</a:t>
            </a:r>
            <a:r>
              <a:rPr lang="nl-NL" dirty="0">
                <a:latin typeface="Courier"/>
                <a:cs typeface="Courier"/>
              </a:rPr>
              <a:t> = 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</a:t>
            </a:r>
            <a:r>
              <a:rPr lang="nl-NL" dirty="0" err="1">
                <a:latin typeface="Courier"/>
                <a:cs typeface="Courier"/>
              </a:rPr>
              <a:t>if</a:t>
            </a:r>
            <a:r>
              <a:rPr lang="nl-NL" dirty="0">
                <a:latin typeface="Courier"/>
                <a:cs typeface="Courier"/>
              </a:rPr>
              <a:t> n==0 </a:t>
            </a:r>
            <a:r>
              <a:rPr lang="nl-NL" dirty="0" err="1">
                <a:latin typeface="Courier"/>
                <a:cs typeface="Courier"/>
              </a:rPr>
              <a:t>then</a:t>
            </a:r>
            <a:r>
              <a:rPr lang="nl-NL" dirty="0"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  </a:t>
            </a:r>
            <a:r>
              <a:rPr lang="nl-NL" dirty="0" err="1">
                <a:latin typeface="Courier"/>
                <a:cs typeface="Courier"/>
              </a:rPr>
              <a:t>ophopper</a:t>
            </a:r>
            <a:r>
              <a:rPr lang="nl-NL" dirty="0"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</a:t>
            </a:r>
            <a:r>
              <a:rPr lang="nl-NL" dirty="0" err="1">
                <a:latin typeface="Courier"/>
                <a:cs typeface="Courier"/>
              </a:rPr>
              <a:t>else</a:t>
            </a:r>
            <a:r>
              <a:rPr lang="nl-NL" dirty="0">
                <a:latin typeface="Courier"/>
                <a:cs typeface="Courier"/>
              </a:rPr>
              <a:t> 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  </a:t>
            </a:r>
            <a:r>
              <a:rPr lang="nl-NL" dirty="0" err="1">
                <a:latin typeface="Courier"/>
                <a:cs typeface="Courier"/>
              </a:rPr>
              <a:t>factHelper</a:t>
            </a:r>
            <a:r>
              <a:rPr lang="nl-NL" dirty="0">
                <a:latin typeface="Courier"/>
                <a:cs typeface="Courier"/>
              </a:rPr>
              <a:t> (n-1) (</a:t>
            </a:r>
            <a:r>
              <a:rPr lang="nl-NL" dirty="0" err="1">
                <a:latin typeface="Courier"/>
                <a:cs typeface="Courier"/>
              </a:rPr>
              <a:t>ophopper</a:t>
            </a:r>
            <a:r>
              <a:rPr lang="nl-NL" dirty="0">
                <a:latin typeface="Courier"/>
                <a:cs typeface="Courier"/>
              </a:rPr>
              <a:t>*n)	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	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factor n = </a:t>
            </a:r>
            <a:r>
              <a:rPr lang="nl-NL" dirty="0" err="1">
                <a:latin typeface="Courier"/>
                <a:cs typeface="Courier"/>
              </a:rPr>
              <a:t>factHelper</a:t>
            </a:r>
            <a:r>
              <a:rPr lang="nl-NL" dirty="0">
                <a:latin typeface="Courier"/>
                <a:cs typeface="Courier"/>
              </a:rPr>
              <a:t> n 1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Tail</a:t>
            </a:r>
            <a:r>
              <a:rPr lang="nl-NL" dirty="0"/>
              <a:t> </a:t>
            </a:r>
            <a:r>
              <a:rPr lang="nl-NL" dirty="0" err="1"/>
              <a:t>Recursion</a:t>
            </a:r>
            <a:r>
              <a:rPr lang="nl-NL" dirty="0"/>
              <a:t> optimaal</a:t>
            </a:r>
          </a:p>
        </p:txBody>
      </p:sp>
    </p:spTree>
    <p:extLst>
      <p:ext uri="{BB962C8B-B14F-4D97-AF65-F5344CB8AC3E}">
        <p14:creationId xmlns:p14="http://schemas.microsoft.com/office/powerpoint/2010/main" val="1294466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18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factor 3</a:t>
            </a:r>
          </a:p>
          <a:p>
            <a:pPr marL="0" indent="0">
              <a:buNone/>
            </a:pPr>
            <a:endParaRPr lang="nl-NL" dirty="0">
              <a:latin typeface="Courier"/>
              <a:cs typeface="Courier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Stack bij vorige slide</a:t>
            </a:r>
          </a:p>
        </p:txBody>
      </p:sp>
      <p:sp>
        <p:nvSpPr>
          <p:cNvPr id="12" name="Rechthoek 11"/>
          <p:cNvSpPr/>
          <p:nvPr/>
        </p:nvSpPr>
        <p:spPr>
          <a:xfrm>
            <a:off x="6804248" y="1844824"/>
            <a:ext cx="165618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ophop</a:t>
            </a:r>
            <a:r>
              <a:rPr lang="nl-NL" dirty="0"/>
              <a:t>(0,6)</a:t>
            </a:r>
          </a:p>
        </p:txBody>
      </p:sp>
      <p:sp>
        <p:nvSpPr>
          <p:cNvPr id="16" name="Rechthoek 15"/>
          <p:cNvSpPr/>
          <p:nvPr/>
        </p:nvSpPr>
        <p:spPr>
          <a:xfrm>
            <a:off x="5364088" y="1844824"/>
            <a:ext cx="1296144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ophop</a:t>
            </a:r>
            <a:r>
              <a:rPr lang="nl-NL" dirty="0"/>
              <a:t>(1,6)</a:t>
            </a:r>
          </a:p>
        </p:txBody>
      </p:sp>
      <p:sp>
        <p:nvSpPr>
          <p:cNvPr id="20" name="Rechthoek 19"/>
          <p:cNvSpPr/>
          <p:nvPr/>
        </p:nvSpPr>
        <p:spPr>
          <a:xfrm>
            <a:off x="2339752" y="1844824"/>
            <a:ext cx="1368152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ophop</a:t>
            </a:r>
            <a:r>
              <a:rPr lang="nl-NL" dirty="0"/>
              <a:t>(3,1)</a:t>
            </a:r>
          </a:p>
        </p:txBody>
      </p:sp>
      <p:sp>
        <p:nvSpPr>
          <p:cNvPr id="24" name="Rechthoek 23"/>
          <p:cNvSpPr/>
          <p:nvPr/>
        </p:nvSpPr>
        <p:spPr>
          <a:xfrm>
            <a:off x="827584" y="1844824"/>
            <a:ext cx="1177280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fact</a:t>
            </a:r>
            <a:r>
              <a:rPr lang="nl-NL" dirty="0"/>
              <a:t> 3</a:t>
            </a:r>
          </a:p>
        </p:txBody>
      </p:sp>
      <p:sp>
        <p:nvSpPr>
          <p:cNvPr id="44" name="Rechthoek 43"/>
          <p:cNvSpPr/>
          <p:nvPr/>
        </p:nvSpPr>
        <p:spPr>
          <a:xfrm>
            <a:off x="3851920" y="1844824"/>
            <a:ext cx="1368152" cy="36004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/>
              <a:t>ophop</a:t>
            </a:r>
            <a:r>
              <a:rPr lang="nl-NL" dirty="0"/>
              <a:t>(2,3)</a:t>
            </a:r>
          </a:p>
        </p:txBody>
      </p:sp>
    </p:spTree>
    <p:extLst>
      <p:ext uri="{BB962C8B-B14F-4D97-AF65-F5344CB8AC3E}">
        <p14:creationId xmlns:p14="http://schemas.microsoft.com/office/powerpoint/2010/main" val="2582249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19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Functional</a:t>
            </a:r>
            <a:r>
              <a:rPr lang="nl-NL" dirty="0"/>
              <a:t> </a:t>
            </a:r>
            <a:r>
              <a:rPr lang="nl-NL" dirty="0" err="1"/>
              <a:t>composition</a:t>
            </a:r>
            <a:endParaRPr lang="nl-NL" dirty="0"/>
          </a:p>
          <a:p>
            <a:r>
              <a:rPr lang="nl-NL" dirty="0" err="1"/>
              <a:t>Apply-to-All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Form</a:t>
            </a:r>
          </a:p>
          <a:p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Functional</a:t>
            </a:r>
            <a:r>
              <a:rPr lang="nl-NL" dirty="0"/>
              <a:t> Forms</a:t>
            </a:r>
          </a:p>
        </p:txBody>
      </p:sp>
    </p:spTree>
    <p:extLst>
      <p:ext uri="{BB962C8B-B14F-4D97-AF65-F5344CB8AC3E}">
        <p14:creationId xmlns:p14="http://schemas.microsoft.com/office/powerpoint/2010/main" val="740200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20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Wiskundig wordt het meestal getoond als een  º. Waar f º g (meestal gelezen als f van g) is de compositie van f met g.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Het is een manier om meerdere functies aan elkaar te knopen.</a:t>
            </a:r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Functional</a:t>
            </a:r>
            <a:r>
              <a:rPr lang="nl-NL" dirty="0"/>
              <a:t> </a:t>
            </a:r>
            <a:r>
              <a:rPr lang="nl-NL" dirty="0" err="1"/>
              <a:t>Composition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01405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21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89646"/>
            <a:ext cx="8229600" cy="22273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g x = 3 * x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f x = 2 + x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h = f . g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h 8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&gt; 26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 </a:t>
            </a:r>
            <a:r>
              <a:rPr lang="nl-NL" dirty="0" err="1"/>
              <a:t>functional</a:t>
            </a:r>
            <a:r>
              <a:rPr lang="nl-NL" dirty="0"/>
              <a:t> </a:t>
            </a:r>
            <a:r>
              <a:rPr lang="nl-NL" dirty="0" err="1"/>
              <a:t>composition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4614059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22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628800"/>
            <a:ext cx="8229600" cy="230425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g x = 3 * x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f x = 2 + x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h = \x -&gt; f (g x) </a:t>
            </a:r>
            <a:endParaRPr lang="nl-NL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h 8</a:t>
            </a:r>
          </a:p>
          <a:p>
            <a:pPr marL="0" indent="0"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&gt; 26</a:t>
            </a:r>
          </a:p>
          <a:p>
            <a:pPr marL="0" indent="0">
              <a:buNone/>
            </a:pP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Zo kan het ook, maar is minder duidelijk</a:t>
            </a:r>
          </a:p>
        </p:txBody>
      </p:sp>
    </p:spTree>
    <p:extLst>
      <p:ext uri="{BB962C8B-B14F-4D97-AF65-F5344CB8AC3E}">
        <p14:creationId xmlns:p14="http://schemas.microsoft.com/office/powerpoint/2010/main" val="183331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42274" y="1628800"/>
            <a:ext cx="8229600" cy="309634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a x = 5 + x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g x = 3 * x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f x = 2 + x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h = f . g . a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h 8</a:t>
            </a:r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&gt; 41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Voorbeeld </a:t>
            </a:r>
            <a:r>
              <a:rPr lang="nl-NL" dirty="0" err="1"/>
              <a:t>functional</a:t>
            </a:r>
            <a:r>
              <a:rPr lang="nl-NL" dirty="0"/>
              <a:t> </a:t>
            </a:r>
            <a:r>
              <a:rPr lang="nl-NL" dirty="0" err="1"/>
              <a:t>composition</a:t>
            </a:r>
            <a:r>
              <a:rPr lang="nl-NL" dirty="0"/>
              <a:t> met drie functies</a:t>
            </a:r>
          </a:p>
        </p:txBody>
      </p:sp>
    </p:spTree>
    <p:extLst>
      <p:ext uri="{BB962C8B-B14F-4D97-AF65-F5344CB8AC3E}">
        <p14:creationId xmlns:p14="http://schemas.microsoft.com/office/powerpoint/2010/main" val="191232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611560" y="1489646"/>
            <a:ext cx="8229600" cy="3373835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Wiskundig voorbeeld</a:t>
            </a:r>
          </a:p>
          <a:p>
            <a:pPr marL="0" indent="0">
              <a:buNone/>
            </a:pPr>
            <a:r>
              <a:rPr lang="fr-FR" dirty="0"/>
              <a:t>h(x) = x * x, </a:t>
            </a:r>
          </a:p>
          <a:p>
            <a:pPr marL="0" indent="0">
              <a:buNone/>
            </a:pPr>
            <a:r>
              <a:rPr lang="fr-FR" dirty="0"/>
              <a:t>dan </a:t>
            </a:r>
            <a:r>
              <a:rPr lang="fr-FR" dirty="0" err="1"/>
              <a:t>geeft</a:t>
            </a:r>
            <a:r>
              <a:rPr lang="fr-FR" dirty="0"/>
              <a:t> </a:t>
            </a:r>
            <a:r>
              <a:rPr lang="tr-TR" dirty="0">
                <a:latin typeface="Calibri"/>
                <a:cs typeface="Calibri"/>
              </a:rPr>
              <a:t>α</a:t>
            </a:r>
            <a:r>
              <a:rPr lang="tr-TR" dirty="0"/>
              <a:t>(</a:t>
            </a:r>
            <a:r>
              <a:rPr lang="tr-TR" i="1" dirty="0"/>
              <a:t>h</a:t>
            </a:r>
            <a:r>
              <a:rPr lang="tr-TR" dirty="0"/>
              <a:t>, (2, 3, 4)) </a:t>
            </a:r>
            <a:r>
              <a:rPr lang="tr-TR" dirty="0" err="1"/>
              <a:t>het</a:t>
            </a:r>
            <a:r>
              <a:rPr lang="tr-TR" dirty="0"/>
              <a:t> </a:t>
            </a:r>
            <a:r>
              <a:rPr lang="tr-TR" dirty="0" err="1"/>
              <a:t>resultaat</a:t>
            </a:r>
            <a:r>
              <a:rPr lang="tr-TR" dirty="0"/>
              <a:t> (4, 9, 16)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>
              <a:latin typeface="Verdana"/>
              <a:cs typeface="Verdana"/>
            </a:endParaRPr>
          </a:p>
          <a:p>
            <a:pPr marL="0" indent="0">
              <a:buNone/>
            </a:pPr>
            <a:r>
              <a:rPr lang="tr-TR" dirty="0">
                <a:latin typeface="Verdana"/>
                <a:cs typeface="Verdana"/>
              </a:rPr>
              <a:t>*</a:t>
            </a:r>
            <a:r>
              <a:rPr lang="tr-TR" dirty="0">
                <a:latin typeface="Calibri"/>
                <a:cs typeface="Calibri"/>
              </a:rPr>
              <a:t>α </a:t>
            </a:r>
            <a:r>
              <a:rPr lang="tr-TR" dirty="0">
                <a:latin typeface="Verdana"/>
                <a:cs typeface="Verdana"/>
              </a:rPr>
              <a:t>is </a:t>
            </a:r>
            <a:r>
              <a:rPr lang="tr-TR" dirty="0" err="1">
                <a:latin typeface="Verdana"/>
                <a:cs typeface="Verdana"/>
              </a:rPr>
              <a:t>een</a:t>
            </a:r>
            <a:r>
              <a:rPr lang="tr-TR" dirty="0">
                <a:latin typeface="Verdana"/>
                <a:cs typeface="Verdana"/>
              </a:rPr>
              <a:t> </a:t>
            </a:r>
            <a:r>
              <a:rPr lang="tr-TR" dirty="0" err="1">
                <a:latin typeface="Verdana"/>
                <a:cs typeface="Verdana"/>
              </a:rPr>
              <a:t>soort</a:t>
            </a:r>
            <a:r>
              <a:rPr lang="tr-TR" dirty="0">
                <a:latin typeface="Verdana"/>
                <a:cs typeface="Verdana"/>
              </a:rPr>
              <a:t> </a:t>
            </a:r>
            <a:r>
              <a:rPr lang="tr-TR" dirty="0" err="1">
                <a:latin typeface="Verdana"/>
                <a:cs typeface="Verdana"/>
              </a:rPr>
              <a:t>map</a:t>
            </a:r>
            <a:r>
              <a:rPr lang="tr-TR" dirty="0">
                <a:latin typeface="Verdana"/>
                <a:cs typeface="Verdana"/>
              </a:rPr>
              <a:t> </a:t>
            </a:r>
            <a:r>
              <a:rPr lang="tr-TR" dirty="0" err="1">
                <a:latin typeface="Verdana"/>
                <a:cs typeface="Verdana"/>
              </a:rPr>
              <a:t>functie</a:t>
            </a:r>
            <a:r>
              <a:rPr lang="tr-TR" dirty="0">
                <a:latin typeface="Verdana"/>
                <a:cs typeface="Verdana"/>
              </a:rPr>
              <a:t> in de </a:t>
            </a:r>
            <a:r>
              <a:rPr lang="tr-TR" dirty="0" err="1">
                <a:latin typeface="Verdana"/>
                <a:cs typeface="Verdana"/>
              </a:rPr>
              <a:t>wiskunde</a:t>
            </a:r>
            <a:endParaRPr lang="nl-NL" dirty="0">
              <a:latin typeface="Verdana"/>
              <a:cs typeface="Verdana"/>
            </a:endParaRP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Apply-to-All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Form</a:t>
            </a:r>
          </a:p>
        </p:txBody>
      </p:sp>
    </p:spTree>
    <p:extLst>
      <p:ext uri="{BB962C8B-B14F-4D97-AF65-F5344CB8AC3E}">
        <p14:creationId xmlns:p14="http://schemas.microsoft.com/office/powerpoint/2010/main" val="3812977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89646"/>
            <a:ext cx="8229600" cy="3379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Voorbeeld met </a:t>
            </a:r>
            <a:r>
              <a:rPr lang="nl-NL" dirty="0" err="1"/>
              <a:t>Haskell</a:t>
            </a:r>
            <a:endParaRPr lang="nl-NL" dirty="0"/>
          </a:p>
          <a:p>
            <a:pPr marL="0" indent="0">
              <a:buNone/>
            </a:pPr>
            <a:r>
              <a:rPr lang="fr-FR" dirty="0">
                <a:latin typeface="Courier"/>
                <a:cs typeface="Courier"/>
              </a:rPr>
              <a:t>h(x) = x * x</a:t>
            </a:r>
          </a:p>
          <a:p>
            <a:pPr marL="0" indent="0">
              <a:buNone/>
            </a:pPr>
            <a:r>
              <a:rPr lang="nl-NL" dirty="0">
                <a:latin typeface="Courier"/>
                <a:cs typeface="Courier"/>
              </a:rPr>
              <a:t>map(h) [2, 3, 4]</a:t>
            </a:r>
            <a:endParaRPr lang="tr-TR" dirty="0">
              <a:latin typeface="Courier"/>
              <a:cs typeface="Courier"/>
            </a:endParaRP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 err="1"/>
              <a:t>geeft</a:t>
            </a:r>
            <a:r>
              <a:rPr lang="tr-TR" dirty="0"/>
              <a:t> </a:t>
            </a:r>
            <a:r>
              <a:rPr lang="tr-TR" dirty="0" err="1"/>
              <a:t>als</a:t>
            </a:r>
            <a:r>
              <a:rPr lang="tr-TR" dirty="0"/>
              <a:t> </a:t>
            </a:r>
            <a:r>
              <a:rPr lang="tr-TR" dirty="0" err="1"/>
              <a:t>resultaat</a:t>
            </a:r>
            <a:r>
              <a:rPr lang="tr-TR" dirty="0"/>
              <a:t> (4, 9, 16)</a:t>
            </a:r>
          </a:p>
          <a:p>
            <a:pPr marL="0" indent="0">
              <a:buNone/>
            </a:pPr>
            <a:endParaRPr lang="tr-TR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Apply-to-All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Form met </a:t>
            </a:r>
            <a:r>
              <a:rPr lang="nl-NL" dirty="0" err="1"/>
              <a:t>Haskell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43994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124745"/>
            <a:ext cx="8229600" cy="4464496"/>
          </a:xfrm>
          <a:solidFill>
            <a:schemeClr val="bg1">
              <a:lumMod val="95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600" dirty="0"/>
              <a:t>	  </a:t>
            </a:r>
            <a:r>
              <a:rPr lang="nl-NL" sz="600" b="1" dirty="0"/>
              <a:t>public </a:t>
            </a:r>
            <a:r>
              <a:rPr lang="nl-NL" sz="600" b="1" dirty="0" err="1"/>
              <a:t>void</a:t>
            </a:r>
            <a:r>
              <a:rPr lang="nl-NL" sz="600" b="1" dirty="0"/>
              <a:t> </a:t>
            </a:r>
            <a:r>
              <a:rPr lang="nl-NL" sz="600" b="1" dirty="0" err="1"/>
              <a:t>sort</a:t>
            </a:r>
            <a:r>
              <a:rPr lang="nl-NL" sz="600" b="1" dirty="0"/>
              <a:t>(T[] </a:t>
            </a:r>
            <a:r>
              <a:rPr lang="nl-NL" sz="600" b="1" dirty="0" err="1"/>
              <a:t>values</a:t>
            </a:r>
            <a:r>
              <a:rPr lang="nl-NL" sz="600" b="1" dirty="0"/>
              <a:t>) {</a:t>
            </a:r>
          </a:p>
          <a:p>
            <a:pPr marL="0" indent="0">
              <a:buNone/>
            </a:pPr>
            <a:r>
              <a:rPr lang="nl-NL" sz="600" dirty="0"/>
              <a:t>	    // check </a:t>
            </a:r>
            <a:r>
              <a:rPr lang="nl-NL" sz="600" dirty="0" err="1"/>
              <a:t>for</a:t>
            </a:r>
            <a:r>
              <a:rPr lang="nl-NL" sz="600" dirty="0"/>
              <a:t> empty or </a:t>
            </a:r>
            <a:r>
              <a:rPr lang="nl-NL" sz="600" dirty="0" err="1"/>
              <a:t>null</a:t>
            </a:r>
            <a:r>
              <a:rPr lang="nl-NL" sz="600" dirty="0"/>
              <a:t> array</a:t>
            </a:r>
          </a:p>
          <a:p>
            <a:pPr marL="0" indent="0">
              <a:buNone/>
            </a:pPr>
            <a:r>
              <a:rPr lang="nl-NL" sz="600" dirty="0"/>
              <a:t>	    </a:t>
            </a:r>
            <a:r>
              <a:rPr lang="nl-NL" sz="600" b="1" dirty="0" err="1"/>
              <a:t>if</a:t>
            </a:r>
            <a:r>
              <a:rPr lang="nl-NL" sz="600" b="1" dirty="0"/>
              <a:t> (</a:t>
            </a:r>
            <a:r>
              <a:rPr lang="nl-NL" sz="600" b="1" dirty="0" err="1"/>
              <a:t>values</a:t>
            </a:r>
            <a:r>
              <a:rPr lang="nl-NL" sz="600" b="1" dirty="0"/>
              <a:t> ==</a:t>
            </a:r>
            <a:r>
              <a:rPr lang="nl-NL" sz="600" b="1" dirty="0" err="1"/>
              <a:t>null</a:t>
            </a:r>
            <a:r>
              <a:rPr lang="nl-NL" sz="600" b="1" dirty="0"/>
              <a:t> || </a:t>
            </a:r>
            <a:r>
              <a:rPr lang="nl-NL" sz="600" b="1" dirty="0" err="1"/>
              <a:t>values.length</a:t>
            </a:r>
            <a:r>
              <a:rPr lang="nl-NL" sz="600" b="1" dirty="0"/>
              <a:t>==0){</a:t>
            </a:r>
          </a:p>
          <a:p>
            <a:pPr marL="0" indent="0">
              <a:buNone/>
            </a:pPr>
            <a:r>
              <a:rPr lang="ro-RO" sz="600" dirty="0"/>
              <a:t>	      </a:t>
            </a:r>
            <a:r>
              <a:rPr lang="ro-RO" sz="600" b="1" dirty="0"/>
              <a:t>return;</a:t>
            </a:r>
          </a:p>
          <a:p>
            <a:pPr marL="0" indent="0">
              <a:buNone/>
            </a:pPr>
            <a:r>
              <a:rPr lang="de-DE" sz="600" dirty="0"/>
              <a:t>	    }</a:t>
            </a:r>
          </a:p>
          <a:p>
            <a:pPr marL="0" indent="0">
              <a:buNone/>
            </a:pPr>
            <a:r>
              <a:rPr lang="de-DE" sz="600" dirty="0"/>
              <a:t>	    </a:t>
            </a:r>
            <a:r>
              <a:rPr lang="de-DE" sz="600" b="1" dirty="0" err="1"/>
              <a:t>this.numbers</a:t>
            </a:r>
            <a:r>
              <a:rPr lang="de-DE" sz="600" b="1" dirty="0"/>
              <a:t> = </a:t>
            </a:r>
            <a:r>
              <a:rPr lang="de-DE" sz="600" b="1" dirty="0" err="1"/>
              <a:t>values</a:t>
            </a:r>
            <a:r>
              <a:rPr lang="de-DE" sz="600" b="1" dirty="0"/>
              <a:t>;</a:t>
            </a:r>
          </a:p>
          <a:p>
            <a:pPr marL="0" indent="0">
              <a:buNone/>
            </a:pPr>
            <a:r>
              <a:rPr lang="de-DE" sz="600" dirty="0"/>
              <a:t>	    </a:t>
            </a:r>
            <a:r>
              <a:rPr lang="de-DE" sz="600" dirty="0" err="1"/>
              <a:t>number</a:t>
            </a:r>
            <a:r>
              <a:rPr lang="de-DE" sz="600" dirty="0"/>
              <a:t> = </a:t>
            </a:r>
            <a:r>
              <a:rPr lang="de-DE" sz="600" dirty="0" err="1"/>
              <a:t>values.length</a:t>
            </a:r>
            <a:r>
              <a:rPr lang="de-DE" sz="600" dirty="0"/>
              <a:t>;</a:t>
            </a:r>
          </a:p>
          <a:p>
            <a:pPr marL="0" indent="0">
              <a:buNone/>
            </a:pPr>
            <a:r>
              <a:rPr lang="en-US" sz="600" dirty="0"/>
              <a:t>	    quicksort(0, number - 1);</a:t>
            </a:r>
          </a:p>
          <a:p>
            <a:pPr marL="0" indent="0">
              <a:buNone/>
            </a:pPr>
            <a:r>
              <a:rPr lang="de-DE" sz="600" dirty="0"/>
              <a:t>	  }</a:t>
            </a:r>
          </a:p>
          <a:p>
            <a:pPr marL="0" indent="0">
              <a:buNone/>
            </a:pPr>
            <a:endParaRPr lang="de-DE" sz="600" dirty="0"/>
          </a:p>
          <a:p>
            <a:pPr marL="0" indent="0">
              <a:buNone/>
            </a:pPr>
            <a:r>
              <a:rPr lang="de-DE" sz="600" dirty="0"/>
              <a:t>	  </a:t>
            </a:r>
            <a:r>
              <a:rPr lang="de-DE" sz="600" b="1" dirty="0"/>
              <a:t>private </a:t>
            </a:r>
            <a:r>
              <a:rPr lang="de-DE" sz="600" b="1" dirty="0" err="1"/>
              <a:t>void</a:t>
            </a:r>
            <a:r>
              <a:rPr lang="de-DE" sz="600" b="1" dirty="0"/>
              <a:t> </a:t>
            </a:r>
            <a:r>
              <a:rPr lang="de-DE" sz="600" b="1" dirty="0" err="1"/>
              <a:t>quicksort</a:t>
            </a:r>
            <a:r>
              <a:rPr lang="de-DE" sz="600" b="1" dirty="0"/>
              <a:t>(</a:t>
            </a:r>
            <a:r>
              <a:rPr lang="de-DE" sz="600" b="1" dirty="0" err="1"/>
              <a:t>int</a:t>
            </a:r>
            <a:r>
              <a:rPr lang="de-DE" sz="600" b="1" dirty="0"/>
              <a:t> </a:t>
            </a:r>
            <a:r>
              <a:rPr lang="de-DE" sz="600" b="1" dirty="0" err="1"/>
              <a:t>low</a:t>
            </a:r>
            <a:r>
              <a:rPr lang="de-DE" sz="600" b="1" dirty="0"/>
              <a:t>, </a:t>
            </a:r>
            <a:r>
              <a:rPr lang="de-DE" sz="600" b="1" dirty="0" err="1"/>
              <a:t>int</a:t>
            </a:r>
            <a:r>
              <a:rPr lang="de-DE" sz="600" b="1" dirty="0"/>
              <a:t> high) {</a:t>
            </a:r>
          </a:p>
          <a:p>
            <a:pPr marL="0" indent="0">
              <a:buNone/>
            </a:pPr>
            <a:r>
              <a:rPr lang="en-US" sz="600" dirty="0"/>
              <a:t>	    </a:t>
            </a:r>
            <a:r>
              <a:rPr lang="en-US" sz="600" b="1" dirty="0" err="1"/>
              <a:t>int</a:t>
            </a:r>
            <a:r>
              <a:rPr lang="en-US" sz="600" b="1" dirty="0"/>
              <a:t> </a:t>
            </a:r>
            <a:r>
              <a:rPr lang="en-US" sz="600" b="1" dirty="0" err="1"/>
              <a:t>i</a:t>
            </a:r>
            <a:r>
              <a:rPr lang="en-US" sz="600" b="1" dirty="0"/>
              <a:t> = low, j = high;</a:t>
            </a:r>
          </a:p>
          <a:p>
            <a:pPr marL="0" indent="0">
              <a:buNone/>
            </a:pPr>
            <a:r>
              <a:rPr lang="en-US" sz="600" dirty="0"/>
              <a:t>	    T pivot = numbers[low + (high-low)/2];</a:t>
            </a:r>
          </a:p>
          <a:p>
            <a:pPr marL="0" indent="0">
              <a:buNone/>
            </a:pPr>
            <a:endParaRPr lang="en-US" sz="600" dirty="0"/>
          </a:p>
          <a:p>
            <a:pPr marL="0" indent="0">
              <a:buNone/>
            </a:pPr>
            <a:r>
              <a:rPr lang="en-US" sz="600" dirty="0"/>
              <a:t>	    </a:t>
            </a:r>
            <a:r>
              <a:rPr lang="en-US" sz="600" b="1" dirty="0"/>
              <a:t>while (</a:t>
            </a:r>
            <a:r>
              <a:rPr lang="en-US" sz="600" b="1" dirty="0" err="1"/>
              <a:t>i</a:t>
            </a:r>
            <a:r>
              <a:rPr lang="en-US" sz="600" b="1" dirty="0"/>
              <a:t> &lt;= j) {</a:t>
            </a:r>
          </a:p>
          <a:p>
            <a:pPr marL="0" indent="0">
              <a:buNone/>
            </a:pPr>
            <a:r>
              <a:rPr lang="en-US" sz="600" dirty="0"/>
              <a:t>	      </a:t>
            </a:r>
            <a:r>
              <a:rPr lang="en-US" sz="600" b="1" dirty="0"/>
              <a:t>while (numbers[</a:t>
            </a:r>
            <a:r>
              <a:rPr lang="en-US" sz="600" b="1" dirty="0" err="1"/>
              <a:t>i</a:t>
            </a:r>
            <a:r>
              <a:rPr lang="en-US" sz="600" b="1" dirty="0"/>
              <a:t>].</a:t>
            </a:r>
            <a:r>
              <a:rPr lang="en-US" sz="600" b="1" dirty="0" err="1"/>
              <a:t>compareTo</a:t>
            </a:r>
            <a:r>
              <a:rPr lang="en-US" sz="600" b="1" dirty="0"/>
              <a:t>(pivot) &lt; 0) {</a:t>
            </a:r>
          </a:p>
          <a:p>
            <a:pPr marL="0" indent="0">
              <a:buNone/>
            </a:pPr>
            <a:r>
              <a:rPr lang="de-DE" sz="600" dirty="0"/>
              <a:t>	        i++;</a:t>
            </a:r>
          </a:p>
          <a:p>
            <a:pPr marL="0" indent="0">
              <a:buNone/>
            </a:pPr>
            <a:r>
              <a:rPr lang="de-DE" sz="600" dirty="0"/>
              <a:t>	      }</a:t>
            </a:r>
          </a:p>
          <a:p>
            <a:pPr marL="0" indent="0">
              <a:buNone/>
            </a:pPr>
            <a:r>
              <a:rPr lang="de-DE" sz="600" dirty="0"/>
              <a:t>	      </a:t>
            </a:r>
            <a:r>
              <a:rPr lang="de-DE" sz="600" b="1" dirty="0" err="1"/>
              <a:t>while</a:t>
            </a:r>
            <a:r>
              <a:rPr lang="de-DE" sz="600" b="1" dirty="0"/>
              <a:t> (</a:t>
            </a:r>
            <a:r>
              <a:rPr lang="de-DE" sz="600" b="1" dirty="0" err="1"/>
              <a:t>numbers</a:t>
            </a:r>
            <a:r>
              <a:rPr lang="de-DE" sz="600" b="1" dirty="0"/>
              <a:t>[</a:t>
            </a:r>
            <a:r>
              <a:rPr lang="de-DE" sz="600" b="1" dirty="0" err="1"/>
              <a:t>j</a:t>
            </a:r>
            <a:r>
              <a:rPr lang="de-DE" sz="600" b="1" dirty="0"/>
              <a:t>].</a:t>
            </a:r>
            <a:r>
              <a:rPr lang="de-DE" sz="600" b="1" dirty="0" err="1"/>
              <a:t>compareTo</a:t>
            </a:r>
            <a:r>
              <a:rPr lang="de-DE" sz="600" b="1" dirty="0"/>
              <a:t>(</a:t>
            </a:r>
            <a:r>
              <a:rPr lang="de-DE" sz="600" b="1" dirty="0" err="1"/>
              <a:t>pivot</a:t>
            </a:r>
            <a:r>
              <a:rPr lang="de-DE" sz="600" b="1" dirty="0"/>
              <a:t>) &gt; 0) {</a:t>
            </a:r>
          </a:p>
          <a:p>
            <a:pPr marL="0" indent="0">
              <a:buNone/>
            </a:pPr>
            <a:r>
              <a:rPr lang="de-DE" sz="600" dirty="0"/>
              <a:t>	        </a:t>
            </a:r>
            <a:r>
              <a:rPr lang="de-DE" sz="600" dirty="0" err="1"/>
              <a:t>j</a:t>
            </a:r>
            <a:r>
              <a:rPr lang="de-DE" sz="600" dirty="0"/>
              <a:t>--;</a:t>
            </a:r>
          </a:p>
          <a:p>
            <a:pPr marL="0" indent="0">
              <a:buNone/>
            </a:pPr>
            <a:r>
              <a:rPr lang="de-DE" sz="600" dirty="0"/>
              <a:t>	      }</a:t>
            </a:r>
          </a:p>
          <a:p>
            <a:pPr marL="0" indent="0">
              <a:buNone/>
            </a:pPr>
            <a:endParaRPr lang="de-DE" sz="600" dirty="0"/>
          </a:p>
          <a:p>
            <a:pPr marL="0" indent="0">
              <a:buNone/>
            </a:pPr>
            <a:r>
              <a:rPr lang="en-US" sz="600" dirty="0"/>
              <a:t>	      </a:t>
            </a:r>
            <a:r>
              <a:rPr lang="en-US" sz="600" b="1" dirty="0"/>
              <a:t>if (</a:t>
            </a:r>
            <a:r>
              <a:rPr lang="en-US" sz="600" b="1" dirty="0" err="1"/>
              <a:t>i</a:t>
            </a:r>
            <a:r>
              <a:rPr lang="en-US" sz="600" b="1" dirty="0"/>
              <a:t> &lt;= j) {</a:t>
            </a:r>
          </a:p>
          <a:p>
            <a:pPr marL="0" indent="0">
              <a:buNone/>
            </a:pPr>
            <a:r>
              <a:rPr lang="en-US" sz="600" dirty="0"/>
              <a:t>	        exchange(</a:t>
            </a:r>
            <a:r>
              <a:rPr lang="en-US" sz="600" dirty="0" err="1"/>
              <a:t>i</a:t>
            </a:r>
            <a:r>
              <a:rPr lang="en-US" sz="600" dirty="0"/>
              <a:t>, j);</a:t>
            </a:r>
          </a:p>
          <a:p>
            <a:pPr marL="0" indent="0">
              <a:buNone/>
            </a:pPr>
            <a:r>
              <a:rPr lang="de-DE" sz="600" dirty="0"/>
              <a:t>	        i++;</a:t>
            </a:r>
          </a:p>
          <a:p>
            <a:pPr marL="0" indent="0">
              <a:buNone/>
            </a:pPr>
            <a:r>
              <a:rPr lang="de-DE" sz="600" dirty="0"/>
              <a:t>	        </a:t>
            </a:r>
            <a:r>
              <a:rPr lang="de-DE" sz="600" dirty="0" err="1"/>
              <a:t>j</a:t>
            </a:r>
            <a:r>
              <a:rPr lang="de-DE" sz="600" dirty="0"/>
              <a:t>--;</a:t>
            </a:r>
          </a:p>
          <a:p>
            <a:pPr marL="0" indent="0">
              <a:buNone/>
            </a:pPr>
            <a:r>
              <a:rPr lang="de-DE" sz="600" dirty="0"/>
              <a:t>	      }</a:t>
            </a:r>
          </a:p>
          <a:p>
            <a:pPr marL="0" indent="0">
              <a:buNone/>
            </a:pPr>
            <a:r>
              <a:rPr lang="de-DE" sz="600" dirty="0"/>
              <a:t>	    }</a:t>
            </a:r>
          </a:p>
          <a:p>
            <a:pPr marL="0" indent="0">
              <a:buNone/>
            </a:pPr>
            <a:r>
              <a:rPr lang="en-US" sz="600" dirty="0"/>
              <a:t>	    </a:t>
            </a:r>
            <a:r>
              <a:rPr lang="en-US" sz="600" b="1" dirty="0"/>
              <a:t>if (low &lt; j)</a:t>
            </a:r>
          </a:p>
          <a:p>
            <a:pPr marL="0" indent="0">
              <a:buNone/>
            </a:pPr>
            <a:r>
              <a:rPr lang="en-US" sz="600" dirty="0"/>
              <a:t>	      quicksort(low, j);</a:t>
            </a:r>
          </a:p>
          <a:p>
            <a:pPr marL="0" indent="0">
              <a:buNone/>
            </a:pPr>
            <a:r>
              <a:rPr lang="en-US" sz="600" dirty="0"/>
              <a:t>	    </a:t>
            </a:r>
            <a:r>
              <a:rPr lang="en-US" sz="600" b="1" dirty="0"/>
              <a:t>if (</a:t>
            </a:r>
            <a:r>
              <a:rPr lang="en-US" sz="600" b="1" dirty="0" err="1"/>
              <a:t>i</a:t>
            </a:r>
            <a:r>
              <a:rPr lang="en-US" sz="600" b="1" dirty="0"/>
              <a:t> &lt; high)</a:t>
            </a:r>
          </a:p>
          <a:p>
            <a:pPr marL="0" indent="0">
              <a:buNone/>
            </a:pPr>
            <a:r>
              <a:rPr lang="en-US" sz="600" dirty="0"/>
              <a:t>	      quicksort(</a:t>
            </a:r>
            <a:r>
              <a:rPr lang="en-US" sz="600" dirty="0" err="1"/>
              <a:t>i</a:t>
            </a:r>
            <a:r>
              <a:rPr lang="en-US" sz="600" dirty="0"/>
              <a:t>, high);</a:t>
            </a:r>
          </a:p>
          <a:p>
            <a:pPr marL="0" indent="0">
              <a:buNone/>
            </a:pPr>
            <a:r>
              <a:rPr lang="de-DE" sz="600" dirty="0"/>
              <a:t>	  }</a:t>
            </a:r>
          </a:p>
          <a:p>
            <a:pPr marL="0" indent="0">
              <a:buNone/>
            </a:pPr>
            <a:endParaRPr lang="de-DE" sz="600" dirty="0"/>
          </a:p>
          <a:p>
            <a:pPr marL="0" indent="0">
              <a:buNone/>
            </a:pPr>
            <a:r>
              <a:rPr lang="de-DE" sz="600" dirty="0"/>
              <a:t>	  </a:t>
            </a:r>
            <a:r>
              <a:rPr lang="de-DE" sz="600" b="1" dirty="0"/>
              <a:t>private </a:t>
            </a:r>
            <a:r>
              <a:rPr lang="de-DE" sz="600" b="1" dirty="0" err="1"/>
              <a:t>void</a:t>
            </a:r>
            <a:r>
              <a:rPr lang="de-DE" sz="600" b="1" dirty="0"/>
              <a:t> </a:t>
            </a:r>
            <a:r>
              <a:rPr lang="de-DE" sz="600" b="1" dirty="0" err="1"/>
              <a:t>exchange</a:t>
            </a:r>
            <a:r>
              <a:rPr lang="de-DE" sz="600" b="1" dirty="0"/>
              <a:t>(</a:t>
            </a:r>
            <a:r>
              <a:rPr lang="de-DE" sz="600" b="1" dirty="0" err="1"/>
              <a:t>int</a:t>
            </a:r>
            <a:r>
              <a:rPr lang="de-DE" sz="600" b="1" dirty="0"/>
              <a:t> i, </a:t>
            </a:r>
            <a:r>
              <a:rPr lang="de-DE" sz="600" b="1" dirty="0" err="1"/>
              <a:t>int</a:t>
            </a:r>
            <a:r>
              <a:rPr lang="de-DE" sz="600" b="1" dirty="0"/>
              <a:t> </a:t>
            </a:r>
            <a:r>
              <a:rPr lang="de-DE" sz="600" b="1" dirty="0" err="1"/>
              <a:t>j</a:t>
            </a:r>
            <a:r>
              <a:rPr lang="de-DE" sz="600" b="1" dirty="0"/>
              <a:t>) {</a:t>
            </a:r>
          </a:p>
          <a:p>
            <a:pPr marL="0" indent="0">
              <a:buNone/>
            </a:pPr>
            <a:r>
              <a:rPr lang="en-US" sz="600" dirty="0"/>
              <a:t>	    T temp = numbers[</a:t>
            </a:r>
            <a:r>
              <a:rPr lang="en-US" sz="600" dirty="0" err="1"/>
              <a:t>i</a:t>
            </a:r>
            <a:r>
              <a:rPr lang="en-US" sz="600" dirty="0"/>
              <a:t>];</a:t>
            </a:r>
          </a:p>
          <a:p>
            <a:pPr marL="0" indent="0">
              <a:buNone/>
            </a:pPr>
            <a:r>
              <a:rPr lang="en-US" sz="600" dirty="0"/>
              <a:t>	    numbers[</a:t>
            </a:r>
            <a:r>
              <a:rPr lang="en-US" sz="600" dirty="0" err="1"/>
              <a:t>i</a:t>
            </a:r>
            <a:r>
              <a:rPr lang="en-US" sz="600" dirty="0"/>
              <a:t>] = numbers[j];</a:t>
            </a:r>
          </a:p>
          <a:p>
            <a:pPr marL="0" indent="0">
              <a:buNone/>
            </a:pPr>
            <a:r>
              <a:rPr lang="en-US" sz="600" dirty="0"/>
              <a:t>	    numbers[j] = temp;</a:t>
            </a:r>
          </a:p>
          <a:p>
            <a:pPr marL="0" indent="0">
              <a:buNone/>
            </a:pPr>
            <a:r>
              <a:rPr lang="de-DE" sz="600" dirty="0"/>
              <a:t>	  }</a:t>
            </a:r>
          </a:p>
          <a:p>
            <a:pPr marL="0" indent="0">
              <a:buNone/>
            </a:pPr>
            <a:r>
              <a:rPr lang="de-DE" sz="600" dirty="0"/>
              <a:t>	} </a:t>
            </a:r>
            <a:endParaRPr lang="nl-NL" sz="600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Quicksort</a:t>
            </a:r>
            <a:r>
              <a:rPr lang="nl-NL" dirty="0"/>
              <a:t> in Java (imperatief)</a:t>
            </a:r>
          </a:p>
        </p:txBody>
      </p:sp>
    </p:spTree>
    <p:extLst>
      <p:ext uri="{BB962C8B-B14F-4D97-AF65-F5344CB8AC3E}">
        <p14:creationId xmlns:p14="http://schemas.microsoft.com/office/powerpoint/2010/main" val="5783275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DAD25AC-3D36-459B-92CD-44DA3A629171}" type="slidenum">
              <a:rPr lang="nl-NL" smtClean="0"/>
              <a:pPr/>
              <a:t>27</a:t>
            </a:fld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90872" y="1489646"/>
            <a:ext cx="8229600" cy="252028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::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a) =&gt; [a] -&gt; [a]  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[] = []  </a:t>
            </a:r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x:xs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=   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let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smallerSorted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[a | a &lt;-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a &lt;= x]  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biggerSorted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[a | a &lt;-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a &gt; x]  </a:t>
            </a:r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in 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smallerSorted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++ [x] ++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biggerSorted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Quicksort</a:t>
            </a:r>
            <a:r>
              <a:rPr lang="nl-NL" dirty="0"/>
              <a:t> in </a:t>
            </a:r>
            <a:r>
              <a:rPr lang="nl-NL" dirty="0" err="1"/>
              <a:t>Haskell</a:t>
            </a:r>
            <a:r>
              <a:rPr lang="nl-NL" dirty="0"/>
              <a:t> (</a:t>
            </a:r>
            <a:r>
              <a:rPr lang="nl-NL" dirty="0" err="1"/>
              <a:t>Declaratief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5882301"/>
      </p:ext>
    </p:extLst>
  </p:cSld>
  <p:clrMapOvr>
    <a:masterClrMapping/>
  </p:clrMapOvr>
</p:sld>
</file>

<file path=ppt/theme/theme1.xml><?xml version="1.0" encoding="utf-8"?>
<a:theme xmlns:a="http://schemas.openxmlformats.org/drawingml/2006/main" name="hsleiden_nl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AB2A5A18D8404DBA73EF508DB4A06C" ma:contentTypeVersion="10" ma:contentTypeDescription="Een nieuw document maken." ma:contentTypeScope="" ma:versionID="373d39ad46615713677e9c3b89cd816b">
  <xsd:schema xmlns:xsd="http://www.w3.org/2001/XMLSchema" xmlns:xs="http://www.w3.org/2001/XMLSchema" xmlns:p="http://schemas.microsoft.com/office/2006/metadata/properties" xmlns:ns2="29d2fd08-a643-4874-a881-64648cdec31e" xmlns:ns3="65ea3e1d-5866-4f28-856d-8de3ded6bbfa" targetNamespace="http://schemas.microsoft.com/office/2006/metadata/properties" ma:root="true" ma:fieldsID="d9c0c6368d671c97b5cbddb522b225cb" ns2:_="" ns3:_="">
    <xsd:import namespace="29d2fd08-a643-4874-a881-64648cdec31e"/>
    <xsd:import namespace="65ea3e1d-5866-4f28-856d-8de3ded6bb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fd08-a643-4874-a881-64648cdec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a3e1d-5866-4f28-856d-8de3ded6bbfa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7EA167-D6AD-4283-A617-3E60A6578535}"/>
</file>

<file path=customXml/itemProps2.xml><?xml version="1.0" encoding="utf-8"?>
<ds:datastoreItem xmlns:ds="http://schemas.openxmlformats.org/officeDocument/2006/customXml" ds:itemID="{F8173029-644D-4D14-98A4-6DD47389B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8C690C-9DAE-4C1D-BDA5-30B378E8780E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3f324c65-194c-423d-8180-759e3972f2c1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f52a8cb6-32e1-4109-bdde-d03590b9ac5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hsleiden_nl.potx</Template>
  <TotalTime>3825</TotalTime>
  <Words>1429</Words>
  <Application>Microsoft Macintosh PowerPoint</Application>
  <PresentationFormat>Diavoorstelling (4:3)</PresentationFormat>
  <Paragraphs>271</Paragraphs>
  <Slides>27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Courier</vt:lpstr>
      <vt:lpstr>Courier New</vt:lpstr>
      <vt:lpstr>Lucida Sans Unicode</vt:lpstr>
      <vt:lpstr>Times</vt:lpstr>
      <vt:lpstr>Verdana</vt:lpstr>
      <vt:lpstr>hsleiden_nl</vt:lpstr>
      <vt:lpstr>ICPT – Concepten in Programmeertalen</vt:lpstr>
      <vt:lpstr>Onderwerpen</vt:lpstr>
      <vt:lpstr>De fundamenten van functionele programmeertalen </vt:lpstr>
      <vt:lpstr>Wiskundige functies</vt:lpstr>
      <vt:lpstr>Verschil met imperatieve talen</vt:lpstr>
      <vt:lpstr>Beter leesbaar</vt:lpstr>
      <vt:lpstr>Lambda λ </vt:lpstr>
      <vt:lpstr>Haskell voorbeeld functie</vt:lpstr>
      <vt:lpstr>Haskell voorbeeld anonieme/lambda functie</vt:lpstr>
      <vt:lpstr>Lambda in JAVA</vt:lpstr>
      <vt:lpstr>Met een innerclass</vt:lpstr>
      <vt:lpstr>Met een lambda expressie</vt:lpstr>
      <vt:lpstr>Hogere orde functies</vt:lpstr>
      <vt:lpstr>Tail recursion</vt:lpstr>
      <vt:lpstr>Tail Recursion</vt:lpstr>
      <vt:lpstr>Stack bij vorige slide</vt:lpstr>
      <vt:lpstr>Tail Recursion optimaal</vt:lpstr>
      <vt:lpstr>Stack bij vorige slide</vt:lpstr>
      <vt:lpstr>Functional Forms</vt:lpstr>
      <vt:lpstr>Functional Composition</vt:lpstr>
      <vt:lpstr>Voorbeeld functional composition</vt:lpstr>
      <vt:lpstr>Zo kan het ook, maar is minder duidelijk</vt:lpstr>
      <vt:lpstr>Voorbeeld functional composition met drie functies</vt:lpstr>
      <vt:lpstr>Apply-to-All Function Form</vt:lpstr>
      <vt:lpstr>Apply-to-All Function Form met Haskell</vt:lpstr>
      <vt:lpstr>Quicksort in Java (imperatief)</vt:lpstr>
      <vt:lpstr>Quicksort in Haskell (Declaratief)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Lars Wildenberg</dc:creator>
  <cp:lastModifiedBy>Arts, Ron</cp:lastModifiedBy>
  <cp:revision>144</cp:revision>
  <dcterms:created xsi:type="dcterms:W3CDTF">2013-11-07T10:07:57Z</dcterms:created>
  <dcterms:modified xsi:type="dcterms:W3CDTF">2021-01-06T14:57:12Z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0x010100E8AB2A5A18D8404DBA73EF508DB4A06C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1000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