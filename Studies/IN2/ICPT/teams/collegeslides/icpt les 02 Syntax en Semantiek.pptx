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54"/>
  </p:notesMasterIdLst>
  <p:sldIdLst>
    <p:sldId id="256" r:id="rId5"/>
    <p:sldId id="358" r:id="rId6"/>
    <p:sldId id="359" r:id="rId7"/>
    <p:sldId id="421" r:id="rId8"/>
    <p:sldId id="417" r:id="rId9"/>
    <p:sldId id="418" r:id="rId10"/>
    <p:sldId id="360" r:id="rId11"/>
    <p:sldId id="416" r:id="rId12"/>
    <p:sldId id="419" r:id="rId13"/>
    <p:sldId id="361" r:id="rId14"/>
    <p:sldId id="362" r:id="rId15"/>
    <p:sldId id="363" r:id="rId16"/>
    <p:sldId id="364" r:id="rId17"/>
    <p:sldId id="365" r:id="rId18"/>
    <p:sldId id="366" r:id="rId19"/>
    <p:sldId id="367" r:id="rId20"/>
    <p:sldId id="368" r:id="rId21"/>
    <p:sldId id="369" r:id="rId22"/>
    <p:sldId id="420" r:id="rId23"/>
    <p:sldId id="370" r:id="rId24"/>
    <p:sldId id="371" r:id="rId25"/>
    <p:sldId id="372" r:id="rId26"/>
    <p:sldId id="373" r:id="rId27"/>
    <p:sldId id="374" r:id="rId28"/>
    <p:sldId id="375" r:id="rId29"/>
    <p:sldId id="376" r:id="rId30"/>
    <p:sldId id="377" r:id="rId31"/>
    <p:sldId id="378" r:id="rId32"/>
    <p:sldId id="379" r:id="rId33"/>
    <p:sldId id="388" r:id="rId34"/>
    <p:sldId id="389" r:id="rId35"/>
    <p:sldId id="390" r:id="rId36"/>
    <p:sldId id="391" r:id="rId37"/>
    <p:sldId id="392" r:id="rId38"/>
    <p:sldId id="393" r:id="rId39"/>
    <p:sldId id="394" r:id="rId40"/>
    <p:sldId id="395" r:id="rId41"/>
    <p:sldId id="396" r:id="rId42"/>
    <p:sldId id="397" r:id="rId43"/>
    <p:sldId id="398" r:id="rId44"/>
    <p:sldId id="399" r:id="rId45"/>
    <p:sldId id="400" r:id="rId46"/>
    <p:sldId id="401" r:id="rId47"/>
    <p:sldId id="402" r:id="rId48"/>
    <p:sldId id="403" r:id="rId49"/>
    <p:sldId id="404" r:id="rId50"/>
    <p:sldId id="405" r:id="rId51"/>
    <p:sldId id="406" r:id="rId52"/>
    <p:sldId id="415" r:id="rId53"/>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114C"/>
    <a:srgbClr val="20BD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2"/>
  </p:normalViewPr>
  <p:slideViewPr>
    <p:cSldViewPr>
      <p:cViewPr varScale="1">
        <p:scale>
          <a:sx n="109" d="100"/>
          <a:sy n="109" d="100"/>
        </p:scale>
        <p:origin x="17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s, Ron" userId="24548d85-388a-4276-9d61-77686c5c648d" providerId="ADAL" clId="{D62A2FF7-393E-5D40-98AF-9858A61FA41E}"/>
    <pc:docChg chg="delSld modSld">
      <pc:chgData name="Arts, Ron" userId="24548d85-388a-4276-9d61-77686c5c648d" providerId="ADAL" clId="{D62A2FF7-393E-5D40-98AF-9858A61FA41E}" dt="2019-11-27T10:49:24.087" v="39" actId="2696"/>
      <pc:docMkLst>
        <pc:docMk/>
      </pc:docMkLst>
      <pc:sldChg chg="del">
        <pc:chgData name="Arts, Ron" userId="24548d85-388a-4276-9d61-77686c5c648d" providerId="ADAL" clId="{D62A2FF7-393E-5D40-98AF-9858A61FA41E}" dt="2019-11-27T10:49:23.933" v="32" actId="2696"/>
        <pc:sldMkLst>
          <pc:docMk/>
          <pc:sldMk cId="600977613" sldId="380"/>
        </pc:sldMkLst>
      </pc:sldChg>
      <pc:sldChg chg="del">
        <pc:chgData name="Arts, Ron" userId="24548d85-388a-4276-9d61-77686c5c648d" providerId="ADAL" clId="{D62A2FF7-393E-5D40-98AF-9858A61FA41E}" dt="2019-11-27T10:49:23.956" v="33" actId="2696"/>
        <pc:sldMkLst>
          <pc:docMk/>
          <pc:sldMk cId="3512666276" sldId="381"/>
        </pc:sldMkLst>
      </pc:sldChg>
      <pc:sldChg chg="del">
        <pc:chgData name="Arts, Ron" userId="24548d85-388a-4276-9d61-77686c5c648d" providerId="ADAL" clId="{D62A2FF7-393E-5D40-98AF-9858A61FA41E}" dt="2019-11-27T10:49:23.983" v="34" actId="2696"/>
        <pc:sldMkLst>
          <pc:docMk/>
          <pc:sldMk cId="3196732270" sldId="382"/>
        </pc:sldMkLst>
      </pc:sldChg>
      <pc:sldChg chg="del">
        <pc:chgData name="Arts, Ron" userId="24548d85-388a-4276-9d61-77686c5c648d" providerId="ADAL" clId="{D62A2FF7-393E-5D40-98AF-9858A61FA41E}" dt="2019-11-27T10:49:24.005" v="35" actId="2696"/>
        <pc:sldMkLst>
          <pc:docMk/>
          <pc:sldMk cId="4131922361" sldId="383"/>
        </pc:sldMkLst>
      </pc:sldChg>
      <pc:sldChg chg="del">
        <pc:chgData name="Arts, Ron" userId="24548d85-388a-4276-9d61-77686c5c648d" providerId="ADAL" clId="{D62A2FF7-393E-5D40-98AF-9858A61FA41E}" dt="2019-11-27T10:49:24.027" v="36" actId="2696"/>
        <pc:sldMkLst>
          <pc:docMk/>
          <pc:sldMk cId="948049977" sldId="384"/>
        </pc:sldMkLst>
      </pc:sldChg>
      <pc:sldChg chg="del">
        <pc:chgData name="Arts, Ron" userId="24548d85-388a-4276-9d61-77686c5c648d" providerId="ADAL" clId="{D62A2FF7-393E-5D40-98AF-9858A61FA41E}" dt="2019-11-27T10:49:24.045" v="37" actId="2696"/>
        <pc:sldMkLst>
          <pc:docMk/>
          <pc:sldMk cId="2467226367" sldId="385"/>
        </pc:sldMkLst>
      </pc:sldChg>
      <pc:sldChg chg="del">
        <pc:chgData name="Arts, Ron" userId="24548d85-388a-4276-9d61-77686c5c648d" providerId="ADAL" clId="{D62A2FF7-393E-5D40-98AF-9858A61FA41E}" dt="2019-11-27T10:49:24.066" v="38" actId="2696"/>
        <pc:sldMkLst>
          <pc:docMk/>
          <pc:sldMk cId="4009202080" sldId="386"/>
        </pc:sldMkLst>
      </pc:sldChg>
      <pc:sldChg chg="del">
        <pc:chgData name="Arts, Ron" userId="24548d85-388a-4276-9d61-77686c5c648d" providerId="ADAL" clId="{D62A2FF7-393E-5D40-98AF-9858A61FA41E}" dt="2019-11-27T10:49:24.087" v="39" actId="2696"/>
        <pc:sldMkLst>
          <pc:docMk/>
          <pc:sldMk cId="4122112956" sldId="387"/>
        </pc:sldMkLst>
      </pc:sldChg>
      <pc:sldChg chg="del">
        <pc:chgData name="Arts, Ron" userId="24548d85-388a-4276-9d61-77686c5c648d" providerId="ADAL" clId="{D62A2FF7-393E-5D40-98AF-9858A61FA41E}" dt="2019-11-27T10:47:38.455" v="23" actId="2696"/>
        <pc:sldMkLst>
          <pc:docMk/>
          <pc:sldMk cId="3891551123" sldId="407"/>
        </pc:sldMkLst>
      </pc:sldChg>
      <pc:sldChg chg="del">
        <pc:chgData name="Arts, Ron" userId="24548d85-388a-4276-9d61-77686c5c648d" providerId="ADAL" clId="{D62A2FF7-393E-5D40-98AF-9858A61FA41E}" dt="2019-11-27T10:47:38.479" v="24" actId="2696"/>
        <pc:sldMkLst>
          <pc:docMk/>
          <pc:sldMk cId="3493796740" sldId="408"/>
        </pc:sldMkLst>
      </pc:sldChg>
      <pc:sldChg chg="del">
        <pc:chgData name="Arts, Ron" userId="24548d85-388a-4276-9d61-77686c5c648d" providerId="ADAL" clId="{D62A2FF7-393E-5D40-98AF-9858A61FA41E}" dt="2019-11-27T10:47:38.499" v="25" actId="2696"/>
        <pc:sldMkLst>
          <pc:docMk/>
          <pc:sldMk cId="1540007035" sldId="409"/>
        </pc:sldMkLst>
      </pc:sldChg>
      <pc:sldChg chg="del">
        <pc:chgData name="Arts, Ron" userId="24548d85-388a-4276-9d61-77686c5c648d" providerId="ADAL" clId="{D62A2FF7-393E-5D40-98AF-9858A61FA41E}" dt="2019-11-27T10:47:38.526" v="26" actId="2696"/>
        <pc:sldMkLst>
          <pc:docMk/>
          <pc:sldMk cId="1865446333" sldId="410"/>
        </pc:sldMkLst>
      </pc:sldChg>
      <pc:sldChg chg="del">
        <pc:chgData name="Arts, Ron" userId="24548d85-388a-4276-9d61-77686c5c648d" providerId="ADAL" clId="{D62A2FF7-393E-5D40-98AF-9858A61FA41E}" dt="2019-11-27T10:47:38.545" v="28" actId="2696"/>
        <pc:sldMkLst>
          <pc:docMk/>
          <pc:sldMk cId="3928485014" sldId="411"/>
        </pc:sldMkLst>
      </pc:sldChg>
      <pc:sldChg chg="del">
        <pc:chgData name="Arts, Ron" userId="24548d85-388a-4276-9d61-77686c5c648d" providerId="ADAL" clId="{D62A2FF7-393E-5D40-98AF-9858A61FA41E}" dt="2019-11-27T10:47:48.508" v="29" actId="2696"/>
        <pc:sldMkLst>
          <pc:docMk/>
          <pc:sldMk cId="1561018396" sldId="412"/>
        </pc:sldMkLst>
      </pc:sldChg>
      <pc:sldChg chg="del">
        <pc:chgData name="Arts, Ron" userId="24548d85-388a-4276-9d61-77686c5c648d" providerId="ADAL" clId="{D62A2FF7-393E-5D40-98AF-9858A61FA41E}" dt="2019-11-27T10:47:48.525" v="30" actId="2696"/>
        <pc:sldMkLst>
          <pc:docMk/>
          <pc:sldMk cId="3513703430" sldId="413"/>
        </pc:sldMkLst>
      </pc:sldChg>
      <pc:sldChg chg="del">
        <pc:chgData name="Arts, Ron" userId="24548d85-388a-4276-9d61-77686c5c648d" providerId="ADAL" clId="{D62A2FF7-393E-5D40-98AF-9858A61FA41E}" dt="2019-11-27T10:47:48.548" v="31" actId="2696"/>
        <pc:sldMkLst>
          <pc:docMk/>
          <pc:sldMk cId="1931863289" sldId="414"/>
        </pc:sldMkLst>
      </pc:sldChg>
      <pc:sldChg chg="modSp">
        <pc:chgData name="Arts, Ron" userId="24548d85-388a-4276-9d61-77686c5c648d" providerId="ADAL" clId="{D62A2FF7-393E-5D40-98AF-9858A61FA41E}" dt="2019-11-27T10:10:22.801" v="22" actId="20577"/>
        <pc:sldMkLst>
          <pc:docMk/>
          <pc:sldMk cId="1628177040" sldId="421"/>
        </pc:sldMkLst>
        <pc:spChg chg="mod">
          <ac:chgData name="Arts, Ron" userId="24548d85-388a-4276-9d61-77686c5c648d" providerId="ADAL" clId="{D62A2FF7-393E-5D40-98AF-9858A61FA41E}" dt="2019-11-27T10:10:22.801" v="22" actId="20577"/>
          <ac:spMkLst>
            <pc:docMk/>
            <pc:sldMk cId="1628177040" sldId="421"/>
            <ac:spMk id="3" creationId="{00000000-0000-0000-0000-000000000000}"/>
          </ac:spMkLst>
        </pc:spChg>
      </pc:sldChg>
      <pc:sldMasterChg chg="delSldLayout">
        <pc:chgData name="Arts, Ron" userId="24548d85-388a-4276-9d61-77686c5c648d" providerId="ADAL" clId="{D62A2FF7-393E-5D40-98AF-9858A61FA41E}" dt="2019-11-27T10:47:38.530" v="27" actId="2696"/>
        <pc:sldMasterMkLst>
          <pc:docMk/>
          <pc:sldMasterMk cId="0" sldId="2147483655"/>
        </pc:sldMasterMkLst>
        <pc:sldLayoutChg chg="del">
          <pc:chgData name="Arts, Ron" userId="24548d85-388a-4276-9d61-77686c5c648d" providerId="ADAL" clId="{D62A2FF7-393E-5D40-98AF-9858A61FA41E}" dt="2019-11-27T10:47:38.530" v="27" actId="2696"/>
          <pc:sldLayoutMkLst>
            <pc:docMk/>
            <pc:sldMasterMk cId="0" sldId="2147483655"/>
            <pc:sldLayoutMk cId="2221718417" sldId="214748366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9B5F84-F7A7-46FA-BC08-F661D96BBCA7}" type="datetimeFigureOut">
              <a:rPr lang="nl-NL" smtClean="0"/>
              <a:t>27-11-2019</a:t>
            </a:fld>
            <a:endParaRPr lang="nl-NL"/>
          </a:p>
        </p:txBody>
      </p:sp>
      <p:sp>
        <p:nvSpPr>
          <p:cNvPr id="4" name="Tijdelijke aanduiding voor dia-afbeelding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78F1AB-29EF-4445-A82D-E8624A7043CE}" type="slidenum">
              <a:rPr lang="nl-NL" smtClean="0"/>
              <a:t>‹nr.›</a:t>
            </a:fld>
            <a:endParaRPr lang="nl-NL"/>
          </a:p>
        </p:txBody>
      </p:sp>
    </p:spTree>
    <p:extLst>
      <p:ext uri="{BB962C8B-B14F-4D97-AF65-F5344CB8AC3E}">
        <p14:creationId xmlns:p14="http://schemas.microsoft.com/office/powerpoint/2010/main" val="199990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93A5149-B614-4AC6-8E30-3BC37DC6BF87}" type="slidenum">
              <a:rPr lang="en-US" smtClean="0">
                <a:ea typeface="Lucida Sans Unicode" pitchFamily="34" charset="0"/>
                <a:cs typeface="Lucida Sans Unicode" pitchFamily="34" charset="0"/>
              </a:rPr>
              <a:pPr/>
              <a:t>2</a:t>
            </a:fld>
            <a:endParaRPr lang="en-US">
              <a:ea typeface="Lucida Sans Unicode" pitchFamily="34" charset="0"/>
              <a:cs typeface="Lucida Sans Unicode"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5001F6E-705A-44EA-B461-7F0631C27EF2}" type="slidenum">
              <a:rPr lang="en-US" smtClean="0">
                <a:ea typeface="Lucida Sans Unicode" pitchFamily="34" charset="0"/>
                <a:cs typeface="Lucida Sans Unicode" pitchFamily="34" charset="0"/>
              </a:rPr>
              <a:pPr/>
              <a:t>3</a:t>
            </a:fld>
            <a:endParaRPr lang="en-US">
              <a:ea typeface="Lucida Sans Unicode" pitchFamily="34" charset="0"/>
              <a:cs typeface="Lucida Sans Unicode"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927321D7-48D0-464C-AAAF-242AD1F3E741}" type="slidenum">
              <a:rPr lang="en-US" smtClean="0">
                <a:ea typeface="Lucida Sans Unicode" pitchFamily="34" charset="0"/>
                <a:cs typeface="Lucida Sans Unicode" pitchFamily="34" charset="0"/>
              </a:rPr>
              <a:pPr/>
              <a:t>7</a:t>
            </a:fld>
            <a:endParaRPr lang="en-US">
              <a:ea typeface="Lucida Sans Unicode" pitchFamily="34" charset="0"/>
              <a:cs typeface="Lucida Sans Unicode"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8C780A5B-D4F7-499A-9090-BF21B2105FE9}" type="slidenum">
              <a:rPr lang="en-US" smtClean="0">
                <a:ea typeface="Lucida Sans Unicode" pitchFamily="34" charset="0"/>
                <a:cs typeface="Lucida Sans Unicode" pitchFamily="34" charset="0"/>
              </a:rPr>
              <a:pPr/>
              <a:t>10</a:t>
            </a:fld>
            <a:endParaRPr lang="en-US">
              <a:ea typeface="Lucida Sans Unicode" pitchFamily="34" charset="0"/>
              <a:cs typeface="Lucida Sans Unicode"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439B0CE-A35C-42E3-B38D-2477558C1427}" type="slidenum">
              <a:rPr lang="en-US" smtClean="0">
                <a:ea typeface="Lucida Sans Unicode" pitchFamily="34" charset="0"/>
                <a:cs typeface="Lucida Sans Unicode" pitchFamily="34" charset="0"/>
              </a:rPr>
              <a:pPr/>
              <a:t>11</a:t>
            </a:fld>
            <a:endParaRPr lang="en-US">
              <a:ea typeface="Lucida Sans Unicode" pitchFamily="34" charset="0"/>
              <a:cs typeface="Lucida Sans Unicode"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26647032-844F-4DF4-A00D-2AB7C34BBBD7}" type="slidenum">
              <a:rPr lang="en-US" smtClean="0">
                <a:ea typeface="Lucida Sans Unicode" pitchFamily="34" charset="0"/>
                <a:cs typeface="Lucida Sans Unicode" pitchFamily="34" charset="0"/>
              </a:rPr>
              <a:pPr/>
              <a:t>12</a:t>
            </a:fld>
            <a:endParaRPr lang="en-US">
              <a:ea typeface="Lucida Sans Unicode" pitchFamily="34" charset="0"/>
              <a:cs typeface="Lucida Sans Unicode"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957973DA-8C94-41DA-A6F2-FEB487130230}" type="slidenum">
              <a:rPr lang="en-US" smtClean="0">
                <a:ea typeface="Lucida Sans Unicode" pitchFamily="34" charset="0"/>
                <a:cs typeface="Lucida Sans Unicode" pitchFamily="34" charset="0"/>
              </a:rPr>
              <a:pPr/>
              <a:t>14</a:t>
            </a:fld>
            <a:endParaRPr lang="en-US">
              <a:ea typeface="Lucida Sans Unicode" pitchFamily="34" charset="0"/>
              <a:cs typeface="Lucida Sans Unicode"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44E6A605-2E3C-4792-B595-4F1CA2E5DF60}" type="slidenum">
              <a:rPr lang="en-US" smtClean="0">
                <a:ea typeface="Lucida Sans Unicode" pitchFamily="34" charset="0"/>
                <a:cs typeface="Lucida Sans Unicode" pitchFamily="34" charset="0"/>
              </a:rPr>
              <a:pPr/>
              <a:t>15</a:t>
            </a:fld>
            <a:endParaRPr lang="en-US">
              <a:ea typeface="Lucida Sans Unicode" pitchFamily="34" charset="0"/>
              <a:cs typeface="Lucida Sans Unicode"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CE3923C9-2815-4B39-BD9A-5BD62C59D439}" type="slidenum">
              <a:rPr lang="en-US" smtClean="0">
                <a:ea typeface="Lucida Sans Unicode" pitchFamily="34" charset="0"/>
                <a:cs typeface="Lucida Sans Unicode" pitchFamily="34" charset="0"/>
              </a:rPr>
              <a:pPr/>
              <a:t>16</a:t>
            </a:fld>
            <a:endParaRPr lang="en-US">
              <a:ea typeface="Lucida Sans Unicode" pitchFamily="34" charset="0"/>
              <a:cs typeface="Lucida Sans Unicode"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1F1739FE-F574-4C8C-9E63-7C630D0EDBE0}" type="slidenum">
              <a:rPr lang="en-US" smtClean="0">
                <a:ea typeface="Lucida Sans Unicode" pitchFamily="34" charset="0"/>
                <a:cs typeface="Lucida Sans Unicode" pitchFamily="34" charset="0"/>
              </a:rPr>
              <a:pPr/>
              <a:t>17</a:t>
            </a:fld>
            <a:endParaRPr lang="en-US">
              <a:ea typeface="Lucida Sans Unicode" pitchFamily="34" charset="0"/>
              <a:cs typeface="Lucida Sans Unicode"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CC69006-D5D5-4533-8193-08C092904FC3}" type="slidenum">
              <a:rPr lang="en-US" smtClean="0">
                <a:ea typeface="Lucida Sans Unicode" pitchFamily="34" charset="0"/>
                <a:cs typeface="Lucida Sans Unicode" pitchFamily="34" charset="0"/>
              </a:rPr>
              <a:pPr/>
              <a:t>18</a:t>
            </a:fld>
            <a:endParaRPr lang="en-US">
              <a:ea typeface="Lucida Sans Unicode" pitchFamily="34" charset="0"/>
              <a:cs typeface="Lucida Sans Unicode" pitchFamily="34"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F614E0E7-183F-4773-9C03-BD8BED120AB2}" type="slidenum">
              <a:rPr lang="en-US" smtClean="0">
                <a:ea typeface="Lucida Sans Unicode" pitchFamily="34" charset="0"/>
                <a:cs typeface="Lucida Sans Unicode" pitchFamily="34" charset="0"/>
              </a:rPr>
              <a:pPr/>
              <a:t>20</a:t>
            </a:fld>
            <a:endParaRPr lang="en-US">
              <a:ea typeface="Lucida Sans Unicode" pitchFamily="34" charset="0"/>
              <a:cs typeface="Lucida Sans Unicode"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39B3C979-789F-436E-8B2F-7F911B2E44CC}" type="slidenum">
              <a:rPr lang="en-US" smtClean="0">
                <a:ea typeface="Lucida Sans Unicode" pitchFamily="34" charset="0"/>
                <a:cs typeface="Lucida Sans Unicode" pitchFamily="34" charset="0"/>
              </a:rPr>
              <a:pPr/>
              <a:t>22</a:t>
            </a:fld>
            <a:endParaRPr lang="en-US">
              <a:ea typeface="Lucida Sans Unicode" pitchFamily="34" charset="0"/>
              <a:cs typeface="Lucida Sans Unicode"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AD49E96-FD23-424B-99E5-F7E2BD1EADE3}" type="slidenum">
              <a:rPr lang="en-US" smtClean="0">
                <a:ea typeface="Lucida Sans Unicode" pitchFamily="34" charset="0"/>
                <a:cs typeface="Lucida Sans Unicode" pitchFamily="34" charset="0"/>
              </a:rPr>
              <a:pPr/>
              <a:t>24</a:t>
            </a:fld>
            <a:endParaRPr lang="en-US">
              <a:ea typeface="Lucida Sans Unicode" pitchFamily="34" charset="0"/>
              <a:cs typeface="Lucida Sans Unicode"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101E9D9-CC35-4EB8-A0C3-9229109D4D1D}" type="slidenum">
              <a:rPr lang="en-US" smtClean="0">
                <a:ea typeface="Lucida Sans Unicode" pitchFamily="34" charset="0"/>
                <a:cs typeface="Lucida Sans Unicode" pitchFamily="34" charset="0"/>
              </a:rPr>
              <a:pPr/>
              <a:t>25</a:t>
            </a:fld>
            <a:endParaRPr lang="en-US">
              <a:ea typeface="Lucida Sans Unicode" pitchFamily="34" charset="0"/>
              <a:cs typeface="Lucida Sans Unicode"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698EE809-BB0F-4597-8B29-69713C4DA7F7}" type="slidenum">
              <a:rPr lang="en-US" smtClean="0">
                <a:ea typeface="Lucida Sans Unicode" pitchFamily="34" charset="0"/>
                <a:cs typeface="Lucida Sans Unicode" pitchFamily="34" charset="0"/>
              </a:rPr>
              <a:pPr/>
              <a:t>26</a:t>
            </a:fld>
            <a:endParaRPr lang="en-US">
              <a:ea typeface="Lucida Sans Unicode" pitchFamily="34" charset="0"/>
              <a:cs typeface="Lucida Sans Unicode"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220C6D1D-70B8-4BB6-A835-0C4B2401A3D8}" type="slidenum">
              <a:rPr lang="en-US" smtClean="0">
                <a:ea typeface="Lucida Sans Unicode" pitchFamily="34" charset="0"/>
                <a:cs typeface="Lucida Sans Unicode" pitchFamily="34" charset="0"/>
              </a:rPr>
              <a:pPr/>
              <a:t>27</a:t>
            </a:fld>
            <a:endParaRPr lang="en-US">
              <a:ea typeface="Lucida Sans Unicode" pitchFamily="34" charset="0"/>
              <a:cs typeface="Lucida Sans Unicode"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E61C45AF-4D80-4FBA-BA51-174A403A3AAD}" type="slidenum">
              <a:rPr lang="en-US" smtClean="0">
                <a:ea typeface="Lucida Sans Unicode" pitchFamily="34" charset="0"/>
                <a:cs typeface="Lucida Sans Unicode" pitchFamily="34" charset="0"/>
              </a:rPr>
              <a:pPr/>
              <a:t>28</a:t>
            </a:fld>
            <a:endParaRPr lang="en-US">
              <a:ea typeface="Lucida Sans Unicode" pitchFamily="34" charset="0"/>
              <a:cs typeface="Lucida Sans Unicode"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43BC834A-52E6-41B6-B184-4B4C006F8AE4}" type="slidenum">
              <a:rPr lang="en-US" smtClean="0">
                <a:ea typeface="Lucida Sans Unicode" pitchFamily="34" charset="0"/>
                <a:cs typeface="Lucida Sans Unicode" pitchFamily="34" charset="0"/>
              </a:rPr>
              <a:pPr/>
              <a:t>29</a:t>
            </a:fld>
            <a:endParaRPr lang="en-US">
              <a:ea typeface="Lucida Sans Unicode" pitchFamily="34" charset="0"/>
              <a:cs typeface="Lucida Sans Unicode"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00B0C353-452D-4CF2-99E3-58F619AFD183}" type="slidenum">
              <a:rPr lang="en-US" smtClean="0">
                <a:ea typeface="Lucida Sans Unicode" pitchFamily="34" charset="0"/>
                <a:cs typeface="Lucida Sans Unicode" pitchFamily="34" charset="0"/>
              </a:rPr>
              <a:pPr/>
              <a:t>30</a:t>
            </a:fld>
            <a:endParaRPr lang="en-US">
              <a:ea typeface="Lucida Sans Unicode" pitchFamily="34" charset="0"/>
              <a:cs typeface="Lucida Sans Unicode"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70EA7792-118A-4170-9BA0-39C93C34873A}" type="slidenum">
              <a:rPr lang="en-US" smtClean="0">
                <a:ea typeface="Lucida Sans Unicode" pitchFamily="34" charset="0"/>
                <a:cs typeface="Lucida Sans Unicode" pitchFamily="34" charset="0"/>
              </a:rPr>
              <a:pPr/>
              <a:t>32</a:t>
            </a:fld>
            <a:endParaRPr lang="en-US">
              <a:ea typeface="Lucida Sans Unicode" pitchFamily="34" charset="0"/>
              <a:cs typeface="Lucida Sans Unicode"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330F3B7F-0F5D-4A25-8A8B-223F50934198}" type="slidenum">
              <a:rPr lang="en-US" smtClean="0">
                <a:ea typeface="Lucida Sans Unicode" pitchFamily="34" charset="0"/>
                <a:cs typeface="Lucida Sans Unicode" pitchFamily="34" charset="0"/>
              </a:rPr>
              <a:pPr/>
              <a:t>33</a:t>
            </a:fld>
            <a:endParaRPr lang="en-US">
              <a:ea typeface="Lucida Sans Unicode" pitchFamily="34" charset="0"/>
              <a:cs typeface="Lucida Sans Unicode"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8E5B806C-FF7A-4A68-A48C-FA09DA783617}" type="slidenum">
              <a:rPr lang="en-US" smtClean="0">
                <a:ea typeface="Lucida Sans Unicode" pitchFamily="34" charset="0"/>
                <a:cs typeface="Lucida Sans Unicode" pitchFamily="34" charset="0"/>
              </a:rPr>
              <a:pPr/>
              <a:t>34</a:t>
            </a:fld>
            <a:endParaRPr lang="en-US">
              <a:ea typeface="Lucida Sans Unicode" pitchFamily="34" charset="0"/>
              <a:cs typeface="Lucida Sans Unicode"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EBF64E4-6C3D-4767-AC80-9172D7EA6391}" type="slidenum">
              <a:rPr lang="en-US" smtClean="0">
                <a:ea typeface="Lucida Sans Unicode" pitchFamily="34" charset="0"/>
                <a:cs typeface="Lucida Sans Unicode" pitchFamily="34" charset="0"/>
              </a:rPr>
              <a:pPr/>
              <a:t>45</a:t>
            </a:fld>
            <a:endParaRPr lang="en-US">
              <a:ea typeface="Lucida Sans Unicode" pitchFamily="34" charset="0"/>
              <a:cs typeface="Lucida Sans Unicode" pitchFamily="34"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6723567-932A-4EBE-9C40-E8A92AB93E6F}" type="slidenum">
              <a:rPr lang="en-US" smtClean="0">
                <a:ea typeface="Lucida Sans Unicode" pitchFamily="34" charset="0"/>
                <a:cs typeface="Lucida Sans Unicode" pitchFamily="34" charset="0"/>
              </a:rPr>
              <a:pPr/>
              <a:t>46</a:t>
            </a:fld>
            <a:endParaRPr lang="en-US">
              <a:ea typeface="Lucida Sans Unicode" pitchFamily="34" charset="0"/>
              <a:cs typeface="Lucida Sans Unicode"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6C357AB4-EF98-4DD2-A252-7875CBBC9A08}" type="slidenum">
              <a:rPr lang="en-US" smtClean="0">
                <a:ea typeface="Lucida Sans Unicode" pitchFamily="34" charset="0"/>
                <a:cs typeface="Lucida Sans Unicode" pitchFamily="34" charset="0"/>
              </a:rPr>
              <a:pPr/>
              <a:t>47</a:t>
            </a:fld>
            <a:endParaRPr lang="en-US">
              <a:ea typeface="Lucida Sans Unicode" pitchFamily="34" charset="0"/>
              <a:cs typeface="Lucida Sans Unicode"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A5A73BB4-9840-43FE-A2D8-5A9733BEA547}" type="slidenum">
              <a:rPr lang="en-US" smtClean="0">
                <a:ea typeface="Lucida Sans Unicode" pitchFamily="34" charset="0"/>
                <a:cs typeface="Lucida Sans Unicode" pitchFamily="34" charset="0"/>
              </a:rPr>
              <a:pPr/>
              <a:t>48</a:t>
            </a:fld>
            <a:endParaRPr lang="en-US">
              <a:ea typeface="Lucida Sans Unicode" pitchFamily="34" charset="0"/>
              <a:cs typeface="Lucida Sans Unicode"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1C3D6FA6-FBA8-425B-8FB3-278000F8A722}" type="slidenum">
              <a:rPr lang="en-US" smtClean="0">
                <a:ea typeface="Lucida Sans Unicode" pitchFamily="34" charset="0"/>
                <a:cs typeface="Lucida Sans Unicode" pitchFamily="34" charset="0"/>
              </a:rPr>
              <a:pPr/>
              <a:t>49</a:t>
            </a:fld>
            <a:endParaRPr lang="en-US">
              <a:ea typeface="Lucida Sans Unicode" pitchFamily="34" charset="0"/>
              <a:cs typeface="Lucida Sans Unicode" pitchFamily="34"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s-MX"/>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255984" y="-171400"/>
            <a:ext cx="7772400" cy="1470025"/>
          </a:xfrm>
          <a:prstGeom prst="rect">
            <a:avLst/>
          </a:prstGeom>
        </p:spPr>
        <p:txBody>
          <a:bodyPr anchor="b"/>
          <a:lstStyle>
            <a:lvl1pPr>
              <a:defRPr>
                <a:solidFill>
                  <a:schemeClr val="bg1"/>
                </a:solidFill>
              </a:defRPr>
            </a:lvl1pPr>
          </a:lstStyle>
          <a:p>
            <a:r>
              <a:rPr lang="x-none"/>
              <a:t>Titelstijl van model bewerken</a:t>
            </a:r>
            <a:endParaRPr lang="nl-NL" dirty="0"/>
          </a:p>
        </p:txBody>
      </p:sp>
      <p:sp>
        <p:nvSpPr>
          <p:cNvPr id="3" name="Ondertitel 2"/>
          <p:cNvSpPr>
            <a:spLocks noGrp="1"/>
          </p:cNvSpPr>
          <p:nvPr>
            <p:ph type="subTitle" idx="1"/>
          </p:nvPr>
        </p:nvSpPr>
        <p:spPr>
          <a:xfrm>
            <a:off x="331440" y="3429000"/>
            <a:ext cx="6400800" cy="1752600"/>
          </a:xfrm>
        </p:spPr>
        <p:txBody>
          <a:bodyPr>
            <a:normAutofit/>
          </a:bodyPr>
          <a:lstStyle>
            <a:lvl1pPr marL="0" indent="0" algn="l">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Klik om de titelstijl van het model te bewerken</a:t>
            </a:r>
            <a:endParaRPr lang="nl-NL" dirty="0"/>
          </a:p>
        </p:txBody>
      </p:sp>
      <p:sp>
        <p:nvSpPr>
          <p:cNvPr id="5" name="Tijdelijke aanduiding voor voettekst 4"/>
          <p:cNvSpPr>
            <a:spLocks noGrp="1"/>
          </p:cNvSpPr>
          <p:nvPr>
            <p:ph type="ftr" sz="quarter" idx="11"/>
          </p:nvPr>
        </p:nvSpPr>
        <p:spPr>
          <a:xfrm>
            <a:off x="323528" y="5805264"/>
            <a:ext cx="6120680" cy="576064"/>
          </a:xfrm>
          <a:prstGeom prst="rect">
            <a:avLst/>
          </a:prstGeom>
        </p:spPr>
        <p:txBody>
          <a:bodyPr/>
          <a:lstStyle>
            <a:lvl1pPr>
              <a:defRPr>
                <a:solidFill>
                  <a:schemeClr val="bg1"/>
                </a:solidFill>
              </a:defRPr>
            </a:lvl1pPr>
          </a:lstStyle>
          <a:p>
            <a:endParaRPr lang="nl-N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0" name="Ovaal 9"/>
          <p:cNvSpPr/>
          <p:nvPr userDrawn="1"/>
        </p:nvSpPr>
        <p:spPr>
          <a:xfrm>
            <a:off x="4139952" y="6525344"/>
            <a:ext cx="216024" cy="216024"/>
          </a:xfrm>
          <a:prstGeom prst="ellipse">
            <a:avLst/>
          </a:prstGeom>
          <a:solidFill>
            <a:srgbClr val="20BD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
        <p:nvSpPr>
          <p:cNvPr id="15" name="Tijdelijke aanduiding voor inhoud 2"/>
          <p:cNvSpPr>
            <a:spLocks noGrp="1"/>
          </p:cNvSpPr>
          <p:nvPr>
            <p:ph idx="1"/>
          </p:nvPr>
        </p:nvSpPr>
        <p:spPr>
          <a:xfrm>
            <a:off x="590872" y="1279301"/>
            <a:ext cx="8229600" cy="4309939"/>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16" name="Tijdelijke aanduiding voor voettekst 4"/>
          <p:cNvSpPr>
            <a:spLocks noGrp="1"/>
          </p:cNvSpPr>
          <p:nvPr>
            <p:ph type="ftr" sz="quarter" idx="11"/>
          </p:nvPr>
        </p:nvSpPr>
        <p:spPr>
          <a:xfrm>
            <a:off x="2627784" y="5805264"/>
            <a:ext cx="6120680" cy="576064"/>
          </a:xfrm>
          <a:prstGeom prst="rect">
            <a:avLst/>
          </a:prstGeom>
        </p:spPr>
        <p:txBody>
          <a:bodyPr/>
          <a:lstStyle/>
          <a:p>
            <a:endParaRPr lang="nl-NL" dirty="0"/>
          </a:p>
        </p:txBody>
      </p:sp>
      <p:sp>
        <p:nvSpPr>
          <p:cNvPr id="2" name="Titel 1"/>
          <p:cNvSpPr>
            <a:spLocks noGrp="1"/>
          </p:cNvSpPr>
          <p:nvPr>
            <p:ph type="title"/>
          </p:nvPr>
        </p:nvSpPr>
        <p:spPr/>
        <p:txBody>
          <a:bodyPr/>
          <a:lstStyle/>
          <a:p>
            <a:r>
              <a:rPr lang="x-none"/>
              <a:t>Titelstijl van model bewerken</a:t>
            </a: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10" name="Ovaal 9"/>
          <p:cNvSpPr/>
          <p:nvPr userDrawn="1"/>
        </p:nvSpPr>
        <p:spPr>
          <a:xfrm>
            <a:off x="4139952" y="6525344"/>
            <a:ext cx="216024" cy="216024"/>
          </a:xfrm>
          <a:prstGeom prst="ellipse">
            <a:avLst/>
          </a:prstGeom>
          <a:solidFill>
            <a:srgbClr val="20BD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Tijdelijke aanduiding voor inhoud 2"/>
          <p:cNvSpPr>
            <a:spLocks noGrp="1"/>
          </p:cNvSpPr>
          <p:nvPr>
            <p:ph idx="1"/>
          </p:nvPr>
        </p:nvSpPr>
        <p:spPr>
          <a:xfrm>
            <a:off x="590872" y="1279301"/>
            <a:ext cx="8229600" cy="4309939"/>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5" name="Tijdelijke aanduiding voor voettekst 4"/>
          <p:cNvSpPr>
            <a:spLocks noGrp="1"/>
          </p:cNvSpPr>
          <p:nvPr>
            <p:ph type="ftr" sz="quarter" idx="11"/>
          </p:nvPr>
        </p:nvSpPr>
        <p:spPr>
          <a:xfrm>
            <a:off x="2627784" y="5805264"/>
            <a:ext cx="6120680" cy="576064"/>
          </a:xfrm>
          <a:prstGeom prst="rect">
            <a:avLst/>
          </a:prstGeom>
        </p:spPr>
        <p:txBody>
          <a:bodyPr/>
          <a:lstStyle/>
          <a:p>
            <a:endParaRPr lang="nl-NL" dirty="0"/>
          </a:p>
        </p:txBody>
      </p:sp>
      <p:sp>
        <p:nvSpPr>
          <p:cNvPr id="8" name="Titel 1"/>
          <p:cNvSpPr>
            <a:spLocks noGrp="1"/>
          </p:cNvSpPr>
          <p:nvPr>
            <p:ph type="title"/>
          </p:nvPr>
        </p:nvSpPr>
        <p:spPr>
          <a:xfrm>
            <a:off x="323528" y="-90264"/>
            <a:ext cx="8229600" cy="1143000"/>
          </a:xfrm>
          <a:prstGeom prst="rect">
            <a:avLst/>
          </a:prstGeom>
        </p:spPr>
        <p:txBody>
          <a:bodyPr anchor="b"/>
          <a:lstStyle/>
          <a:p>
            <a:r>
              <a:rPr lang="x-none"/>
              <a:t>Titelstijl van model bewerken</a:t>
            </a:r>
            <a:endParaRPr lang="nl-NL" dirty="0"/>
          </a:p>
        </p:txBody>
      </p:sp>
      <p:sp>
        <p:nvSpPr>
          <p:cNvPr id="9"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lleen titel">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9" name="Ovaal 8"/>
          <p:cNvSpPr/>
          <p:nvPr userDrawn="1"/>
        </p:nvSpPr>
        <p:spPr>
          <a:xfrm>
            <a:off x="4139952" y="6525344"/>
            <a:ext cx="216024" cy="216024"/>
          </a:xfrm>
          <a:prstGeom prst="ellipse">
            <a:avLst/>
          </a:prstGeom>
          <a:solidFill>
            <a:srgbClr val="2311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rgbClr val="23114C"/>
              </a:solidFill>
            </a:endParaRPr>
          </a:p>
        </p:txBody>
      </p:sp>
      <p:sp>
        <p:nvSpPr>
          <p:cNvPr id="2" name="Titel 1"/>
          <p:cNvSpPr>
            <a:spLocks noGrp="1"/>
          </p:cNvSpPr>
          <p:nvPr>
            <p:ph type="title"/>
          </p:nvPr>
        </p:nvSpPr>
        <p:spPr>
          <a:xfrm>
            <a:off x="323528" y="-99392"/>
            <a:ext cx="8229600" cy="1143000"/>
          </a:xfrm>
          <a:prstGeom prst="rect">
            <a:avLst/>
          </a:prstGeom>
        </p:spPr>
        <p:txBody>
          <a:bodyPr anchor="b"/>
          <a:lstStyle/>
          <a:p>
            <a:r>
              <a:rPr lang="x-none"/>
              <a:t>Titelstijl van model bewerken</a:t>
            </a:r>
            <a:endParaRPr lang="nl-NL" dirty="0"/>
          </a:p>
        </p:txBody>
      </p:sp>
      <p:sp>
        <p:nvSpPr>
          <p:cNvPr id="4" name="Tijdelijke aanduiding voor voettekst 3"/>
          <p:cNvSpPr>
            <a:spLocks noGrp="1"/>
          </p:cNvSpPr>
          <p:nvPr>
            <p:ph type="ftr" sz="quarter" idx="11"/>
          </p:nvPr>
        </p:nvSpPr>
        <p:spPr>
          <a:xfrm>
            <a:off x="2123728" y="5805264"/>
            <a:ext cx="6120680" cy="576064"/>
          </a:xfrm>
          <a:prstGeom prst="rect">
            <a:avLst/>
          </a:prstGeom>
        </p:spPr>
        <p:txBody>
          <a:bodyPr/>
          <a:lstStyle>
            <a:lvl1pPr>
              <a:defRPr>
                <a:solidFill>
                  <a:schemeClr val="bg1"/>
                </a:solidFill>
              </a:defRPr>
            </a:lvl1pPr>
          </a:lstStyle>
          <a:p>
            <a:endParaRPr lang="nl-NL" dirty="0"/>
          </a:p>
        </p:txBody>
      </p:sp>
      <p:sp>
        <p:nvSpPr>
          <p:cNvPr id="7" name="Tijdelijke aanduiding voor inhoud 2"/>
          <p:cNvSpPr>
            <a:spLocks noGrp="1"/>
          </p:cNvSpPr>
          <p:nvPr>
            <p:ph idx="1"/>
          </p:nvPr>
        </p:nvSpPr>
        <p:spPr>
          <a:xfrm>
            <a:off x="590872" y="1279301"/>
            <a:ext cx="8229600" cy="4237931"/>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8"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r>
              <a:rPr lang="en-US"/>
              <a:t>1-</a:t>
            </a:r>
            <a:fld id="{C46FF7B1-CA13-794F-80DB-5D5730E47B55}" type="slidenum">
              <a:rPr lang="en-US"/>
              <a:pPr/>
              <a:t>‹nr.›</a:t>
            </a:fld>
            <a:endParaRPr lang="en-US"/>
          </a:p>
        </p:txBody>
      </p:sp>
    </p:spTree>
    <p:extLst>
      <p:ext uri="{BB962C8B-B14F-4D97-AF65-F5344CB8AC3E}">
        <p14:creationId xmlns:p14="http://schemas.microsoft.com/office/powerpoint/2010/main" val="1466733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cstate="print">
            <a:lum/>
          </a:blip>
          <a:srcRect/>
          <a:stretch>
            <a:fillRect/>
          </a:stretch>
        </a:blipFill>
        <a:effectLst/>
      </p:bgPr>
    </p:b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90872" y="1279301"/>
            <a:ext cx="8229600" cy="4237931"/>
          </a:xfrm>
          <a:prstGeom prst="rect">
            <a:avLst/>
          </a:prstGeom>
        </p:spPr>
        <p:txBody>
          <a:bodyPr vert="horz" lIns="91440" tIns="45720" rIns="91440" bIns="45720" rtlCol="0">
            <a:normAutofit/>
          </a:body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4"/>
          </p:nvPr>
        </p:nvSpPr>
        <p:spPr>
          <a:xfrm>
            <a:off x="3230488" y="6448251"/>
            <a:ext cx="2133600" cy="365125"/>
          </a:xfrm>
          <a:prstGeom prst="rect">
            <a:avLst/>
          </a:prstGeom>
        </p:spPr>
        <p:txBody>
          <a:bodyPr vert="horz" lIns="91440" tIns="45720" rIns="91440" bIns="45720" rtlCol="0" anchor="ctr"/>
          <a:lstStyle>
            <a:lvl1pPr algn="ctr">
              <a:defRPr sz="1000">
                <a:solidFill>
                  <a:srgbClr val="23114C"/>
                </a:solidFill>
              </a:defRPr>
            </a:lvl1pPr>
          </a:lstStyle>
          <a:p>
            <a:fld id="{1DAD25AC-3D36-459B-92CD-44DA3A629171}" type="slidenum">
              <a:rPr lang="nl-NL" smtClean="0"/>
              <a:pPr/>
              <a:t>‹nr.›</a:t>
            </a:fld>
            <a:endParaRPr lang="nl-NL" dirty="0"/>
          </a:p>
        </p:txBody>
      </p:sp>
      <p:sp>
        <p:nvSpPr>
          <p:cNvPr id="9" name="Tijdelijke aanduiding voor voettekst 4"/>
          <p:cNvSpPr>
            <a:spLocks noGrp="1"/>
          </p:cNvSpPr>
          <p:nvPr>
            <p:ph type="ftr" sz="quarter" idx="3"/>
          </p:nvPr>
        </p:nvSpPr>
        <p:spPr>
          <a:xfrm>
            <a:off x="2627784" y="5805264"/>
            <a:ext cx="6120680" cy="576064"/>
          </a:xfrm>
          <a:prstGeom prst="rect">
            <a:avLst/>
          </a:prstGeom>
        </p:spPr>
        <p:txBody>
          <a:bodyPr vert="horz" lIns="91440" tIns="45720" rIns="91440" bIns="45720" rtlCol="0" anchor="t"/>
          <a:lstStyle>
            <a:lvl1pPr algn="l">
              <a:defRPr sz="1200">
                <a:solidFill>
                  <a:srgbClr val="23114C"/>
                </a:solidFill>
                <a:latin typeface="Verdana" pitchFamily="34" charset="0"/>
                <a:ea typeface="Verdana" pitchFamily="34" charset="0"/>
                <a:cs typeface="Verdana" pitchFamily="34" charset="0"/>
              </a:defRPr>
            </a:lvl1pPr>
          </a:lstStyle>
          <a:p>
            <a:endParaRPr lang="nl-NL" dirty="0"/>
          </a:p>
        </p:txBody>
      </p:sp>
      <p:sp>
        <p:nvSpPr>
          <p:cNvPr id="10" name="Tijdelijke aanduiding voor titel 9"/>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nl-NL"/>
              <a:t>Klik om de stijl te bewerken</a:t>
            </a:r>
          </a:p>
        </p:txBody>
      </p:sp>
    </p:spTree>
  </p:cSld>
  <p:clrMap bg1="lt1" tx1="dk1" bg2="lt2" tx2="dk2" accent1="accent1" accent2="accent2" accent3="accent3" accent4="accent4" accent5="accent5" accent6="accent6" hlink="hlink" folHlink="folHlink"/>
  <p:sldLayoutIdLst>
    <p:sldLayoutId id="2147483656" r:id="rId1"/>
    <p:sldLayoutId id="2147483661" r:id="rId2"/>
    <p:sldLayoutId id="2147483657" r:id="rId3"/>
    <p:sldLayoutId id="2147483664" r:id="rId4"/>
    <p:sldLayoutId id="2147483665" r:id="rId5"/>
  </p:sldLayoutIdLst>
  <p:hf hdr="0" dt="0"/>
  <p:txStyles>
    <p:titleStyle>
      <a:lvl1pPr algn="l" defTabSz="914400" rtl="0" eaLnBrk="1" latinLnBrk="0" hangingPunct="1">
        <a:spcBef>
          <a:spcPct val="0"/>
        </a:spcBef>
        <a:buNone/>
        <a:defRPr sz="2600" b="1" kern="1200">
          <a:solidFill>
            <a:srgbClr val="20BDBA"/>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rgbClr val="23114C"/>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200" kern="1200">
          <a:solidFill>
            <a:srgbClr val="23114C"/>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900" kern="1200">
          <a:solidFill>
            <a:srgbClr val="23114C"/>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700" kern="1200">
          <a:solidFill>
            <a:srgbClr val="23114C"/>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400" kern="1200">
          <a:solidFill>
            <a:srgbClr val="23114C"/>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dirty="0"/>
              <a:t>ICPT – Concepten in Programmeertalen</a:t>
            </a:r>
          </a:p>
        </p:txBody>
      </p:sp>
      <p:sp>
        <p:nvSpPr>
          <p:cNvPr id="3" name="Ondertitel 2"/>
          <p:cNvSpPr>
            <a:spLocks noGrp="1"/>
          </p:cNvSpPr>
          <p:nvPr>
            <p:ph type="subTitle" idx="1"/>
          </p:nvPr>
        </p:nvSpPr>
        <p:spPr>
          <a:xfrm>
            <a:off x="331440" y="3429000"/>
            <a:ext cx="8273008" cy="1752600"/>
          </a:xfrm>
        </p:spPr>
        <p:txBody>
          <a:bodyPr/>
          <a:lstStyle/>
          <a:p>
            <a:r>
              <a:rPr lang="nl-NL" dirty="0"/>
              <a:t>Les 2 – Lexicale, </a:t>
            </a:r>
            <a:r>
              <a:rPr lang="en-US" dirty="0" err="1"/>
              <a:t>Syntactische</a:t>
            </a:r>
            <a:r>
              <a:rPr lang="en-US" dirty="0"/>
              <a:t> en </a:t>
            </a:r>
            <a:r>
              <a:rPr lang="en-US" dirty="0" err="1"/>
              <a:t>Semantische</a:t>
            </a:r>
            <a:r>
              <a:rPr lang="en-US" dirty="0"/>
              <a:t> </a:t>
            </a:r>
            <a:r>
              <a:rPr lang="en-US" dirty="0" err="1"/>
              <a:t>analyse</a:t>
            </a:r>
            <a:endParaRPr lang="en-US" dirty="0"/>
          </a:p>
          <a:p>
            <a:endParaRPr lang="nl-NL" dirty="0"/>
          </a:p>
        </p:txBody>
      </p:sp>
      <p:sp>
        <p:nvSpPr>
          <p:cNvPr id="6" name="Tijdelijke aanduiding voor voettekst 5"/>
          <p:cNvSpPr>
            <a:spLocks noGrp="1"/>
          </p:cNvSpPr>
          <p:nvPr>
            <p:ph type="ftr" sz="quarter" idx="11"/>
          </p:nvPr>
        </p:nvSpPr>
        <p:spPr/>
        <p:txBody>
          <a:bodyPr/>
          <a:lstStyle/>
          <a:p>
            <a:r>
              <a:rPr lang="nl-NL" dirty="0"/>
              <a:t>Opleiding Informatica</a:t>
            </a:r>
          </a:p>
        </p:txBody>
      </p:sp>
    </p:spTree>
    <p:extLst>
      <p:ext uri="{BB962C8B-B14F-4D97-AF65-F5344CB8AC3E}">
        <p14:creationId xmlns:p14="http://schemas.microsoft.com/office/powerpoint/2010/main" val="4030450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Copyright © 2012 Addison-Wesley. All rights reserved.</a:t>
            </a:r>
          </a:p>
        </p:txBody>
      </p:sp>
      <p:sp>
        <p:nvSpPr>
          <p:cNvPr id="7171" name="Slide Number Placeholder 4"/>
          <p:cNvSpPr>
            <a:spLocks noGrp="1"/>
          </p:cNvSpPr>
          <p:nvPr>
            <p:ph type="sldNum" sz="quarter" idx="11"/>
          </p:nvPr>
        </p:nvSpPr>
        <p:spPr>
          <a:noFill/>
        </p:spPr>
        <p:txBody>
          <a:bodyPr/>
          <a:lstStyle/>
          <a:p>
            <a:r>
              <a:rPr lang="en-US"/>
              <a:t>1-</a:t>
            </a:r>
            <a:fld id="{E1A9CCA3-1BE2-4066-9907-24BF52894546}" type="slidenum">
              <a:rPr lang="en-US" smtClean="0"/>
              <a:pPr/>
              <a:t>2</a:t>
            </a:fld>
            <a:endParaRPr lang="en-US"/>
          </a:p>
        </p:txBody>
      </p:sp>
      <p:sp>
        <p:nvSpPr>
          <p:cNvPr id="7172" name="Rectangle 2"/>
          <p:cNvSpPr>
            <a:spLocks noGrp="1" noChangeArrowheads="1"/>
          </p:cNvSpPr>
          <p:nvPr>
            <p:ph type="title"/>
          </p:nvPr>
        </p:nvSpPr>
        <p:spPr/>
        <p:txBody>
          <a:bodyPr/>
          <a:lstStyle/>
          <a:p>
            <a:pPr eaLnBrk="1" hangingPunct="1"/>
            <a:r>
              <a:rPr lang="en-US" dirty="0"/>
              <a:t>Topics lesson 2</a:t>
            </a:r>
          </a:p>
        </p:txBody>
      </p:sp>
      <p:sp>
        <p:nvSpPr>
          <p:cNvPr id="7173" name="Rectangle 3"/>
          <p:cNvSpPr>
            <a:spLocks noGrp="1" noChangeArrowheads="1"/>
          </p:cNvSpPr>
          <p:nvPr>
            <p:ph type="body" idx="1"/>
          </p:nvPr>
        </p:nvSpPr>
        <p:spPr/>
        <p:txBody>
          <a:bodyPr/>
          <a:lstStyle/>
          <a:p>
            <a:pPr marL="533400" indent="-533400" eaLnBrk="1" hangingPunct="1"/>
            <a:r>
              <a:rPr lang="en-US" dirty="0"/>
              <a:t>Introduction</a:t>
            </a:r>
          </a:p>
          <a:p>
            <a:pPr marL="533400" indent="-533400" eaLnBrk="1" hangingPunct="1"/>
            <a:r>
              <a:rPr lang="en-US" dirty="0"/>
              <a:t>Lexical Analysis</a:t>
            </a:r>
          </a:p>
          <a:p>
            <a:pPr marL="533400" indent="-533400" eaLnBrk="1" hangingPunct="1"/>
            <a:r>
              <a:rPr lang="en-US" dirty="0"/>
              <a:t>The General Problem of Describing Syntax</a:t>
            </a:r>
          </a:p>
          <a:p>
            <a:pPr marL="533400" indent="-533400" eaLnBrk="1" hangingPunct="1"/>
            <a:r>
              <a:rPr lang="en-US" dirty="0"/>
              <a:t>Formal Methods of Describing Syntax</a:t>
            </a:r>
          </a:p>
          <a:p>
            <a:pPr marL="533400" indent="-533400" eaLnBrk="1" hangingPunct="1"/>
            <a:r>
              <a:rPr lang="en-US" dirty="0"/>
              <a:t>Attribute Grammars</a:t>
            </a:r>
          </a:p>
          <a:p>
            <a:pPr marL="533400" indent="-533400" eaLnBrk="1" hangingPunct="1"/>
            <a:r>
              <a:rPr lang="en-US" dirty="0"/>
              <a:t>Describing the Meanings of Programs:    Dynamic Semantics</a:t>
            </a:r>
          </a:p>
        </p:txBody>
      </p:sp>
    </p:spTree>
    <p:extLst>
      <p:ext uri="{BB962C8B-B14F-4D97-AF65-F5344CB8AC3E}">
        <p14:creationId xmlns:p14="http://schemas.microsoft.com/office/powerpoint/2010/main" val="572645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Copyright © 2012 Addison-Wesley. All rights reserved.</a:t>
            </a:r>
          </a:p>
        </p:txBody>
      </p:sp>
      <p:sp>
        <p:nvSpPr>
          <p:cNvPr id="8195" name="Slide Number Placeholder 4"/>
          <p:cNvSpPr>
            <a:spLocks noGrp="1"/>
          </p:cNvSpPr>
          <p:nvPr>
            <p:ph type="sldNum" sz="quarter" idx="11"/>
          </p:nvPr>
        </p:nvSpPr>
        <p:spPr>
          <a:noFill/>
        </p:spPr>
        <p:txBody>
          <a:bodyPr/>
          <a:lstStyle/>
          <a:p>
            <a:r>
              <a:rPr lang="en-US"/>
              <a:t>1-</a:t>
            </a:r>
            <a:fld id="{EB8D1094-A38E-4673-ABA2-031B173A5930}" type="slidenum">
              <a:rPr lang="en-US" smtClean="0"/>
              <a:pPr/>
              <a:t>3</a:t>
            </a:fld>
            <a:endParaRPr lang="en-US"/>
          </a:p>
        </p:txBody>
      </p:sp>
      <p:sp>
        <p:nvSpPr>
          <p:cNvPr id="8196" name="Rectangle 2"/>
          <p:cNvSpPr>
            <a:spLocks noGrp="1" noChangeArrowheads="1"/>
          </p:cNvSpPr>
          <p:nvPr>
            <p:ph type="title"/>
          </p:nvPr>
        </p:nvSpPr>
        <p:spPr/>
        <p:txBody>
          <a:bodyPr/>
          <a:lstStyle/>
          <a:p>
            <a:pPr eaLnBrk="1" hangingPunct="1"/>
            <a:r>
              <a:rPr lang="en-US"/>
              <a:t>Introduction</a:t>
            </a:r>
          </a:p>
        </p:txBody>
      </p:sp>
      <p:sp>
        <p:nvSpPr>
          <p:cNvPr id="8197" name="Rectangle 3"/>
          <p:cNvSpPr>
            <a:spLocks noGrp="1" noChangeArrowheads="1"/>
          </p:cNvSpPr>
          <p:nvPr>
            <p:ph type="body" idx="1"/>
          </p:nvPr>
        </p:nvSpPr>
        <p:spPr/>
        <p:txBody>
          <a:bodyPr/>
          <a:lstStyle/>
          <a:p>
            <a:pPr eaLnBrk="1" hangingPunct="1">
              <a:lnSpc>
                <a:spcPct val="90000"/>
              </a:lnSpc>
            </a:pPr>
            <a:endParaRPr lang="en-US" b="1" dirty="0"/>
          </a:p>
          <a:p>
            <a:pPr>
              <a:lnSpc>
                <a:spcPct val="90000"/>
              </a:lnSpc>
            </a:pPr>
            <a:r>
              <a:rPr lang="en-US" b="1" dirty="0"/>
              <a:t>Lexical: </a:t>
            </a:r>
            <a:r>
              <a:rPr lang="en-US" dirty="0"/>
              <a:t>refers to things concerning the words of a language.</a:t>
            </a:r>
          </a:p>
          <a:p>
            <a:pPr eaLnBrk="1" hangingPunct="1">
              <a:lnSpc>
                <a:spcPct val="90000"/>
              </a:lnSpc>
            </a:pPr>
            <a:r>
              <a:rPr lang="en-US" b="1" dirty="0"/>
              <a:t>Syntax:</a:t>
            </a:r>
            <a:r>
              <a:rPr lang="en-US" dirty="0"/>
              <a:t> the form or structure of the expressions, statements, and program units</a:t>
            </a:r>
          </a:p>
          <a:p>
            <a:pPr eaLnBrk="1" hangingPunct="1">
              <a:lnSpc>
                <a:spcPct val="90000"/>
              </a:lnSpc>
            </a:pPr>
            <a:r>
              <a:rPr lang="en-US" b="1" dirty="0"/>
              <a:t>Semantics:</a:t>
            </a:r>
            <a:r>
              <a:rPr lang="en-US" dirty="0"/>
              <a:t> the meaning of the expressions,  statements, and program units</a:t>
            </a:r>
          </a:p>
        </p:txBody>
      </p:sp>
    </p:spTree>
    <p:extLst>
      <p:ext uri="{BB962C8B-B14F-4D97-AF65-F5344CB8AC3E}">
        <p14:creationId xmlns:p14="http://schemas.microsoft.com/office/powerpoint/2010/main" val="916229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Voorbeeld</a:t>
            </a:r>
          </a:p>
        </p:txBody>
      </p:sp>
      <p:sp>
        <p:nvSpPr>
          <p:cNvPr id="3" name="Tijdelijke aanduiding voor inhoud 2"/>
          <p:cNvSpPr>
            <a:spLocks noGrp="1"/>
          </p:cNvSpPr>
          <p:nvPr>
            <p:ph idx="1"/>
          </p:nvPr>
        </p:nvSpPr>
        <p:spPr/>
        <p:txBody>
          <a:bodyPr/>
          <a:lstStyle/>
          <a:p>
            <a:pPr marL="0" indent="0" algn="ctr">
              <a:buNone/>
            </a:pPr>
            <a:endParaRPr lang="nl-NL" dirty="0"/>
          </a:p>
          <a:p>
            <a:pPr marL="0" indent="0" algn="ctr">
              <a:buNone/>
            </a:pPr>
            <a:endParaRPr lang="nl-NL" dirty="0"/>
          </a:p>
          <a:p>
            <a:pPr marL="0" indent="0" algn="ctr">
              <a:buNone/>
            </a:pPr>
            <a:r>
              <a:rPr lang="nl-NL" dirty="0"/>
              <a:t>Onze collega Marie is goed bevallen.</a:t>
            </a:r>
          </a:p>
        </p:txBody>
      </p:sp>
      <p:sp>
        <p:nvSpPr>
          <p:cNvPr id="4" name="Tijdelijke aanduiding voor voettekst 3"/>
          <p:cNvSpPr>
            <a:spLocks noGrp="1"/>
          </p:cNvSpPr>
          <p:nvPr>
            <p:ph type="ftr" sz="quarter" idx="10"/>
          </p:nvPr>
        </p:nvSpPr>
        <p:spPr/>
        <p:txBody>
          <a:bodyPr/>
          <a:lstStyle/>
          <a:p>
            <a:r>
              <a:rPr lang="en-US"/>
              <a:t>Copyright © 2012 Addison-Wesley. All rights reserved.</a:t>
            </a:r>
          </a:p>
        </p:txBody>
      </p:sp>
      <p:sp>
        <p:nvSpPr>
          <p:cNvPr id="5" name="Tijdelijke aanduiding voor dianummer 4"/>
          <p:cNvSpPr>
            <a:spLocks noGrp="1"/>
          </p:cNvSpPr>
          <p:nvPr>
            <p:ph type="sldNum" sz="quarter" idx="11"/>
          </p:nvPr>
        </p:nvSpPr>
        <p:spPr/>
        <p:txBody>
          <a:bodyPr/>
          <a:lstStyle/>
          <a:p>
            <a:r>
              <a:rPr lang="en-US"/>
              <a:t>1-</a:t>
            </a:r>
            <a:fld id="{C46FF7B1-CA13-794F-80DB-5D5730E47B55}" type="slidenum">
              <a:rPr lang="en-US" smtClean="0"/>
              <a:pPr/>
              <a:t>4</a:t>
            </a:fld>
            <a:endParaRPr lang="en-US"/>
          </a:p>
        </p:txBody>
      </p:sp>
    </p:spTree>
    <p:extLst>
      <p:ext uri="{BB962C8B-B14F-4D97-AF65-F5344CB8AC3E}">
        <p14:creationId xmlns:p14="http://schemas.microsoft.com/office/powerpoint/2010/main" val="162817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Compilation</a:t>
            </a:r>
            <a:endParaRPr lang="nl-NL" dirty="0"/>
          </a:p>
        </p:txBody>
      </p:sp>
      <p:pic>
        <p:nvPicPr>
          <p:cNvPr id="6" name="Tijdelijke aanduiding voor inhoud 5"/>
          <p:cNvPicPr>
            <a:picLocks noGrp="1" noChangeAspect="1"/>
          </p:cNvPicPr>
          <p:nvPr>
            <p:ph idx="1"/>
          </p:nvPr>
        </p:nvPicPr>
        <p:blipFill>
          <a:blip r:embed="rId2"/>
          <a:srcRect l="-87712" r="-87712"/>
          <a:stretch>
            <a:fillRect/>
          </a:stretch>
        </p:blipFill>
        <p:spPr>
          <a:xfrm>
            <a:off x="590550" y="1279525"/>
            <a:ext cx="8229600" cy="4237038"/>
          </a:xfrm>
        </p:spPr>
      </p:pic>
      <p:sp>
        <p:nvSpPr>
          <p:cNvPr id="4" name="Tijdelijke aanduiding voor voettekst 3"/>
          <p:cNvSpPr>
            <a:spLocks noGrp="1"/>
          </p:cNvSpPr>
          <p:nvPr>
            <p:ph type="ftr" sz="quarter" idx="10"/>
          </p:nvPr>
        </p:nvSpPr>
        <p:spPr/>
        <p:txBody>
          <a:bodyPr/>
          <a:lstStyle/>
          <a:p>
            <a:r>
              <a:rPr lang="en-US"/>
              <a:t>Copyright © 2012 Addison-Wesley. All rights reserved.</a:t>
            </a:r>
          </a:p>
        </p:txBody>
      </p:sp>
      <p:sp>
        <p:nvSpPr>
          <p:cNvPr id="5" name="Tijdelijke aanduiding voor dianummer 4"/>
          <p:cNvSpPr>
            <a:spLocks noGrp="1"/>
          </p:cNvSpPr>
          <p:nvPr>
            <p:ph type="sldNum" sz="quarter" idx="11"/>
          </p:nvPr>
        </p:nvSpPr>
        <p:spPr/>
        <p:txBody>
          <a:bodyPr/>
          <a:lstStyle/>
          <a:p>
            <a:r>
              <a:rPr lang="en-US"/>
              <a:t>1-</a:t>
            </a:r>
            <a:fld id="{C46FF7B1-CA13-794F-80DB-5D5730E47B55}" type="slidenum">
              <a:rPr lang="en-US" smtClean="0"/>
              <a:pPr/>
              <a:t>5</a:t>
            </a:fld>
            <a:endParaRPr lang="en-US"/>
          </a:p>
        </p:txBody>
      </p:sp>
    </p:spTree>
    <p:extLst>
      <p:ext uri="{BB962C8B-B14F-4D97-AF65-F5344CB8AC3E}">
        <p14:creationId xmlns:p14="http://schemas.microsoft.com/office/powerpoint/2010/main" val="2676402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Lexical</a:t>
            </a:r>
            <a:r>
              <a:rPr lang="nl-NL" dirty="0"/>
              <a:t> analysis</a:t>
            </a:r>
          </a:p>
        </p:txBody>
      </p:sp>
      <p:sp>
        <p:nvSpPr>
          <p:cNvPr id="3" name="Tijdelijke aanduiding voor inhoud 2"/>
          <p:cNvSpPr>
            <a:spLocks noGrp="1"/>
          </p:cNvSpPr>
          <p:nvPr>
            <p:ph idx="1"/>
          </p:nvPr>
        </p:nvSpPr>
        <p:spPr/>
        <p:txBody>
          <a:bodyPr/>
          <a:lstStyle/>
          <a:p>
            <a:r>
              <a:rPr lang="en-US" dirty="0">
                <a:latin typeface="Lucida Sans Unicode" charset="0"/>
                <a:cs typeface="Lucida Sans Unicode" charset="0"/>
              </a:rPr>
              <a:t>A lexical analyzer is a pattern matcher for character strings</a:t>
            </a:r>
          </a:p>
          <a:p>
            <a:r>
              <a:rPr lang="en-US" dirty="0">
                <a:latin typeface="Lucida Sans Unicode" charset="0"/>
                <a:cs typeface="Lucida Sans Unicode" charset="0"/>
              </a:rPr>
              <a:t>A lexical analyzer is a </a:t>
            </a:r>
            <a:r>
              <a:rPr lang="ja-JP" altLang="en-US" dirty="0">
                <a:latin typeface="Lucida Sans Unicode" charset="0"/>
                <a:cs typeface="Lucida Sans Unicode" charset="0"/>
              </a:rPr>
              <a:t>“</a:t>
            </a:r>
            <a:r>
              <a:rPr lang="en-US" dirty="0">
                <a:latin typeface="Lucida Sans Unicode" charset="0"/>
                <a:cs typeface="Lucida Sans Unicode" charset="0"/>
              </a:rPr>
              <a:t>front-end</a:t>
            </a:r>
            <a:r>
              <a:rPr lang="ja-JP" altLang="en-US" dirty="0">
                <a:latin typeface="Lucida Sans Unicode" charset="0"/>
                <a:cs typeface="Lucida Sans Unicode" charset="0"/>
              </a:rPr>
              <a:t>”</a:t>
            </a:r>
            <a:r>
              <a:rPr lang="en-US" dirty="0">
                <a:latin typeface="Lucida Sans Unicode" charset="0"/>
                <a:cs typeface="Lucida Sans Unicode" charset="0"/>
              </a:rPr>
              <a:t> for the parser</a:t>
            </a:r>
          </a:p>
          <a:p>
            <a:r>
              <a:rPr lang="en-US" dirty="0">
                <a:latin typeface="Lucida Sans Unicode" charset="0"/>
                <a:cs typeface="Lucida Sans Unicode" charset="0"/>
              </a:rPr>
              <a:t>Identifies substrings of the source program that belong together - </a:t>
            </a:r>
            <a:r>
              <a:rPr lang="en-US" i="1" dirty="0">
                <a:latin typeface="Lucida Sans Unicode" charset="0"/>
                <a:cs typeface="Lucida Sans Unicode" charset="0"/>
              </a:rPr>
              <a:t>lexemes</a:t>
            </a:r>
          </a:p>
          <a:p>
            <a:pPr lvl="1"/>
            <a:r>
              <a:rPr lang="en-US" dirty="0">
                <a:latin typeface="Lucida Sans Unicode" charset="0"/>
                <a:ea typeface="Lucida Sans Unicode" charset="0"/>
                <a:cs typeface="Lucida Sans Unicode" charset="0"/>
              </a:rPr>
              <a:t>Lexemes match a character pattern, which is associated with a lexical category called a </a:t>
            </a:r>
            <a:r>
              <a:rPr lang="en-US" i="1" dirty="0">
                <a:latin typeface="Lucida Sans Unicode" charset="0"/>
                <a:ea typeface="Lucida Sans Unicode" charset="0"/>
                <a:cs typeface="Lucida Sans Unicode" charset="0"/>
              </a:rPr>
              <a:t>token</a:t>
            </a:r>
          </a:p>
          <a:p>
            <a:pPr lvl="1"/>
            <a:r>
              <a:rPr lang="en-US" dirty="0">
                <a:latin typeface="Courier New" charset="0"/>
                <a:ea typeface="Lucida Sans Unicode" charset="0"/>
                <a:cs typeface="Lucida Sans Unicode" charset="0"/>
              </a:rPr>
              <a:t>sum</a:t>
            </a:r>
            <a:r>
              <a:rPr lang="en-US" dirty="0">
                <a:latin typeface="Lucida Sans Unicode" charset="0"/>
                <a:ea typeface="Lucida Sans Unicode" charset="0"/>
                <a:cs typeface="Lucida Sans Unicode" charset="0"/>
              </a:rPr>
              <a:t> is a lexeme; its token may be </a:t>
            </a:r>
            <a:r>
              <a:rPr lang="en-US" dirty="0">
                <a:latin typeface="Courier New" charset="0"/>
                <a:ea typeface="Lucida Sans Unicode" charset="0"/>
                <a:cs typeface="Lucida Sans Unicode" charset="0"/>
              </a:rPr>
              <a:t>IDENT</a:t>
            </a:r>
          </a:p>
        </p:txBody>
      </p:sp>
      <p:sp>
        <p:nvSpPr>
          <p:cNvPr id="4" name="Tijdelijke aanduiding voor voettekst 3"/>
          <p:cNvSpPr>
            <a:spLocks noGrp="1"/>
          </p:cNvSpPr>
          <p:nvPr>
            <p:ph type="ftr" sz="quarter" idx="10"/>
          </p:nvPr>
        </p:nvSpPr>
        <p:spPr/>
        <p:txBody>
          <a:bodyPr/>
          <a:lstStyle/>
          <a:p>
            <a:r>
              <a:rPr lang="en-US"/>
              <a:t>Copyright © 2012 Addison-Wesley. All rights reserved.</a:t>
            </a:r>
          </a:p>
        </p:txBody>
      </p:sp>
      <p:sp>
        <p:nvSpPr>
          <p:cNvPr id="5" name="Tijdelijke aanduiding voor dianummer 4"/>
          <p:cNvSpPr>
            <a:spLocks noGrp="1"/>
          </p:cNvSpPr>
          <p:nvPr>
            <p:ph type="sldNum" sz="quarter" idx="11"/>
          </p:nvPr>
        </p:nvSpPr>
        <p:spPr/>
        <p:txBody>
          <a:bodyPr/>
          <a:lstStyle/>
          <a:p>
            <a:r>
              <a:rPr lang="en-US"/>
              <a:t>1-</a:t>
            </a:r>
            <a:fld id="{C46FF7B1-CA13-794F-80DB-5D5730E47B55}" type="slidenum">
              <a:rPr lang="en-US" smtClean="0"/>
              <a:pPr/>
              <a:t>6</a:t>
            </a:fld>
            <a:endParaRPr lang="en-US"/>
          </a:p>
        </p:txBody>
      </p:sp>
    </p:spTree>
    <p:extLst>
      <p:ext uri="{BB962C8B-B14F-4D97-AF65-F5344CB8AC3E}">
        <p14:creationId xmlns:p14="http://schemas.microsoft.com/office/powerpoint/2010/main" val="22602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Copyright © 2012 Addison-Wesley. All rights reserved.</a:t>
            </a:r>
          </a:p>
        </p:txBody>
      </p:sp>
      <p:sp>
        <p:nvSpPr>
          <p:cNvPr id="9219" name="Slide Number Placeholder 4"/>
          <p:cNvSpPr>
            <a:spLocks noGrp="1"/>
          </p:cNvSpPr>
          <p:nvPr>
            <p:ph type="sldNum" sz="quarter" idx="11"/>
          </p:nvPr>
        </p:nvSpPr>
        <p:spPr>
          <a:noFill/>
        </p:spPr>
        <p:txBody>
          <a:bodyPr/>
          <a:lstStyle/>
          <a:p>
            <a:r>
              <a:rPr lang="en-US"/>
              <a:t>1-</a:t>
            </a:r>
            <a:fld id="{637FCD72-C1DF-40E8-8D05-E7F9F7C770A4}" type="slidenum">
              <a:rPr lang="en-US" smtClean="0"/>
              <a:pPr/>
              <a:t>7</a:t>
            </a:fld>
            <a:endParaRPr lang="en-US"/>
          </a:p>
        </p:txBody>
      </p:sp>
      <p:sp>
        <p:nvSpPr>
          <p:cNvPr id="9220" name="Rectangle 2"/>
          <p:cNvSpPr>
            <a:spLocks noGrp="1" noChangeArrowheads="1"/>
          </p:cNvSpPr>
          <p:nvPr>
            <p:ph type="title"/>
          </p:nvPr>
        </p:nvSpPr>
        <p:spPr>
          <a:xfrm>
            <a:off x="609600" y="152400"/>
            <a:ext cx="8153400" cy="1143000"/>
          </a:xfrm>
        </p:spPr>
        <p:txBody>
          <a:bodyPr/>
          <a:lstStyle/>
          <a:p>
            <a:pPr eaLnBrk="1" hangingPunct="1"/>
            <a:r>
              <a:rPr lang="en-US" sz="3200"/>
              <a:t>The General Problem of Describing Syntax: Terminology</a:t>
            </a:r>
          </a:p>
        </p:txBody>
      </p:sp>
      <p:sp>
        <p:nvSpPr>
          <p:cNvPr id="9221" name="Rectangle 3"/>
          <p:cNvSpPr>
            <a:spLocks noGrp="1" noChangeArrowheads="1"/>
          </p:cNvSpPr>
          <p:nvPr>
            <p:ph type="body" idx="1"/>
          </p:nvPr>
        </p:nvSpPr>
        <p:spPr>
          <a:xfrm>
            <a:off x="609600" y="1533871"/>
            <a:ext cx="8229600" cy="4237931"/>
          </a:xfrm>
        </p:spPr>
        <p:txBody>
          <a:bodyPr/>
          <a:lstStyle/>
          <a:p>
            <a:pPr eaLnBrk="1" hangingPunct="1">
              <a:lnSpc>
                <a:spcPct val="90000"/>
              </a:lnSpc>
            </a:pPr>
            <a:r>
              <a:rPr lang="en-US" dirty="0"/>
              <a:t>A </a:t>
            </a:r>
            <a:r>
              <a:rPr lang="en-US" i="1" dirty="0"/>
              <a:t>sentence </a:t>
            </a:r>
            <a:r>
              <a:rPr lang="en-US" dirty="0"/>
              <a:t>is a string of characters over some alphabet</a:t>
            </a:r>
          </a:p>
          <a:p>
            <a:pPr eaLnBrk="1" hangingPunct="1">
              <a:lnSpc>
                <a:spcPct val="90000"/>
              </a:lnSpc>
              <a:buFontTx/>
              <a:buNone/>
            </a:pPr>
            <a:endParaRPr lang="en-US" dirty="0"/>
          </a:p>
          <a:p>
            <a:pPr eaLnBrk="1" hangingPunct="1">
              <a:lnSpc>
                <a:spcPct val="90000"/>
              </a:lnSpc>
            </a:pPr>
            <a:r>
              <a:rPr lang="en-US" dirty="0"/>
              <a:t>A </a:t>
            </a:r>
            <a:r>
              <a:rPr lang="en-US" i="1" dirty="0"/>
              <a:t>language</a:t>
            </a:r>
            <a:r>
              <a:rPr lang="en-US" dirty="0"/>
              <a:t> is a set of sentences</a:t>
            </a:r>
          </a:p>
          <a:p>
            <a:pPr eaLnBrk="1" hangingPunct="1">
              <a:lnSpc>
                <a:spcPct val="90000"/>
              </a:lnSpc>
              <a:buFontTx/>
              <a:buNone/>
            </a:pPr>
            <a:endParaRPr lang="en-US" dirty="0"/>
          </a:p>
          <a:p>
            <a:pPr eaLnBrk="1" hangingPunct="1">
              <a:lnSpc>
                <a:spcPct val="90000"/>
              </a:lnSpc>
            </a:pPr>
            <a:r>
              <a:rPr lang="en-US" dirty="0"/>
              <a:t>A</a:t>
            </a:r>
            <a:r>
              <a:rPr lang="en-US" i="1" dirty="0"/>
              <a:t> lexeme </a:t>
            </a:r>
            <a:r>
              <a:rPr lang="en-US" dirty="0"/>
              <a:t>is the lowest level syntactic unit of a language (e.g., </a:t>
            </a:r>
            <a:r>
              <a:rPr lang="en-US" dirty="0">
                <a:latin typeface="Courier New" pitchFamily="49" charset="0"/>
              </a:rPr>
              <a:t>*</a:t>
            </a:r>
            <a:r>
              <a:rPr lang="en-US" dirty="0"/>
              <a:t>, </a:t>
            </a:r>
            <a:r>
              <a:rPr lang="en-US" dirty="0">
                <a:latin typeface="Courier New" pitchFamily="49" charset="0"/>
              </a:rPr>
              <a:t>sum, begin</a:t>
            </a:r>
            <a:r>
              <a:rPr lang="en-US" dirty="0"/>
              <a:t>)</a:t>
            </a:r>
          </a:p>
          <a:p>
            <a:pPr eaLnBrk="1" hangingPunct="1">
              <a:lnSpc>
                <a:spcPct val="90000"/>
              </a:lnSpc>
              <a:buFontTx/>
              <a:buNone/>
            </a:pPr>
            <a:endParaRPr lang="en-US" dirty="0"/>
          </a:p>
          <a:p>
            <a:pPr eaLnBrk="1" hangingPunct="1">
              <a:lnSpc>
                <a:spcPct val="90000"/>
              </a:lnSpc>
            </a:pPr>
            <a:r>
              <a:rPr lang="en-US" dirty="0"/>
              <a:t>A </a:t>
            </a:r>
            <a:r>
              <a:rPr lang="en-US" i="1" dirty="0"/>
              <a:t>token </a:t>
            </a:r>
            <a:r>
              <a:rPr lang="en-US" dirty="0"/>
              <a:t>is a category of lexemes (e.g., identifier)</a:t>
            </a:r>
          </a:p>
        </p:txBody>
      </p:sp>
    </p:spTree>
    <p:extLst>
      <p:ext uri="{BB962C8B-B14F-4D97-AF65-F5344CB8AC3E}">
        <p14:creationId xmlns:p14="http://schemas.microsoft.com/office/powerpoint/2010/main" val="2416054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4"/>
          </p:nvPr>
        </p:nvSpPr>
        <p:spPr/>
        <p:txBody>
          <a:bodyPr/>
          <a:lstStyle/>
          <a:p>
            <a:fld id="{1DAD25AC-3D36-459B-92CD-44DA3A629171}" type="slidenum">
              <a:rPr lang="nl-NL" smtClean="0"/>
              <a:pPr/>
              <a:t>8</a:t>
            </a:fld>
            <a:endParaRPr lang="nl-NL" dirty="0"/>
          </a:p>
        </p:txBody>
      </p:sp>
      <p:graphicFrame>
        <p:nvGraphicFramePr>
          <p:cNvPr id="6" name="Tijdelijke aanduiding voor inhoud 5"/>
          <p:cNvGraphicFramePr>
            <a:graphicFrameLocks noGrp="1"/>
          </p:cNvGraphicFramePr>
          <p:nvPr>
            <p:ph idx="1"/>
            <p:extLst>
              <p:ext uri="{D42A27DB-BD31-4B8C-83A1-F6EECF244321}">
                <p14:modId xmlns:p14="http://schemas.microsoft.com/office/powerpoint/2010/main" val="189380824"/>
              </p:ext>
            </p:extLst>
          </p:nvPr>
        </p:nvGraphicFramePr>
        <p:xfrm>
          <a:off x="631667" y="2251317"/>
          <a:ext cx="8055134" cy="3200400"/>
        </p:xfrm>
        <a:graphic>
          <a:graphicData uri="http://schemas.openxmlformats.org/drawingml/2006/table">
            <a:tbl>
              <a:tblPr firstRow="1" bandRow="1">
                <a:tableStyleId>{5C22544A-7EE6-4342-B048-85BDC9FD1C3A}</a:tableStyleId>
              </a:tblPr>
              <a:tblGrid>
                <a:gridCol w="4027567">
                  <a:extLst>
                    <a:ext uri="{9D8B030D-6E8A-4147-A177-3AD203B41FA5}">
                      <a16:colId xmlns:a16="http://schemas.microsoft.com/office/drawing/2014/main" val="20000"/>
                    </a:ext>
                  </a:extLst>
                </a:gridCol>
                <a:gridCol w="4027567">
                  <a:extLst>
                    <a:ext uri="{9D8B030D-6E8A-4147-A177-3AD203B41FA5}">
                      <a16:colId xmlns:a16="http://schemas.microsoft.com/office/drawing/2014/main" val="20001"/>
                    </a:ext>
                  </a:extLst>
                </a:gridCol>
              </a:tblGrid>
              <a:tr h="370840">
                <a:tc>
                  <a:txBody>
                    <a:bodyPr/>
                    <a:lstStyle/>
                    <a:p>
                      <a:pPr marL="0" indent="0">
                        <a:buNone/>
                      </a:pPr>
                      <a:r>
                        <a:rPr lang="nl-NL" sz="2400" dirty="0" err="1"/>
                        <a:t>Lexeme</a:t>
                      </a:r>
                      <a:endParaRPr lang="nl-NL"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sz="2400" dirty="0"/>
                        <a:t>Token </a:t>
                      </a:r>
                      <a:r>
                        <a:rPr lang="nl-NL" sz="2400" dirty="0" err="1"/>
                        <a:t>category</a:t>
                      </a:r>
                      <a:endParaRPr lang="nl-NL" sz="2400" dirty="0"/>
                    </a:p>
                  </a:txBody>
                  <a:tcPr/>
                </a:tc>
                <a:extLst>
                  <a:ext uri="{0D108BD9-81ED-4DB2-BD59-A6C34878D82A}">
                    <a16:rowId xmlns:a16="http://schemas.microsoft.com/office/drawing/2014/main" val="10000"/>
                  </a:ext>
                </a:extLst>
              </a:tr>
              <a:tr h="370840">
                <a:tc>
                  <a:txBody>
                    <a:bodyPr/>
                    <a:lstStyle/>
                    <a:p>
                      <a:r>
                        <a:rPr lang="nl-NL" sz="2400" dirty="0" err="1"/>
                        <a:t>sum</a:t>
                      </a:r>
                      <a:endParaRPr lang="nl-NL"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sz="2400" dirty="0" err="1"/>
                        <a:t>Identifier</a:t>
                      </a:r>
                      <a:endParaRPr lang="nl-NL" sz="2400" dirty="0"/>
                    </a:p>
                  </a:txBody>
                  <a:tcPr/>
                </a:tc>
                <a:extLst>
                  <a:ext uri="{0D108BD9-81ED-4DB2-BD59-A6C34878D82A}">
                    <a16:rowId xmlns:a16="http://schemas.microsoft.com/office/drawing/2014/main" val="10001"/>
                  </a:ext>
                </a:extLst>
              </a:tr>
              <a:tr h="370840">
                <a:tc>
                  <a:txBody>
                    <a:bodyPr/>
                    <a:lstStyle/>
                    <a:p>
                      <a:r>
                        <a:rPr lang="nl-NL" sz="2400" dirty="0"/>
                        <a:t>=</a:t>
                      </a:r>
                    </a:p>
                  </a:txBody>
                  <a:tcPr/>
                </a:tc>
                <a:tc>
                  <a:txBody>
                    <a:bodyPr/>
                    <a:lstStyle/>
                    <a:p>
                      <a:r>
                        <a:rPr lang="nl-NL" sz="2400" dirty="0" err="1"/>
                        <a:t>Assignment</a:t>
                      </a:r>
                      <a:r>
                        <a:rPr lang="nl-NL" sz="2400" dirty="0"/>
                        <a:t> operator</a:t>
                      </a:r>
                    </a:p>
                  </a:txBody>
                  <a:tcPr/>
                </a:tc>
                <a:extLst>
                  <a:ext uri="{0D108BD9-81ED-4DB2-BD59-A6C34878D82A}">
                    <a16:rowId xmlns:a16="http://schemas.microsoft.com/office/drawing/2014/main" val="10002"/>
                  </a:ext>
                </a:extLst>
              </a:tr>
              <a:tr h="370840">
                <a:tc>
                  <a:txBody>
                    <a:bodyPr/>
                    <a:lstStyle/>
                    <a:p>
                      <a:r>
                        <a:rPr lang="nl-NL" sz="2400" dirty="0"/>
                        <a:t>3</a:t>
                      </a:r>
                    </a:p>
                  </a:txBody>
                  <a:tcPr/>
                </a:tc>
                <a:tc>
                  <a:txBody>
                    <a:bodyPr/>
                    <a:lstStyle/>
                    <a:p>
                      <a:r>
                        <a:rPr lang="nl-NL" sz="2400" dirty="0"/>
                        <a:t>Integer</a:t>
                      </a:r>
                      <a:r>
                        <a:rPr lang="nl-NL" sz="2400" baseline="0" dirty="0"/>
                        <a:t> </a:t>
                      </a:r>
                      <a:r>
                        <a:rPr lang="nl-NL" sz="2400" baseline="0" dirty="0" err="1"/>
                        <a:t>literal</a:t>
                      </a:r>
                      <a:endParaRPr lang="nl-NL" sz="2400" dirty="0"/>
                    </a:p>
                  </a:txBody>
                  <a:tcPr/>
                </a:tc>
                <a:extLst>
                  <a:ext uri="{0D108BD9-81ED-4DB2-BD59-A6C34878D82A}">
                    <a16:rowId xmlns:a16="http://schemas.microsoft.com/office/drawing/2014/main" val="10003"/>
                  </a:ext>
                </a:extLst>
              </a:tr>
              <a:tr h="370840">
                <a:tc>
                  <a:txBody>
                    <a:bodyPr/>
                    <a:lstStyle/>
                    <a:p>
                      <a:r>
                        <a:rPr lang="nl-NL" sz="2400" dirty="0"/>
                        <a:t>+</a:t>
                      </a:r>
                    </a:p>
                  </a:txBody>
                  <a:tcPr/>
                </a:tc>
                <a:tc>
                  <a:txBody>
                    <a:bodyPr/>
                    <a:lstStyle/>
                    <a:p>
                      <a:r>
                        <a:rPr lang="nl-NL" sz="2400" dirty="0" err="1"/>
                        <a:t>Addition</a:t>
                      </a:r>
                      <a:r>
                        <a:rPr lang="nl-NL" sz="2400" dirty="0"/>
                        <a:t> operator</a:t>
                      </a:r>
                    </a:p>
                  </a:txBody>
                  <a:tcPr/>
                </a:tc>
                <a:extLst>
                  <a:ext uri="{0D108BD9-81ED-4DB2-BD59-A6C34878D82A}">
                    <a16:rowId xmlns:a16="http://schemas.microsoft.com/office/drawing/2014/main" val="10004"/>
                  </a:ext>
                </a:extLst>
              </a:tr>
              <a:tr h="370840">
                <a:tc>
                  <a:txBody>
                    <a:bodyPr/>
                    <a:lstStyle/>
                    <a:p>
                      <a:r>
                        <a:rPr lang="nl-NL" sz="2400" dirty="0"/>
                        <a:t>2</a:t>
                      </a:r>
                    </a:p>
                  </a:txBody>
                  <a:tcPr/>
                </a:tc>
                <a:tc>
                  <a:txBody>
                    <a:bodyPr/>
                    <a:lstStyle/>
                    <a:p>
                      <a:r>
                        <a:rPr lang="nl-NL" sz="2400" dirty="0"/>
                        <a:t>Integer </a:t>
                      </a:r>
                      <a:r>
                        <a:rPr lang="nl-NL" sz="2400" dirty="0" err="1"/>
                        <a:t>literal</a:t>
                      </a:r>
                      <a:endParaRPr lang="nl-NL" sz="2400" dirty="0"/>
                    </a:p>
                  </a:txBody>
                  <a:tcPr/>
                </a:tc>
                <a:extLst>
                  <a:ext uri="{0D108BD9-81ED-4DB2-BD59-A6C34878D82A}">
                    <a16:rowId xmlns:a16="http://schemas.microsoft.com/office/drawing/2014/main" val="10005"/>
                  </a:ext>
                </a:extLst>
              </a:tr>
              <a:tr h="370840">
                <a:tc>
                  <a:txBody>
                    <a:bodyPr/>
                    <a:lstStyle/>
                    <a:p>
                      <a:r>
                        <a:rPr lang="nl-NL" sz="2400" dirty="0"/>
                        <a:t>;</a:t>
                      </a:r>
                    </a:p>
                  </a:txBody>
                  <a:tcPr/>
                </a:tc>
                <a:tc>
                  <a:txBody>
                    <a:bodyPr/>
                    <a:lstStyle/>
                    <a:p>
                      <a:r>
                        <a:rPr lang="nl-NL" sz="2400" dirty="0"/>
                        <a:t>End of statement</a:t>
                      </a:r>
                    </a:p>
                  </a:txBody>
                  <a:tcPr/>
                </a:tc>
                <a:extLst>
                  <a:ext uri="{0D108BD9-81ED-4DB2-BD59-A6C34878D82A}">
                    <a16:rowId xmlns:a16="http://schemas.microsoft.com/office/drawing/2014/main" val="10006"/>
                  </a:ext>
                </a:extLst>
              </a:tr>
            </a:tbl>
          </a:graphicData>
        </a:graphic>
      </p:graphicFrame>
      <p:sp>
        <p:nvSpPr>
          <p:cNvPr id="4" name="Tijdelijke aanduiding voor voettekst 3"/>
          <p:cNvSpPr>
            <a:spLocks noGrp="1"/>
          </p:cNvSpPr>
          <p:nvPr>
            <p:ph type="ftr" sz="quarter" idx="11"/>
          </p:nvPr>
        </p:nvSpPr>
        <p:spPr/>
        <p:txBody>
          <a:bodyPr/>
          <a:lstStyle/>
          <a:p>
            <a:endParaRPr lang="nl-NL" dirty="0"/>
          </a:p>
        </p:txBody>
      </p:sp>
      <p:sp>
        <p:nvSpPr>
          <p:cNvPr id="5" name="Titel 4"/>
          <p:cNvSpPr>
            <a:spLocks noGrp="1"/>
          </p:cNvSpPr>
          <p:nvPr>
            <p:ph type="title"/>
          </p:nvPr>
        </p:nvSpPr>
        <p:spPr/>
        <p:txBody>
          <a:bodyPr/>
          <a:lstStyle/>
          <a:p>
            <a:r>
              <a:rPr lang="nl-NL" dirty="0" err="1"/>
              <a:t>Example</a:t>
            </a:r>
            <a:endParaRPr lang="nl-NL" dirty="0"/>
          </a:p>
        </p:txBody>
      </p:sp>
      <p:sp>
        <p:nvSpPr>
          <p:cNvPr id="7" name="Tekstvak 6"/>
          <p:cNvSpPr txBox="1"/>
          <p:nvPr/>
        </p:nvSpPr>
        <p:spPr>
          <a:xfrm>
            <a:off x="611560" y="1272931"/>
            <a:ext cx="3509194" cy="646331"/>
          </a:xfrm>
          <a:prstGeom prst="rect">
            <a:avLst/>
          </a:prstGeom>
          <a:noFill/>
          <a:ln>
            <a:solidFill>
              <a:schemeClr val="tx1"/>
            </a:solidFill>
          </a:ln>
        </p:spPr>
        <p:txBody>
          <a:bodyPr wrap="none" rtlCol="0">
            <a:spAutoFit/>
          </a:bodyPr>
          <a:lstStyle/>
          <a:p>
            <a:r>
              <a:rPr lang="nl-NL" sz="3600" dirty="0" err="1">
                <a:latin typeface="Courier"/>
                <a:cs typeface="Courier"/>
              </a:rPr>
              <a:t>sum</a:t>
            </a:r>
            <a:r>
              <a:rPr lang="nl-NL" sz="3600" dirty="0">
                <a:latin typeface="Courier"/>
                <a:cs typeface="Courier"/>
              </a:rPr>
              <a:t> = 3 + 2;</a:t>
            </a:r>
          </a:p>
        </p:txBody>
      </p:sp>
    </p:spTree>
    <p:extLst>
      <p:ext uri="{BB962C8B-B14F-4D97-AF65-F5344CB8AC3E}">
        <p14:creationId xmlns:p14="http://schemas.microsoft.com/office/powerpoint/2010/main" val="364022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4"/>
          </p:nvPr>
        </p:nvSpPr>
        <p:spPr/>
        <p:txBody>
          <a:bodyPr/>
          <a:lstStyle/>
          <a:p>
            <a:fld id="{1DAD25AC-3D36-459B-92CD-44DA3A629171}" type="slidenum">
              <a:rPr lang="nl-NL" smtClean="0"/>
              <a:pPr/>
              <a:t>9</a:t>
            </a:fld>
            <a:endParaRPr lang="nl-NL" dirty="0"/>
          </a:p>
        </p:txBody>
      </p:sp>
      <p:pic>
        <p:nvPicPr>
          <p:cNvPr id="7" name="Tijdelijke aanduiding voor inhoud 6"/>
          <p:cNvPicPr>
            <a:picLocks noGrp="1" noChangeAspect="1"/>
          </p:cNvPicPr>
          <p:nvPr>
            <p:ph idx="1"/>
          </p:nvPr>
        </p:nvPicPr>
        <p:blipFill>
          <a:blip r:embed="rId2"/>
          <a:srcRect l="-7243" r="-7243"/>
          <a:stretch>
            <a:fillRect/>
          </a:stretch>
        </p:blipFill>
        <p:spPr>
          <a:xfrm>
            <a:off x="590550" y="1279525"/>
            <a:ext cx="8229600" cy="4310063"/>
          </a:xfrm>
        </p:spPr>
      </p:pic>
      <p:sp>
        <p:nvSpPr>
          <p:cNvPr id="4" name="Tijdelijke aanduiding voor voettekst 3"/>
          <p:cNvSpPr>
            <a:spLocks noGrp="1"/>
          </p:cNvSpPr>
          <p:nvPr>
            <p:ph type="ftr" sz="quarter" idx="11"/>
          </p:nvPr>
        </p:nvSpPr>
        <p:spPr/>
        <p:txBody>
          <a:bodyPr/>
          <a:lstStyle/>
          <a:p>
            <a:endParaRPr lang="nl-NL" dirty="0"/>
          </a:p>
        </p:txBody>
      </p:sp>
      <p:sp>
        <p:nvSpPr>
          <p:cNvPr id="5" name="Titel 4"/>
          <p:cNvSpPr>
            <a:spLocks noGrp="1"/>
          </p:cNvSpPr>
          <p:nvPr>
            <p:ph type="title"/>
          </p:nvPr>
        </p:nvSpPr>
        <p:spPr/>
        <p:txBody>
          <a:bodyPr/>
          <a:lstStyle/>
          <a:p>
            <a:r>
              <a:rPr lang="nl-NL" dirty="0"/>
              <a:t>Voorbeeld - Lexicale analyse</a:t>
            </a:r>
          </a:p>
        </p:txBody>
      </p:sp>
    </p:spTree>
    <p:extLst>
      <p:ext uri="{BB962C8B-B14F-4D97-AF65-F5344CB8AC3E}">
        <p14:creationId xmlns:p14="http://schemas.microsoft.com/office/powerpoint/2010/main" val="2076817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Copyright © 2012 Addison-Wesley. All rights reserved.</a:t>
            </a:r>
          </a:p>
        </p:txBody>
      </p:sp>
      <p:sp>
        <p:nvSpPr>
          <p:cNvPr id="10243" name="Slide Number Placeholder 4"/>
          <p:cNvSpPr>
            <a:spLocks noGrp="1"/>
          </p:cNvSpPr>
          <p:nvPr>
            <p:ph type="sldNum" sz="quarter" idx="11"/>
          </p:nvPr>
        </p:nvSpPr>
        <p:spPr>
          <a:noFill/>
        </p:spPr>
        <p:txBody>
          <a:bodyPr/>
          <a:lstStyle/>
          <a:p>
            <a:r>
              <a:rPr lang="en-US"/>
              <a:t>1-</a:t>
            </a:r>
            <a:fld id="{21B226C9-C64E-4821-A727-D0AE7295C60D}" type="slidenum">
              <a:rPr lang="en-US" smtClean="0"/>
              <a:pPr/>
              <a:t>10</a:t>
            </a:fld>
            <a:endParaRPr lang="en-US"/>
          </a:p>
        </p:txBody>
      </p:sp>
      <p:sp>
        <p:nvSpPr>
          <p:cNvPr id="10244" name="Rectangle 2"/>
          <p:cNvSpPr>
            <a:spLocks noGrp="1" noChangeArrowheads="1"/>
          </p:cNvSpPr>
          <p:nvPr>
            <p:ph type="title"/>
          </p:nvPr>
        </p:nvSpPr>
        <p:spPr>
          <a:xfrm>
            <a:off x="609600" y="228600"/>
            <a:ext cx="8153400" cy="1143000"/>
          </a:xfrm>
        </p:spPr>
        <p:txBody>
          <a:bodyPr/>
          <a:lstStyle/>
          <a:p>
            <a:pPr eaLnBrk="1" hangingPunct="1"/>
            <a:r>
              <a:rPr lang="en-US"/>
              <a:t>Formal Definition of Languages</a:t>
            </a:r>
          </a:p>
        </p:txBody>
      </p:sp>
      <p:sp>
        <p:nvSpPr>
          <p:cNvPr id="10245" name="Rectangle 3"/>
          <p:cNvSpPr>
            <a:spLocks noGrp="1" noChangeArrowheads="1"/>
          </p:cNvSpPr>
          <p:nvPr>
            <p:ph type="body" idx="1"/>
          </p:nvPr>
        </p:nvSpPr>
        <p:spPr>
          <a:xfrm>
            <a:off x="622920" y="1233264"/>
            <a:ext cx="8153400" cy="4572000"/>
          </a:xfrm>
        </p:spPr>
        <p:txBody>
          <a:bodyPr/>
          <a:lstStyle/>
          <a:p>
            <a:pPr eaLnBrk="1" hangingPunct="1">
              <a:lnSpc>
                <a:spcPct val="90000"/>
              </a:lnSpc>
            </a:pPr>
            <a:r>
              <a:rPr lang="en-US" sz="2400" b="1" dirty="0"/>
              <a:t>Recognizers</a:t>
            </a:r>
            <a:endParaRPr lang="en-US" sz="2400" dirty="0"/>
          </a:p>
          <a:p>
            <a:pPr lvl="1" eaLnBrk="1" hangingPunct="1">
              <a:lnSpc>
                <a:spcPct val="90000"/>
              </a:lnSpc>
            </a:pPr>
            <a:r>
              <a:rPr lang="en-US" sz="2000" dirty="0"/>
              <a:t>A recognition device reads input strings over the alphabet of the language and decides whether the input strings belong to the language </a:t>
            </a:r>
          </a:p>
          <a:p>
            <a:pPr lvl="1" eaLnBrk="1" hangingPunct="1">
              <a:lnSpc>
                <a:spcPct val="90000"/>
              </a:lnSpc>
            </a:pPr>
            <a:r>
              <a:rPr lang="en-US" sz="2000" dirty="0"/>
              <a:t>Example: syntax analysis part of a compiler</a:t>
            </a:r>
          </a:p>
          <a:p>
            <a:pPr lvl="1" eaLnBrk="1" hangingPunct="1">
              <a:lnSpc>
                <a:spcPct val="90000"/>
              </a:lnSpc>
              <a:buFontTx/>
              <a:buNone/>
            </a:pPr>
            <a:r>
              <a:rPr lang="en-US" sz="2000" dirty="0"/>
              <a:t>     - Detailed discussion of syntax analysis appears in </a:t>
            </a:r>
          </a:p>
          <a:p>
            <a:pPr lvl="1" eaLnBrk="1" hangingPunct="1">
              <a:lnSpc>
                <a:spcPct val="90000"/>
              </a:lnSpc>
              <a:buFontTx/>
              <a:buNone/>
            </a:pPr>
            <a:r>
              <a:rPr lang="en-US" sz="2000" dirty="0"/>
              <a:t>         Chapter 4</a:t>
            </a:r>
          </a:p>
          <a:p>
            <a:pPr lvl="1" eaLnBrk="1" hangingPunct="1">
              <a:lnSpc>
                <a:spcPct val="90000"/>
              </a:lnSpc>
              <a:buFontTx/>
              <a:buNone/>
            </a:pPr>
            <a:endParaRPr lang="en-US" sz="2000" dirty="0"/>
          </a:p>
          <a:p>
            <a:pPr eaLnBrk="1" hangingPunct="1">
              <a:lnSpc>
                <a:spcPct val="90000"/>
              </a:lnSpc>
            </a:pPr>
            <a:r>
              <a:rPr lang="en-US" sz="2400" b="1" dirty="0"/>
              <a:t>Generators</a:t>
            </a:r>
            <a:endParaRPr lang="en-US" sz="2400" dirty="0"/>
          </a:p>
          <a:p>
            <a:pPr lvl="1" eaLnBrk="1" hangingPunct="1">
              <a:lnSpc>
                <a:spcPct val="90000"/>
              </a:lnSpc>
            </a:pPr>
            <a:r>
              <a:rPr lang="en-US" sz="2000" dirty="0"/>
              <a:t>A device that generates sentences of a language</a:t>
            </a:r>
          </a:p>
          <a:p>
            <a:pPr lvl="1" eaLnBrk="1" hangingPunct="1">
              <a:lnSpc>
                <a:spcPct val="90000"/>
              </a:lnSpc>
            </a:pPr>
            <a:r>
              <a:rPr lang="en-US" sz="2000" dirty="0"/>
              <a:t>One can determine if the syntax of a particular sentence is syntactically correct by comparing it to the structure of the generator</a:t>
            </a:r>
          </a:p>
        </p:txBody>
      </p:sp>
    </p:spTree>
    <p:extLst>
      <p:ext uri="{BB962C8B-B14F-4D97-AF65-F5344CB8AC3E}">
        <p14:creationId xmlns:p14="http://schemas.microsoft.com/office/powerpoint/2010/main" val="251102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Copyright © 2012 Addison-Wesley. All rights reserved.</a:t>
            </a:r>
          </a:p>
        </p:txBody>
      </p:sp>
      <p:sp>
        <p:nvSpPr>
          <p:cNvPr id="11267" name="Slide Number Placeholder 4"/>
          <p:cNvSpPr>
            <a:spLocks noGrp="1"/>
          </p:cNvSpPr>
          <p:nvPr>
            <p:ph type="sldNum" sz="quarter" idx="11"/>
          </p:nvPr>
        </p:nvSpPr>
        <p:spPr>
          <a:noFill/>
        </p:spPr>
        <p:txBody>
          <a:bodyPr/>
          <a:lstStyle/>
          <a:p>
            <a:r>
              <a:rPr lang="en-US"/>
              <a:t>1-</a:t>
            </a:r>
            <a:fld id="{24A634DD-864E-47C9-A97A-3FB19D38D1AC}" type="slidenum">
              <a:rPr lang="en-US" smtClean="0"/>
              <a:pPr/>
              <a:t>11</a:t>
            </a:fld>
            <a:endParaRPr lang="en-US"/>
          </a:p>
        </p:txBody>
      </p:sp>
      <p:sp>
        <p:nvSpPr>
          <p:cNvPr id="11268" name="Rectangle 2"/>
          <p:cNvSpPr>
            <a:spLocks noGrp="1" noChangeArrowheads="1"/>
          </p:cNvSpPr>
          <p:nvPr>
            <p:ph type="title"/>
          </p:nvPr>
        </p:nvSpPr>
        <p:spPr/>
        <p:txBody>
          <a:bodyPr/>
          <a:lstStyle/>
          <a:p>
            <a:pPr eaLnBrk="1" hangingPunct="1"/>
            <a:r>
              <a:rPr lang="en-US"/>
              <a:t>BNF and Context-Free Grammars</a:t>
            </a:r>
          </a:p>
        </p:txBody>
      </p:sp>
      <p:sp>
        <p:nvSpPr>
          <p:cNvPr id="11269" name="Rectangle 3"/>
          <p:cNvSpPr>
            <a:spLocks noGrp="1" noChangeArrowheads="1"/>
          </p:cNvSpPr>
          <p:nvPr>
            <p:ph type="body" idx="1"/>
          </p:nvPr>
        </p:nvSpPr>
        <p:spPr>
          <a:xfrm>
            <a:off x="546611" y="1211151"/>
            <a:ext cx="8153400" cy="4800600"/>
          </a:xfrm>
        </p:spPr>
        <p:txBody>
          <a:bodyPr/>
          <a:lstStyle/>
          <a:p>
            <a:pPr eaLnBrk="1" hangingPunct="1"/>
            <a:r>
              <a:rPr lang="en-US" dirty="0"/>
              <a:t>Context-Free Grammars</a:t>
            </a:r>
          </a:p>
          <a:p>
            <a:pPr lvl="1" eaLnBrk="1" hangingPunct="1"/>
            <a:r>
              <a:rPr lang="en-US" dirty="0"/>
              <a:t>Developed by Noam Chomsky in the mid-1950s</a:t>
            </a:r>
          </a:p>
          <a:p>
            <a:pPr lvl="1" eaLnBrk="1" hangingPunct="1"/>
            <a:r>
              <a:rPr lang="en-US" dirty="0"/>
              <a:t>Language generators, meant to describe the syntax of natural languages</a:t>
            </a:r>
          </a:p>
          <a:p>
            <a:pPr lvl="1" eaLnBrk="1" hangingPunct="1"/>
            <a:r>
              <a:rPr lang="en-US" dirty="0"/>
              <a:t>Define a class of languages called context-free languages</a:t>
            </a:r>
          </a:p>
          <a:p>
            <a:pPr lvl="1" eaLnBrk="1" hangingPunct="1">
              <a:buFontTx/>
              <a:buNone/>
            </a:pPr>
            <a:endParaRPr lang="en-US" dirty="0"/>
          </a:p>
          <a:p>
            <a:pPr eaLnBrk="1" hangingPunct="1"/>
            <a:r>
              <a:rPr lang="en-US" dirty="0"/>
              <a:t>Backus-Naur Form (1959)</a:t>
            </a:r>
          </a:p>
          <a:p>
            <a:pPr lvl="1" eaLnBrk="1" hangingPunct="1"/>
            <a:r>
              <a:rPr lang="en-US" dirty="0"/>
              <a:t>Invented by John Backus to describe the syntax of Algol 58</a:t>
            </a:r>
          </a:p>
          <a:p>
            <a:pPr lvl="1" eaLnBrk="1" hangingPunct="1"/>
            <a:r>
              <a:rPr lang="en-US" dirty="0"/>
              <a:t>BNF is equivalent to context-free grammars</a:t>
            </a:r>
          </a:p>
        </p:txBody>
      </p:sp>
    </p:spTree>
    <p:extLst>
      <p:ext uri="{BB962C8B-B14F-4D97-AF65-F5344CB8AC3E}">
        <p14:creationId xmlns:p14="http://schemas.microsoft.com/office/powerpoint/2010/main" val="273481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Copyright © 2012 Addison-Wesley. All rights reserved.</a:t>
            </a:r>
          </a:p>
        </p:txBody>
      </p:sp>
      <p:sp>
        <p:nvSpPr>
          <p:cNvPr id="12291" name="Slide Number Placeholder 4"/>
          <p:cNvSpPr>
            <a:spLocks noGrp="1"/>
          </p:cNvSpPr>
          <p:nvPr>
            <p:ph type="sldNum" sz="quarter" idx="11"/>
          </p:nvPr>
        </p:nvSpPr>
        <p:spPr>
          <a:noFill/>
        </p:spPr>
        <p:txBody>
          <a:bodyPr/>
          <a:lstStyle/>
          <a:p>
            <a:r>
              <a:rPr lang="en-US"/>
              <a:t>1-</a:t>
            </a:r>
            <a:fld id="{36DAAEC3-E2B5-45F8-8A38-080F4C8A5BF8}" type="slidenum">
              <a:rPr lang="en-US" smtClean="0"/>
              <a:pPr/>
              <a:t>12</a:t>
            </a:fld>
            <a:endParaRPr lang="en-US"/>
          </a:p>
        </p:txBody>
      </p:sp>
      <p:sp>
        <p:nvSpPr>
          <p:cNvPr id="12292" name="Rectangle 2"/>
          <p:cNvSpPr>
            <a:spLocks noGrp="1" noChangeArrowheads="1"/>
          </p:cNvSpPr>
          <p:nvPr>
            <p:ph type="title"/>
          </p:nvPr>
        </p:nvSpPr>
        <p:spPr/>
        <p:txBody>
          <a:bodyPr/>
          <a:lstStyle/>
          <a:p>
            <a:pPr eaLnBrk="1" hangingPunct="1"/>
            <a:r>
              <a:rPr lang="en-US"/>
              <a:t>BNF Fundamentals</a:t>
            </a:r>
          </a:p>
        </p:txBody>
      </p:sp>
      <p:sp>
        <p:nvSpPr>
          <p:cNvPr id="12293" name="Rectangle 3"/>
          <p:cNvSpPr>
            <a:spLocks noGrp="1" noChangeArrowheads="1"/>
          </p:cNvSpPr>
          <p:nvPr>
            <p:ph type="body" idx="1"/>
          </p:nvPr>
        </p:nvSpPr>
        <p:spPr>
          <a:xfrm>
            <a:off x="609600" y="1447800"/>
            <a:ext cx="8153400" cy="4029075"/>
          </a:xfrm>
        </p:spPr>
        <p:txBody>
          <a:bodyPr/>
          <a:lstStyle/>
          <a:p>
            <a:pPr lvl="1" eaLnBrk="1" hangingPunct="1">
              <a:lnSpc>
                <a:spcPct val="80000"/>
              </a:lnSpc>
              <a:buFontTx/>
              <a:buNone/>
            </a:pPr>
            <a:endParaRPr lang="en-US" sz="1200"/>
          </a:p>
          <a:p>
            <a:pPr eaLnBrk="1" hangingPunct="1">
              <a:lnSpc>
                <a:spcPct val="80000"/>
              </a:lnSpc>
            </a:pPr>
            <a:r>
              <a:rPr lang="en-US" sz="2400"/>
              <a:t>In BNF, abstractions are used to represent classes of syntactic structures--they act like  syntactic  variables (also called </a:t>
            </a:r>
            <a:r>
              <a:rPr lang="en-US" sz="2400" i="1"/>
              <a:t>nonterminal symbols, </a:t>
            </a:r>
            <a:r>
              <a:rPr lang="en-US" sz="2400"/>
              <a:t>or just</a:t>
            </a:r>
            <a:r>
              <a:rPr lang="en-US" sz="2400" i="1"/>
              <a:t> terminals</a:t>
            </a:r>
            <a:r>
              <a:rPr lang="en-US" sz="2400"/>
              <a:t>)</a:t>
            </a:r>
          </a:p>
          <a:p>
            <a:pPr eaLnBrk="1" hangingPunct="1">
              <a:lnSpc>
                <a:spcPct val="80000"/>
              </a:lnSpc>
              <a:buFontTx/>
              <a:buNone/>
            </a:pPr>
            <a:endParaRPr lang="en-US" sz="2400"/>
          </a:p>
          <a:p>
            <a:pPr eaLnBrk="1" hangingPunct="1">
              <a:lnSpc>
                <a:spcPct val="80000"/>
              </a:lnSpc>
            </a:pPr>
            <a:r>
              <a:rPr lang="en-US" sz="2400" i="1"/>
              <a:t>Terminals</a:t>
            </a:r>
            <a:r>
              <a:rPr lang="en-US" sz="2400"/>
              <a:t> are lexemes or tokens</a:t>
            </a:r>
          </a:p>
          <a:p>
            <a:pPr eaLnBrk="1" hangingPunct="1">
              <a:lnSpc>
                <a:spcPct val="80000"/>
              </a:lnSpc>
              <a:buFontTx/>
              <a:buNone/>
            </a:pPr>
            <a:r>
              <a:rPr lang="en-US" sz="2400"/>
              <a:t> </a:t>
            </a:r>
          </a:p>
          <a:p>
            <a:pPr eaLnBrk="1" hangingPunct="1">
              <a:lnSpc>
                <a:spcPct val="80000"/>
              </a:lnSpc>
            </a:pPr>
            <a:r>
              <a:rPr lang="en-US" sz="2400"/>
              <a:t>A rule has a left-hand side (LHS), which is a nonterminal, and a right-hand side (RHS), which is a string of terminals and/or nonterminals</a:t>
            </a:r>
          </a:p>
          <a:p>
            <a:pPr eaLnBrk="1" hangingPunct="1">
              <a:lnSpc>
                <a:spcPct val="80000"/>
              </a:lnSpc>
            </a:pPr>
            <a:endParaRPr lang="en-US" sz="1400"/>
          </a:p>
          <a:p>
            <a:pPr lvl="1" eaLnBrk="1" hangingPunct="1">
              <a:lnSpc>
                <a:spcPct val="80000"/>
              </a:lnSpc>
            </a:pPr>
            <a:endParaRPr lang="en-US" sz="1200">
              <a:latin typeface="Courier New" pitchFamily="49" charset="0"/>
            </a:endParaRPr>
          </a:p>
          <a:p>
            <a:pPr eaLnBrk="1" hangingPunct="1">
              <a:lnSpc>
                <a:spcPct val="80000"/>
              </a:lnSpc>
            </a:pPr>
            <a:endParaRPr lang="en-US" sz="1400"/>
          </a:p>
        </p:txBody>
      </p:sp>
    </p:spTree>
    <p:extLst>
      <p:ext uri="{BB962C8B-B14F-4D97-AF65-F5344CB8AC3E}">
        <p14:creationId xmlns:p14="http://schemas.microsoft.com/office/powerpoint/2010/main" val="186172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BNF Fundamentals </a:t>
            </a:r>
            <a:r>
              <a:rPr lang="en-US" sz="2800"/>
              <a:t>(continued)</a:t>
            </a:r>
          </a:p>
        </p:txBody>
      </p:sp>
      <p:sp>
        <p:nvSpPr>
          <p:cNvPr id="13315" name="Content Placeholder 2"/>
          <p:cNvSpPr>
            <a:spLocks noGrp="1"/>
          </p:cNvSpPr>
          <p:nvPr>
            <p:ph idx="1"/>
          </p:nvPr>
        </p:nvSpPr>
        <p:spPr/>
        <p:txBody>
          <a:bodyPr/>
          <a:lstStyle/>
          <a:p>
            <a:pPr eaLnBrk="1" hangingPunct="1">
              <a:lnSpc>
                <a:spcPct val="80000"/>
              </a:lnSpc>
            </a:pPr>
            <a:r>
              <a:rPr lang="en-US" sz="2400"/>
              <a:t>Nonterminals are often enclosed in angle brackets</a:t>
            </a:r>
          </a:p>
          <a:p>
            <a:pPr eaLnBrk="1" hangingPunct="1">
              <a:lnSpc>
                <a:spcPct val="80000"/>
              </a:lnSpc>
              <a:buFontTx/>
              <a:buNone/>
            </a:pPr>
            <a:endParaRPr lang="en-US" sz="2400"/>
          </a:p>
          <a:p>
            <a:pPr lvl="1" eaLnBrk="1" hangingPunct="1">
              <a:lnSpc>
                <a:spcPct val="80000"/>
              </a:lnSpc>
            </a:pPr>
            <a:r>
              <a:rPr lang="en-US"/>
              <a:t>Examples of BNF rules:</a:t>
            </a:r>
          </a:p>
          <a:p>
            <a:pPr lvl="1" eaLnBrk="1" hangingPunct="1">
              <a:lnSpc>
                <a:spcPct val="80000"/>
              </a:lnSpc>
              <a:buFontTx/>
              <a:buNone/>
            </a:pPr>
            <a:r>
              <a:rPr lang="en-US" sz="1200"/>
              <a:t>	</a:t>
            </a:r>
            <a:r>
              <a:rPr lang="en-US" sz="1600">
                <a:latin typeface="Courier New" pitchFamily="49" charset="0"/>
              </a:rPr>
              <a:t>&lt;ident_list&gt; → identifier | identifier, &lt;ident_list&gt;</a:t>
            </a:r>
          </a:p>
          <a:p>
            <a:pPr lvl="1" eaLnBrk="1" hangingPunct="1">
              <a:lnSpc>
                <a:spcPct val="80000"/>
              </a:lnSpc>
              <a:buFontTx/>
              <a:buNone/>
            </a:pPr>
            <a:r>
              <a:rPr lang="en-US" sz="1600"/>
              <a:t>	</a:t>
            </a:r>
            <a:r>
              <a:rPr lang="en-US" sz="1600">
                <a:latin typeface="Courier New" pitchFamily="49" charset="0"/>
              </a:rPr>
              <a:t>&lt;if_stmt&gt; → </a:t>
            </a:r>
            <a:r>
              <a:rPr lang="en-US" sz="1600" b="1">
                <a:latin typeface="Courier New" pitchFamily="49" charset="0"/>
              </a:rPr>
              <a:t>if</a:t>
            </a:r>
            <a:r>
              <a:rPr lang="en-US" sz="1600">
                <a:latin typeface="Courier New" pitchFamily="49" charset="0"/>
              </a:rPr>
              <a:t> &lt;logic_expr&gt; </a:t>
            </a:r>
            <a:r>
              <a:rPr lang="en-US" sz="1600" b="1">
                <a:latin typeface="Courier New" pitchFamily="49" charset="0"/>
              </a:rPr>
              <a:t>then</a:t>
            </a:r>
            <a:r>
              <a:rPr lang="en-US" sz="1600">
                <a:latin typeface="Courier New" pitchFamily="49" charset="0"/>
              </a:rPr>
              <a:t> &lt;stmt&gt;</a:t>
            </a:r>
          </a:p>
          <a:p>
            <a:pPr lvl="1" eaLnBrk="1" hangingPunct="1">
              <a:lnSpc>
                <a:spcPct val="80000"/>
              </a:lnSpc>
              <a:buFontTx/>
              <a:buNone/>
            </a:pPr>
            <a:endParaRPr lang="en-US" sz="1200"/>
          </a:p>
          <a:p>
            <a:pPr eaLnBrk="1" hangingPunct="1">
              <a:lnSpc>
                <a:spcPct val="80000"/>
              </a:lnSpc>
            </a:pPr>
            <a:r>
              <a:rPr lang="en-US" sz="2400"/>
              <a:t>Grammar: a finite non-empty set of rules</a:t>
            </a:r>
          </a:p>
          <a:p>
            <a:pPr eaLnBrk="1" hangingPunct="1">
              <a:lnSpc>
                <a:spcPct val="80000"/>
              </a:lnSpc>
            </a:pPr>
            <a:endParaRPr lang="en-US" sz="2400"/>
          </a:p>
          <a:p>
            <a:pPr eaLnBrk="1" hangingPunct="1">
              <a:lnSpc>
                <a:spcPct val="80000"/>
              </a:lnSpc>
            </a:pPr>
            <a:r>
              <a:rPr lang="en-US" sz="2400"/>
              <a:t>A </a:t>
            </a:r>
            <a:r>
              <a:rPr lang="en-US" sz="2400" i="1"/>
              <a:t>start symbol</a:t>
            </a:r>
            <a:r>
              <a:rPr lang="en-US" sz="2400"/>
              <a:t> is a special element of the nonterminals of a grammar</a:t>
            </a:r>
          </a:p>
        </p:txBody>
      </p:sp>
      <p:sp>
        <p:nvSpPr>
          <p:cNvPr id="13316" name="Footer Placeholder 3"/>
          <p:cNvSpPr>
            <a:spLocks noGrp="1"/>
          </p:cNvSpPr>
          <p:nvPr>
            <p:ph type="ftr" sz="quarter" idx="10"/>
          </p:nvPr>
        </p:nvSpPr>
        <p:spPr>
          <a:noFill/>
        </p:spPr>
        <p:txBody>
          <a:bodyPr/>
          <a:lstStyle/>
          <a:p>
            <a:r>
              <a:rPr lang="en-US"/>
              <a:t>Copyright © 2012 Addison-Wesley. All rights reserved.</a:t>
            </a:r>
          </a:p>
        </p:txBody>
      </p:sp>
      <p:sp>
        <p:nvSpPr>
          <p:cNvPr id="13317" name="Slide Number Placeholder 4"/>
          <p:cNvSpPr>
            <a:spLocks noGrp="1"/>
          </p:cNvSpPr>
          <p:nvPr>
            <p:ph type="sldNum" sz="quarter" idx="11"/>
          </p:nvPr>
        </p:nvSpPr>
        <p:spPr>
          <a:noFill/>
        </p:spPr>
        <p:txBody>
          <a:bodyPr/>
          <a:lstStyle/>
          <a:p>
            <a:r>
              <a:rPr lang="en-US"/>
              <a:t>1-</a:t>
            </a:r>
            <a:fld id="{3EB57D56-84F0-4370-B46E-A80DB07C3890}" type="slidenum">
              <a:rPr lang="en-US" smtClean="0"/>
              <a:pPr/>
              <a:t>13</a:t>
            </a:fld>
            <a:endParaRPr lang="en-US"/>
          </a:p>
        </p:txBody>
      </p:sp>
    </p:spTree>
    <p:extLst>
      <p:ext uri="{BB962C8B-B14F-4D97-AF65-F5344CB8AC3E}">
        <p14:creationId xmlns:p14="http://schemas.microsoft.com/office/powerpoint/2010/main" val="732024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Copyright © 2012 Addison-Wesley. All rights reserved.</a:t>
            </a:r>
          </a:p>
        </p:txBody>
      </p:sp>
      <p:sp>
        <p:nvSpPr>
          <p:cNvPr id="14339" name="Slide Number Placeholder 4"/>
          <p:cNvSpPr>
            <a:spLocks noGrp="1"/>
          </p:cNvSpPr>
          <p:nvPr>
            <p:ph type="sldNum" sz="quarter" idx="11"/>
          </p:nvPr>
        </p:nvSpPr>
        <p:spPr>
          <a:noFill/>
        </p:spPr>
        <p:txBody>
          <a:bodyPr/>
          <a:lstStyle/>
          <a:p>
            <a:r>
              <a:rPr lang="en-US"/>
              <a:t>1-</a:t>
            </a:r>
            <a:fld id="{C380629C-CBC5-40A8-A493-E6E286396030}" type="slidenum">
              <a:rPr lang="en-US" smtClean="0"/>
              <a:pPr/>
              <a:t>14</a:t>
            </a:fld>
            <a:endParaRPr lang="en-US"/>
          </a:p>
        </p:txBody>
      </p:sp>
      <p:sp>
        <p:nvSpPr>
          <p:cNvPr id="14340" name="Rectangle 2"/>
          <p:cNvSpPr>
            <a:spLocks noGrp="1" noChangeArrowheads="1"/>
          </p:cNvSpPr>
          <p:nvPr>
            <p:ph type="title"/>
          </p:nvPr>
        </p:nvSpPr>
        <p:spPr>
          <a:xfrm>
            <a:off x="609600" y="228600"/>
            <a:ext cx="8153400" cy="1143000"/>
          </a:xfrm>
        </p:spPr>
        <p:txBody>
          <a:bodyPr/>
          <a:lstStyle/>
          <a:p>
            <a:pPr eaLnBrk="1" hangingPunct="1"/>
            <a:r>
              <a:rPr lang="en-US"/>
              <a:t>BNF Rules</a:t>
            </a:r>
          </a:p>
        </p:txBody>
      </p:sp>
      <p:sp>
        <p:nvSpPr>
          <p:cNvPr id="14341" name="Rectangle 3"/>
          <p:cNvSpPr>
            <a:spLocks noGrp="1" noChangeArrowheads="1"/>
          </p:cNvSpPr>
          <p:nvPr>
            <p:ph type="body" idx="1"/>
          </p:nvPr>
        </p:nvSpPr>
        <p:spPr>
          <a:xfrm>
            <a:off x="609600" y="1371600"/>
            <a:ext cx="7772400" cy="4495800"/>
          </a:xfrm>
        </p:spPr>
        <p:txBody>
          <a:bodyPr/>
          <a:lstStyle/>
          <a:p>
            <a:pPr eaLnBrk="1" hangingPunct="1">
              <a:buFontTx/>
              <a:buNone/>
            </a:pPr>
            <a:endParaRPr lang="en-US"/>
          </a:p>
          <a:p>
            <a:pPr eaLnBrk="1" hangingPunct="1"/>
            <a:r>
              <a:rPr lang="en-US"/>
              <a:t>An abstraction (or nonterminal symbol) can have more than one RHS</a:t>
            </a:r>
          </a:p>
          <a:p>
            <a:pPr eaLnBrk="1" hangingPunct="1">
              <a:buFontTx/>
              <a:buNone/>
            </a:pPr>
            <a:r>
              <a:rPr lang="en-US">
                <a:latin typeface="Courier New" pitchFamily="49" charset="0"/>
              </a:rPr>
              <a:t>     </a:t>
            </a:r>
            <a:r>
              <a:rPr lang="en-US" sz="2400">
                <a:latin typeface="Courier New" pitchFamily="49" charset="0"/>
              </a:rPr>
              <a:t>&lt;stmt&gt; </a:t>
            </a:r>
            <a:r>
              <a:rPr lang="en-US" sz="2400">
                <a:latin typeface="Courier New" pitchFamily="49" charset="0"/>
                <a:sym typeface="Symbol" pitchFamily="18" charset="2"/>
              </a:rPr>
              <a:t></a:t>
            </a:r>
            <a:r>
              <a:rPr lang="en-US" sz="2400">
                <a:latin typeface="Courier New" pitchFamily="49" charset="0"/>
              </a:rPr>
              <a:t> &lt;single_stmt&gt; </a:t>
            </a:r>
          </a:p>
          <a:p>
            <a:pPr eaLnBrk="1" hangingPunct="1">
              <a:buFontTx/>
              <a:buNone/>
            </a:pPr>
            <a:r>
              <a:rPr lang="en-US" sz="2400">
                <a:latin typeface="Courier New" pitchFamily="49" charset="0"/>
              </a:rPr>
              <a:t>             | begin &lt;stmt_list&gt; end</a:t>
            </a:r>
          </a:p>
        </p:txBody>
      </p:sp>
    </p:spTree>
    <p:extLst>
      <p:ext uri="{BB962C8B-B14F-4D97-AF65-F5344CB8AC3E}">
        <p14:creationId xmlns:p14="http://schemas.microsoft.com/office/powerpoint/2010/main" val="3814790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Copyright © 2012 Addison-Wesley. All rights reserved.</a:t>
            </a:r>
          </a:p>
        </p:txBody>
      </p:sp>
      <p:sp>
        <p:nvSpPr>
          <p:cNvPr id="15363" name="Slide Number Placeholder 4"/>
          <p:cNvSpPr>
            <a:spLocks noGrp="1"/>
          </p:cNvSpPr>
          <p:nvPr>
            <p:ph type="sldNum" sz="quarter" idx="11"/>
          </p:nvPr>
        </p:nvSpPr>
        <p:spPr>
          <a:noFill/>
        </p:spPr>
        <p:txBody>
          <a:bodyPr/>
          <a:lstStyle/>
          <a:p>
            <a:r>
              <a:rPr lang="en-US"/>
              <a:t>1-</a:t>
            </a:r>
            <a:fld id="{332122E6-88C8-48E3-862F-E93B9385C59B}" type="slidenum">
              <a:rPr lang="en-US" smtClean="0"/>
              <a:pPr/>
              <a:t>15</a:t>
            </a:fld>
            <a:endParaRPr lang="en-US"/>
          </a:p>
        </p:txBody>
      </p:sp>
      <p:sp>
        <p:nvSpPr>
          <p:cNvPr id="15364" name="Rectangle 2"/>
          <p:cNvSpPr>
            <a:spLocks noGrp="1" noChangeArrowheads="1"/>
          </p:cNvSpPr>
          <p:nvPr>
            <p:ph type="title"/>
          </p:nvPr>
        </p:nvSpPr>
        <p:spPr>
          <a:xfrm>
            <a:off x="609600" y="228600"/>
            <a:ext cx="8153400" cy="1143000"/>
          </a:xfrm>
        </p:spPr>
        <p:txBody>
          <a:bodyPr/>
          <a:lstStyle/>
          <a:p>
            <a:pPr eaLnBrk="1" hangingPunct="1"/>
            <a:r>
              <a:rPr lang="en-US"/>
              <a:t>Describing Lists</a:t>
            </a:r>
          </a:p>
        </p:txBody>
      </p:sp>
      <p:sp>
        <p:nvSpPr>
          <p:cNvPr id="15365" name="Rectangle 3"/>
          <p:cNvSpPr>
            <a:spLocks noGrp="1" noChangeArrowheads="1"/>
          </p:cNvSpPr>
          <p:nvPr>
            <p:ph type="body" idx="1"/>
          </p:nvPr>
        </p:nvSpPr>
        <p:spPr>
          <a:xfrm>
            <a:off x="457200" y="1371600"/>
            <a:ext cx="7772400" cy="4495800"/>
          </a:xfrm>
        </p:spPr>
        <p:txBody>
          <a:bodyPr/>
          <a:lstStyle/>
          <a:p>
            <a:pPr eaLnBrk="1" hangingPunct="1"/>
            <a:r>
              <a:rPr lang="en-US"/>
              <a:t>Syntactic lists are described using recursion</a:t>
            </a:r>
          </a:p>
          <a:p>
            <a:pPr eaLnBrk="1" hangingPunct="1">
              <a:buFontTx/>
              <a:buNone/>
            </a:pPr>
            <a:r>
              <a:rPr lang="en-US"/>
              <a:t>    </a:t>
            </a:r>
            <a:r>
              <a:rPr lang="en-US" sz="2400">
                <a:latin typeface="Courier New" pitchFamily="49" charset="0"/>
              </a:rPr>
              <a:t>&lt;ident_list&gt; </a:t>
            </a:r>
            <a:r>
              <a:rPr lang="en-US" sz="2400">
                <a:latin typeface="Courier New" pitchFamily="49" charset="0"/>
                <a:sym typeface="Symbol" pitchFamily="18" charset="2"/>
              </a:rPr>
              <a:t></a:t>
            </a:r>
            <a:r>
              <a:rPr lang="en-US" sz="2400">
                <a:latin typeface="Courier New" pitchFamily="49" charset="0"/>
              </a:rPr>
              <a:t> ident</a:t>
            </a:r>
          </a:p>
          <a:p>
            <a:pPr eaLnBrk="1" hangingPunct="1">
              <a:buFontTx/>
              <a:buNone/>
            </a:pPr>
            <a:r>
              <a:rPr lang="en-US" sz="2400">
                <a:latin typeface="Courier New" pitchFamily="49" charset="0"/>
              </a:rPr>
              <a:t>                | ident, &lt;ident_list&gt;</a:t>
            </a:r>
          </a:p>
          <a:p>
            <a:pPr eaLnBrk="1" hangingPunct="1">
              <a:buFontTx/>
              <a:buNone/>
            </a:pPr>
            <a:endParaRPr lang="en-US" sz="2400">
              <a:latin typeface="Courier New" pitchFamily="49" charset="0"/>
            </a:endParaRPr>
          </a:p>
          <a:p>
            <a:pPr eaLnBrk="1" hangingPunct="1"/>
            <a:r>
              <a:rPr lang="en-US"/>
              <a:t>A derivation is a repeated application of rules, starting with the start symbol and ending with a sentence (all terminal symbols)</a:t>
            </a:r>
          </a:p>
        </p:txBody>
      </p:sp>
    </p:spTree>
    <p:extLst>
      <p:ext uri="{BB962C8B-B14F-4D97-AF65-F5344CB8AC3E}">
        <p14:creationId xmlns:p14="http://schemas.microsoft.com/office/powerpoint/2010/main" val="317250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Copyright © 2012 Addison-Wesley. All rights reserved.</a:t>
            </a:r>
          </a:p>
        </p:txBody>
      </p:sp>
      <p:sp>
        <p:nvSpPr>
          <p:cNvPr id="16387" name="Slide Number Placeholder 4"/>
          <p:cNvSpPr>
            <a:spLocks noGrp="1"/>
          </p:cNvSpPr>
          <p:nvPr>
            <p:ph type="sldNum" sz="quarter" idx="11"/>
          </p:nvPr>
        </p:nvSpPr>
        <p:spPr>
          <a:noFill/>
        </p:spPr>
        <p:txBody>
          <a:bodyPr/>
          <a:lstStyle/>
          <a:p>
            <a:r>
              <a:rPr lang="en-US"/>
              <a:t>1-</a:t>
            </a:r>
            <a:fld id="{A151FE5D-B943-4DF2-B29E-9FBAD06180F9}" type="slidenum">
              <a:rPr lang="en-US" smtClean="0"/>
              <a:pPr/>
              <a:t>16</a:t>
            </a:fld>
            <a:endParaRPr lang="en-US"/>
          </a:p>
        </p:txBody>
      </p:sp>
      <p:sp>
        <p:nvSpPr>
          <p:cNvPr id="16388" name="Rectangle 2"/>
          <p:cNvSpPr>
            <a:spLocks noGrp="1" noChangeArrowheads="1"/>
          </p:cNvSpPr>
          <p:nvPr>
            <p:ph type="title"/>
          </p:nvPr>
        </p:nvSpPr>
        <p:spPr>
          <a:xfrm>
            <a:off x="609600" y="228600"/>
            <a:ext cx="8153400" cy="1143000"/>
          </a:xfrm>
        </p:spPr>
        <p:txBody>
          <a:bodyPr/>
          <a:lstStyle/>
          <a:p>
            <a:pPr eaLnBrk="1" hangingPunct="1"/>
            <a:r>
              <a:rPr lang="en-US"/>
              <a:t>An Example Grammar</a:t>
            </a:r>
          </a:p>
        </p:txBody>
      </p:sp>
      <p:sp>
        <p:nvSpPr>
          <p:cNvPr id="16389" name="Rectangle 3"/>
          <p:cNvSpPr>
            <a:spLocks noGrp="1" noChangeArrowheads="1"/>
          </p:cNvSpPr>
          <p:nvPr>
            <p:ph type="body" idx="1"/>
          </p:nvPr>
        </p:nvSpPr>
        <p:spPr>
          <a:xfrm>
            <a:off x="457200" y="1371600"/>
            <a:ext cx="7772400" cy="4495800"/>
          </a:xfrm>
        </p:spPr>
        <p:txBody>
          <a:bodyPr/>
          <a:lstStyle/>
          <a:p>
            <a:pPr eaLnBrk="1" hangingPunct="1">
              <a:buFontTx/>
              <a:buNone/>
            </a:pPr>
            <a:r>
              <a:rPr lang="en-US" sz="2000">
                <a:latin typeface="Courier New" pitchFamily="49" charset="0"/>
              </a:rPr>
              <a:t>	&lt;program&gt; </a:t>
            </a:r>
            <a:r>
              <a:rPr lang="en-US" sz="2000">
                <a:latin typeface="Courier New" pitchFamily="49" charset="0"/>
                <a:sym typeface="Symbol" pitchFamily="18" charset="2"/>
              </a:rPr>
              <a:t></a:t>
            </a:r>
            <a:r>
              <a:rPr lang="en-US" sz="2000">
                <a:latin typeface="Courier New" pitchFamily="49" charset="0"/>
              </a:rPr>
              <a:t> &lt;stmts&gt;</a:t>
            </a:r>
          </a:p>
          <a:p>
            <a:pPr eaLnBrk="1" hangingPunct="1">
              <a:buFontTx/>
              <a:buNone/>
            </a:pPr>
            <a:r>
              <a:rPr lang="en-US" sz="2000">
                <a:latin typeface="Courier New" pitchFamily="49" charset="0"/>
              </a:rPr>
              <a:t>   &lt;stmts&gt; </a:t>
            </a:r>
            <a:r>
              <a:rPr lang="en-US" sz="2000">
                <a:latin typeface="Courier New" pitchFamily="49" charset="0"/>
                <a:sym typeface="Symbol" pitchFamily="18" charset="2"/>
              </a:rPr>
              <a:t></a:t>
            </a:r>
            <a:r>
              <a:rPr lang="en-US" sz="2000">
                <a:latin typeface="Courier New" pitchFamily="49" charset="0"/>
              </a:rPr>
              <a:t> &lt;stmt&gt; | &lt;stmt&gt; ; &lt;stmts&gt;</a:t>
            </a:r>
          </a:p>
          <a:p>
            <a:pPr eaLnBrk="1" hangingPunct="1">
              <a:buFontTx/>
              <a:buNone/>
            </a:pPr>
            <a:r>
              <a:rPr lang="en-US" sz="2000">
                <a:latin typeface="Courier New" pitchFamily="49" charset="0"/>
              </a:rPr>
              <a:t>   &lt;stmt&gt; </a:t>
            </a:r>
            <a:r>
              <a:rPr lang="en-US" sz="2000">
                <a:latin typeface="Courier New" pitchFamily="49" charset="0"/>
                <a:sym typeface="Symbol" pitchFamily="18" charset="2"/>
              </a:rPr>
              <a:t></a:t>
            </a:r>
            <a:r>
              <a:rPr lang="en-US" sz="2000">
                <a:latin typeface="Courier New" pitchFamily="49" charset="0"/>
              </a:rPr>
              <a:t> &lt;var&gt; = &lt;expr&gt;</a:t>
            </a:r>
          </a:p>
          <a:p>
            <a:pPr eaLnBrk="1" hangingPunct="1">
              <a:buFontTx/>
              <a:buNone/>
            </a:pPr>
            <a:r>
              <a:rPr lang="en-US" sz="2000">
                <a:latin typeface="Courier New" pitchFamily="49" charset="0"/>
              </a:rPr>
              <a:t>   &lt;var&gt; </a:t>
            </a:r>
            <a:r>
              <a:rPr lang="en-US" sz="2000">
                <a:latin typeface="Courier New" pitchFamily="49" charset="0"/>
                <a:sym typeface="Symbol" pitchFamily="18" charset="2"/>
              </a:rPr>
              <a:t></a:t>
            </a:r>
            <a:r>
              <a:rPr lang="en-US" sz="2000">
                <a:latin typeface="Courier New" pitchFamily="49" charset="0"/>
              </a:rPr>
              <a:t> a | b | c | d</a:t>
            </a:r>
          </a:p>
          <a:p>
            <a:pPr eaLnBrk="1" hangingPunct="1">
              <a:buFontTx/>
              <a:buNone/>
            </a:pPr>
            <a:r>
              <a:rPr lang="en-US" sz="2000">
                <a:latin typeface="Courier New" pitchFamily="49" charset="0"/>
              </a:rPr>
              <a:t>   &lt;expr&gt; </a:t>
            </a:r>
            <a:r>
              <a:rPr lang="en-US" sz="2000">
                <a:latin typeface="Courier New" pitchFamily="49" charset="0"/>
                <a:sym typeface="Symbol" pitchFamily="18" charset="2"/>
              </a:rPr>
              <a:t></a:t>
            </a:r>
            <a:r>
              <a:rPr lang="en-US" sz="2000">
                <a:latin typeface="Courier New" pitchFamily="49" charset="0"/>
              </a:rPr>
              <a:t> &lt;term&gt; + &lt;term&gt; | &lt;term&gt; - &lt;term&gt;</a:t>
            </a:r>
          </a:p>
          <a:p>
            <a:pPr eaLnBrk="1" hangingPunct="1">
              <a:buFontTx/>
              <a:buNone/>
            </a:pPr>
            <a:r>
              <a:rPr lang="en-US" sz="2000">
                <a:latin typeface="Courier New" pitchFamily="49" charset="0"/>
              </a:rPr>
              <a:t>   &lt;term&gt; </a:t>
            </a:r>
            <a:r>
              <a:rPr lang="en-US" sz="2000">
                <a:latin typeface="Courier New" pitchFamily="49" charset="0"/>
                <a:sym typeface="Symbol" pitchFamily="18" charset="2"/>
              </a:rPr>
              <a:t></a:t>
            </a:r>
            <a:r>
              <a:rPr lang="en-US" sz="2000">
                <a:latin typeface="Courier New" pitchFamily="49" charset="0"/>
              </a:rPr>
              <a:t> &lt;var&gt; | const</a:t>
            </a:r>
          </a:p>
        </p:txBody>
      </p:sp>
    </p:spTree>
    <p:extLst>
      <p:ext uri="{BB962C8B-B14F-4D97-AF65-F5344CB8AC3E}">
        <p14:creationId xmlns:p14="http://schemas.microsoft.com/office/powerpoint/2010/main" val="3120024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Copyright © 2012 Addison-Wesley. All rights reserved.</a:t>
            </a:r>
          </a:p>
        </p:txBody>
      </p:sp>
      <p:sp>
        <p:nvSpPr>
          <p:cNvPr id="17411" name="Slide Number Placeholder 4"/>
          <p:cNvSpPr>
            <a:spLocks noGrp="1"/>
          </p:cNvSpPr>
          <p:nvPr>
            <p:ph type="sldNum" sz="quarter" idx="11"/>
          </p:nvPr>
        </p:nvSpPr>
        <p:spPr>
          <a:noFill/>
        </p:spPr>
        <p:txBody>
          <a:bodyPr/>
          <a:lstStyle/>
          <a:p>
            <a:r>
              <a:rPr lang="en-US"/>
              <a:t>1-</a:t>
            </a:r>
            <a:fld id="{ADED9F31-6DB0-475A-89DE-1D5F442C57EA}" type="slidenum">
              <a:rPr lang="en-US" smtClean="0"/>
              <a:pPr/>
              <a:t>17</a:t>
            </a:fld>
            <a:endParaRPr lang="en-US"/>
          </a:p>
        </p:txBody>
      </p:sp>
      <p:sp>
        <p:nvSpPr>
          <p:cNvPr id="17412" name="Rectangle 2"/>
          <p:cNvSpPr>
            <a:spLocks noGrp="1" noChangeArrowheads="1"/>
          </p:cNvSpPr>
          <p:nvPr>
            <p:ph type="title"/>
          </p:nvPr>
        </p:nvSpPr>
        <p:spPr>
          <a:xfrm>
            <a:off x="685800" y="228600"/>
            <a:ext cx="8153400" cy="1143000"/>
          </a:xfrm>
        </p:spPr>
        <p:txBody>
          <a:bodyPr/>
          <a:lstStyle/>
          <a:p>
            <a:pPr eaLnBrk="1" hangingPunct="1"/>
            <a:r>
              <a:rPr lang="en-US"/>
              <a:t>An Example Derivation</a:t>
            </a:r>
          </a:p>
        </p:txBody>
      </p:sp>
      <p:sp>
        <p:nvSpPr>
          <p:cNvPr id="17413" name="Rectangle 3"/>
          <p:cNvSpPr>
            <a:spLocks noGrp="1" noChangeArrowheads="1"/>
          </p:cNvSpPr>
          <p:nvPr>
            <p:ph type="body" idx="1"/>
          </p:nvPr>
        </p:nvSpPr>
        <p:spPr>
          <a:xfrm>
            <a:off x="533400" y="1447800"/>
            <a:ext cx="8229600" cy="4495800"/>
          </a:xfrm>
        </p:spPr>
        <p:txBody>
          <a:bodyPr/>
          <a:lstStyle/>
          <a:p>
            <a:pPr eaLnBrk="1" hangingPunct="1">
              <a:buFontTx/>
              <a:buNone/>
            </a:pPr>
            <a:r>
              <a:rPr lang="en-US" sz="2000">
                <a:latin typeface="Courier New" pitchFamily="49" charset="0"/>
              </a:rPr>
              <a:t>	&lt;program&gt; =&gt; &lt;stmts&gt; =&gt; &lt;stmt&gt; </a:t>
            </a:r>
          </a:p>
          <a:p>
            <a:pPr eaLnBrk="1" hangingPunct="1">
              <a:buFontTx/>
              <a:buNone/>
            </a:pPr>
            <a:r>
              <a:rPr lang="en-US" sz="2000">
                <a:latin typeface="Courier New" pitchFamily="49" charset="0"/>
              </a:rPr>
              <a:t>                      =&gt; &lt;var&gt; = &lt;expr&gt; </a:t>
            </a:r>
          </a:p>
          <a:p>
            <a:pPr eaLnBrk="1" hangingPunct="1">
              <a:buFontTx/>
              <a:buNone/>
            </a:pPr>
            <a:r>
              <a:rPr lang="en-US" sz="2000">
                <a:latin typeface="Courier New" pitchFamily="49" charset="0"/>
              </a:rPr>
              <a:t>                      =&gt; a = &lt;expr&gt; </a:t>
            </a:r>
          </a:p>
          <a:p>
            <a:pPr eaLnBrk="1" hangingPunct="1">
              <a:buFontTx/>
              <a:buNone/>
            </a:pPr>
            <a:r>
              <a:rPr lang="en-US" sz="2000">
                <a:latin typeface="Courier New" pitchFamily="49" charset="0"/>
              </a:rPr>
              <a:t>                      =&gt; a = &lt;term&gt; + &lt;term&gt;</a:t>
            </a:r>
          </a:p>
          <a:p>
            <a:pPr eaLnBrk="1" hangingPunct="1">
              <a:buFontTx/>
              <a:buNone/>
            </a:pPr>
            <a:r>
              <a:rPr lang="en-US" sz="2000">
                <a:latin typeface="Courier New" pitchFamily="49" charset="0"/>
              </a:rPr>
              <a:t>                      =&gt; a = &lt;var&gt; + &lt;term&gt; </a:t>
            </a:r>
          </a:p>
          <a:p>
            <a:pPr eaLnBrk="1" hangingPunct="1">
              <a:buFontTx/>
              <a:buNone/>
            </a:pPr>
            <a:r>
              <a:rPr lang="en-US" sz="2000">
                <a:latin typeface="Courier New" pitchFamily="49" charset="0"/>
              </a:rPr>
              <a:t>                      =&gt; a = b + &lt;term&gt;</a:t>
            </a:r>
          </a:p>
          <a:p>
            <a:pPr eaLnBrk="1" hangingPunct="1">
              <a:buFontTx/>
              <a:buNone/>
            </a:pPr>
            <a:r>
              <a:rPr lang="en-US" sz="2000">
                <a:latin typeface="Courier New" pitchFamily="49" charset="0"/>
              </a:rPr>
              <a:t>                      =&gt; a = b + const</a:t>
            </a:r>
          </a:p>
        </p:txBody>
      </p:sp>
    </p:spTree>
    <p:extLst>
      <p:ext uri="{BB962C8B-B14F-4D97-AF65-F5344CB8AC3E}">
        <p14:creationId xmlns:p14="http://schemas.microsoft.com/office/powerpoint/2010/main" val="3403383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p:spPr>
        <p:txBody>
          <a:bodyPr/>
          <a:lstStyle/>
          <a:p>
            <a:r>
              <a:rPr lang="en-US"/>
              <a:t>Copyright © 2012 Addison-Wesley. All rights reserved.</a:t>
            </a:r>
          </a:p>
        </p:txBody>
      </p:sp>
      <p:sp>
        <p:nvSpPr>
          <p:cNvPr id="18435" name="Slide Number Placeholder 4"/>
          <p:cNvSpPr>
            <a:spLocks noGrp="1"/>
          </p:cNvSpPr>
          <p:nvPr>
            <p:ph type="sldNum" sz="quarter" idx="11"/>
          </p:nvPr>
        </p:nvSpPr>
        <p:spPr>
          <a:noFill/>
        </p:spPr>
        <p:txBody>
          <a:bodyPr/>
          <a:lstStyle/>
          <a:p>
            <a:r>
              <a:rPr lang="en-US"/>
              <a:t>1-</a:t>
            </a:r>
            <a:fld id="{6084611B-CD16-484F-B51D-273C24081902}" type="slidenum">
              <a:rPr lang="en-US" smtClean="0"/>
              <a:pPr/>
              <a:t>18</a:t>
            </a:fld>
            <a:endParaRPr lang="en-US"/>
          </a:p>
        </p:txBody>
      </p:sp>
      <p:sp>
        <p:nvSpPr>
          <p:cNvPr id="18436" name="Rectangle 2"/>
          <p:cNvSpPr>
            <a:spLocks noGrp="1" noChangeArrowheads="1"/>
          </p:cNvSpPr>
          <p:nvPr>
            <p:ph type="title"/>
          </p:nvPr>
        </p:nvSpPr>
        <p:spPr/>
        <p:txBody>
          <a:bodyPr/>
          <a:lstStyle/>
          <a:p>
            <a:pPr eaLnBrk="1" hangingPunct="1"/>
            <a:r>
              <a:rPr lang="en-US"/>
              <a:t>Derivations</a:t>
            </a:r>
          </a:p>
        </p:txBody>
      </p:sp>
      <p:sp>
        <p:nvSpPr>
          <p:cNvPr id="18437" name="Rectangle 3"/>
          <p:cNvSpPr>
            <a:spLocks noGrp="1" noChangeArrowheads="1"/>
          </p:cNvSpPr>
          <p:nvPr>
            <p:ph type="body" idx="1"/>
          </p:nvPr>
        </p:nvSpPr>
        <p:spPr/>
        <p:txBody>
          <a:bodyPr/>
          <a:lstStyle/>
          <a:p>
            <a:pPr eaLnBrk="1" hangingPunct="1"/>
            <a:r>
              <a:rPr lang="en-US"/>
              <a:t>Every string of symbols in a derivation is a </a:t>
            </a:r>
            <a:r>
              <a:rPr lang="en-US" i="1"/>
              <a:t>sentential form</a:t>
            </a:r>
          </a:p>
          <a:p>
            <a:pPr eaLnBrk="1" hangingPunct="1"/>
            <a:r>
              <a:rPr lang="en-US"/>
              <a:t>A </a:t>
            </a:r>
            <a:r>
              <a:rPr lang="en-US" i="1"/>
              <a:t>sentence</a:t>
            </a:r>
            <a:r>
              <a:rPr lang="en-US"/>
              <a:t> is a sentential form that has only terminal symbols</a:t>
            </a:r>
          </a:p>
          <a:p>
            <a:pPr eaLnBrk="1" hangingPunct="1"/>
            <a:r>
              <a:rPr lang="en-US"/>
              <a:t>A </a:t>
            </a:r>
            <a:r>
              <a:rPr lang="en-US" i="1"/>
              <a:t>leftmost derivation</a:t>
            </a:r>
            <a:r>
              <a:rPr lang="en-US"/>
              <a:t> is one in which the leftmost nonterminal in each sentential form is the one that is expanded</a:t>
            </a:r>
          </a:p>
          <a:p>
            <a:pPr eaLnBrk="1" hangingPunct="1"/>
            <a:r>
              <a:rPr lang="en-US"/>
              <a:t>A derivation may be neither leftmost nor rightmost</a:t>
            </a:r>
          </a:p>
        </p:txBody>
      </p:sp>
    </p:spTree>
    <p:extLst>
      <p:ext uri="{BB962C8B-B14F-4D97-AF65-F5344CB8AC3E}">
        <p14:creationId xmlns:p14="http://schemas.microsoft.com/office/powerpoint/2010/main" val="2626183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Maak een </a:t>
            </a:r>
            <a:r>
              <a:rPr lang="nl-NL" dirty="0" err="1"/>
              <a:t>parse</a:t>
            </a:r>
            <a:r>
              <a:rPr lang="nl-NL" dirty="0"/>
              <a:t> tree</a:t>
            </a:r>
          </a:p>
        </p:txBody>
      </p:sp>
      <p:sp>
        <p:nvSpPr>
          <p:cNvPr id="3" name="Tijdelijke aanduiding voor inhoud 2"/>
          <p:cNvSpPr>
            <a:spLocks noGrp="1"/>
          </p:cNvSpPr>
          <p:nvPr>
            <p:ph idx="1"/>
          </p:nvPr>
        </p:nvSpPr>
        <p:spPr>
          <a:xfrm>
            <a:off x="590872" y="1279301"/>
            <a:ext cx="4485184" cy="4237931"/>
          </a:xfrm>
        </p:spPr>
        <p:txBody>
          <a:bodyPr/>
          <a:lstStyle/>
          <a:p>
            <a:pPr marL="0" indent="0">
              <a:buNone/>
            </a:pPr>
            <a:r>
              <a:rPr lang="nl-NL" b="1" dirty="0"/>
              <a:t>Grammatica:</a:t>
            </a:r>
          </a:p>
          <a:p>
            <a:pPr marL="0" indent="0">
              <a:buNone/>
            </a:pPr>
            <a:r>
              <a:rPr lang="mr-IN" dirty="0"/>
              <a:t>prog:	(expr NEWLINE)* ;</a:t>
            </a:r>
          </a:p>
          <a:p>
            <a:pPr marL="0" indent="0">
              <a:buNone/>
            </a:pPr>
            <a:r>
              <a:rPr lang="mr-IN" dirty="0"/>
              <a:t>expr:	expr ('*'|'/') expr</a:t>
            </a:r>
          </a:p>
          <a:p>
            <a:pPr marL="0" indent="0">
              <a:buNone/>
            </a:pPr>
            <a:r>
              <a:rPr lang="mr-IN" dirty="0"/>
              <a:t>    |	expr ('+'|'-') expr</a:t>
            </a:r>
          </a:p>
          <a:p>
            <a:pPr marL="0" indent="0">
              <a:buNone/>
            </a:pPr>
            <a:r>
              <a:rPr lang="mr-IN" dirty="0"/>
              <a:t>    |	INT</a:t>
            </a:r>
          </a:p>
          <a:p>
            <a:pPr marL="0" indent="0">
              <a:buNone/>
            </a:pPr>
            <a:r>
              <a:rPr lang="mr-IN" dirty="0"/>
              <a:t>    |	'(' expr ')'</a:t>
            </a:r>
          </a:p>
          <a:p>
            <a:pPr marL="0" indent="0">
              <a:buNone/>
            </a:pPr>
            <a:r>
              <a:rPr lang="mr-IN" dirty="0"/>
              <a:t>    ;</a:t>
            </a:r>
          </a:p>
          <a:p>
            <a:pPr marL="0" indent="0">
              <a:buNone/>
            </a:pPr>
            <a:r>
              <a:rPr lang="mr-IN" dirty="0"/>
              <a:t>NEWLINE : [\r\n]+ ;</a:t>
            </a:r>
          </a:p>
          <a:p>
            <a:pPr marL="0" indent="0">
              <a:buNone/>
            </a:pPr>
            <a:r>
              <a:rPr lang="mr-IN" dirty="0"/>
              <a:t>INT     : [0-9]+ ;</a:t>
            </a:r>
            <a:endParaRPr lang="nl-NL" dirty="0"/>
          </a:p>
        </p:txBody>
      </p:sp>
      <p:sp>
        <p:nvSpPr>
          <p:cNvPr id="4" name="Tijdelijke aanduiding voor voettekst 3"/>
          <p:cNvSpPr>
            <a:spLocks noGrp="1"/>
          </p:cNvSpPr>
          <p:nvPr>
            <p:ph type="ftr" sz="quarter" idx="10"/>
          </p:nvPr>
        </p:nvSpPr>
        <p:spPr/>
        <p:txBody>
          <a:bodyPr/>
          <a:lstStyle/>
          <a:p>
            <a:r>
              <a:rPr lang="en-US"/>
              <a:t>Copyright © 2012 Addison-Wesley. All rights reserved.</a:t>
            </a:r>
          </a:p>
        </p:txBody>
      </p:sp>
      <p:sp>
        <p:nvSpPr>
          <p:cNvPr id="5" name="Tijdelijke aanduiding voor dianummer 4"/>
          <p:cNvSpPr>
            <a:spLocks noGrp="1"/>
          </p:cNvSpPr>
          <p:nvPr>
            <p:ph type="sldNum" sz="quarter" idx="11"/>
          </p:nvPr>
        </p:nvSpPr>
        <p:spPr/>
        <p:txBody>
          <a:bodyPr/>
          <a:lstStyle/>
          <a:p>
            <a:r>
              <a:rPr lang="en-US"/>
              <a:t>1-</a:t>
            </a:r>
            <a:fld id="{C46FF7B1-CA13-794F-80DB-5D5730E47B55}" type="slidenum">
              <a:rPr lang="en-US" smtClean="0"/>
              <a:pPr/>
              <a:t>19</a:t>
            </a:fld>
            <a:endParaRPr lang="en-US"/>
          </a:p>
        </p:txBody>
      </p:sp>
      <p:sp>
        <p:nvSpPr>
          <p:cNvPr id="6" name="Rechthoek 5"/>
          <p:cNvSpPr/>
          <p:nvPr/>
        </p:nvSpPr>
        <p:spPr>
          <a:xfrm>
            <a:off x="6084168" y="1268760"/>
            <a:ext cx="1806204" cy="830997"/>
          </a:xfrm>
          <a:prstGeom prst="rect">
            <a:avLst/>
          </a:prstGeom>
        </p:spPr>
        <p:txBody>
          <a:bodyPr wrap="none">
            <a:spAutoFit/>
          </a:bodyPr>
          <a:lstStyle/>
          <a:p>
            <a:r>
              <a:rPr lang="nl-NL" sz="2400" b="1" dirty="0">
                <a:latin typeface="Verdana"/>
                <a:cs typeface="Verdana"/>
              </a:rPr>
              <a:t>Code:</a:t>
            </a:r>
          </a:p>
          <a:p>
            <a:r>
              <a:rPr lang="mr-IN" sz="2400" dirty="0">
                <a:latin typeface="Verdana"/>
                <a:cs typeface="Verdana"/>
              </a:rPr>
              <a:t>100+2*34</a:t>
            </a:r>
          </a:p>
        </p:txBody>
      </p:sp>
    </p:spTree>
    <p:extLst>
      <p:ext uri="{BB962C8B-B14F-4D97-AF65-F5344CB8AC3E}">
        <p14:creationId xmlns:p14="http://schemas.microsoft.com/office/powerpoint/2010/main" val="335796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xfrm>
            <a:off x="2365735" y="6224099"/>
            <a:ext cx="6120680" cy="365125"/>
          </a:xfrm>
          <a:noFill/>
        </p:spPr>
        <p:txBody>
          <a:bodyPr/>
          <a:lstStyle/>
          <a:p>
            <a:r>
              <a:rPr lang="en-US" dirty="0"/>
              <a:t>Copyright © 2012 Addison-Wesley. All rights reserved.</a:t>
            </a:r>
          </a:p>
        </p:txBody>
      </p:sp>
      <p:sp>
        <p:nvSpPr>
          <p:cNvPr id="19459" name="Slide Number Placeholder 4"/>
          <p:cNvSpPr>
            <a:spLocks noGrp="1"/>
          </p:cNvSpPr>
          <p:nvPr>
            <p:ph type="sldNum" sz="quarter" idx="11"/>
          </p:nvPr>
        </p:nvSpPr>
        <p:spPr>
          <a:noFill/>
        </p:spPr>
        <p:txBody>
          <a:bodyPr/>
          <a:lstStyle/>
          <a:p>
            <a:r>
              <a:rPr lang="en-US"/>
              <a:t>1-</a:t>
            </a:r>
            <a:fld id="{71713941-2EEE-460C-B181-EB8CD558C3DB}" type="slidenum">
              <a:rPr lang="en-US" smtClean="0"/>
              <a:pPr/>
              <a:t>20</a:t>
            </a:fld>
            <a:endParaRPr lang="en-US"/>
          </a:p>
        </p:txBody>
      </p:sp>
      <p:sp>
        <p:nvSpPr>
          <p:cNvPr id="19460" name="Rectangle 2"/>
          <p:cNvSpPr>
            <a:spLocks noGrp="1" noChangeArrowheads="1"/>
          </p:cNvSpPr>
          <p:nvPr>
            <p:ph type="title"/>
          </p:nvPr>
        </p:nvSpPr>
        <p:spPr/>
        <p:txBody>
          <a:bodyPr/>
          <a:lstStyle/>
          <a:p>
            <a:pPr eaLnBrk="1" hangingPunct="1"/>
            <a:r>
              <a:rPr lang="en-US"/>
              <a:t>Parse Tree</a:t>
            </a:r>
          </a:p>
        </p:txBody>
      </p:sp>
      <p:sp>
        <p:nvSpPr>
          <p:cNvPr id="19461" name="Rectangle 3"/>
          <p:cNvSpPr>
            <a:spLocks noGrp="1" noChangeArrowheads="1"/>
          </p:cNvSpPr>
          <p:nvPr>
            <p:ph type="body" idx="1"/>
          </p:nvPr>
        </p:nvSpPr>
        <p:spPr/>
        <p:txBody>
          <a:bodyPr/>
          <a:lstStyle/>
          <a:p>
            <a:pPr eaLnBrk="1" hangingPunct="1"/>
            <a:r>
              <a:rPr lang="en-US"/>
              <a:t>A hierarchical representation of a derivation</a:t>
            </a:r>
          </a:p>
          <a:p>
            <a:pPr>
              <a:spcBef>
                <a:spcPct val="0"/>
              </a:spcBef>
              <a:buFontTx/>
              <a:buNone/>
            </a:pPr>
            <a:r>
              <a:rPr lang="en-US" sz="2400" b="1">
                <a:latin typeface="Courier New" pitchFamily="49" charset="0"/>
              </a:rPr>
              <a:t>	</a:t>
            </a:r>
            <a:r>
              <a:rPr lang="en-US" sz="2400">
                <a:latin typeface="Courier New" pitchFamily="49" charset="0"/>
              </a:rPr>
              <a:t>	        </a:t>
            </a:r>
          </a:p>
          <a:p>
            <a:pPr>
              <a:spcBef>
                <a:spcPct val="0"/>
              </a:spcBef>
              <a:buFontTx/>
              <a:buNone/>
            </a:pPr>
            <a:r>
              <a:rPr lang="en-US" sz="2400">
                <a:latin typeface="Courier New" pitchFamily="49" charset="0"/>
              </a:rPr>
              <a:t>		</a:t>
            </a:r>
            <a:endParaRPr lang="en-US" sz="2400" b="1">
              <a:latin typeface="Courier New" pitchFamily="49" charset="0"/>
            </a:endParaRPr>
          </a:p>
        </p:txBody>
      </p:sp>
      <p:sp>
        <p:nvSpPr>
          <p:cNvPr id="19462" name="Line 16"/>
          <p:cNvSpPr>
            <a:spLocks noChangeShapeType="1"/>
          </p:cNvSpPr>
          <p:nvPr/>
        </p:nvSpPr>
        <p:spPr bwMode="auto">
          <a:xfrm>
            <a:off x="5791200" y="4876800"/>
            <a:ext cx="0" cy="6858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63" name="Line 17"/>
          <p:cNvSpPr>
            <a:spLocks noChangeShapeType="1"/>
          </p:cNvSpPr>
          <p:nvPr/>
        </p:nvSpPr>
        <p:spPr bwMode="auto">
          <a:xfrm>
            <a:off x="4572000" y="4876800"/>
            <a:ext cx="0" cy="12192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64" name="Line 18"/>
          <p:cNvSpPr>
            <a:spLocks noChangeShapeType="1"/>
          </p:cNvSpPr>
          <p:nvPr/>
        </p:nvSpPr>
        <p:spPr bwMode="auto">
          <a:xfrm>
            <a:off x="4572000" y="2514600"/>
            <a:ext cx="0" cy="16002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65" name="Line 19"/>
          <p:cNvSpPr>
            <a:spLocks noChangeShapeType="1"/>
          </p:cNvSpPr>
          <p:nvPr/>
        </p:nvSpPr>
        <p:spPr bwMode="auto">
          <a:xfrm>
            <a:off x="4648200" y="3962400"/>
            <a:ext cx="5334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66" name="Line 20"/>
          <p:cNvSpPr>
            <a:spLocks noChangeShapeType="1"/>
          </p:cNvSpPr>
          <p:nvPr/>
        </p:nvSpPr>
        <p:spPr bwMode="auto">
          <a:xfrm>
            <a:off x="3962400" y="4267200"/>
            <a:ext cx="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67" name="Rectangle 21"/>
          <p:cNvSpPr>
            <a:spLocks noChangeArrowheads="1"/>
          </p:cNvSpPr>
          <p:nvPr/>
        </p:nvSpPr>
        <p:spPr bwMode="auto">
          <a:xfrm>
            <a:off x="4000500" y="2286000"/>
            <a:ext cx="12731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&lt;program&gt;</a:t>
            </a:r>
          </a:p>
        </p:txBody>
      </p:sp>
      <p:sp>
        <p:nvSpPr>
          <p:cNvPr id="19468" name="Rectangle 22"/>
          <p:cNvSpPr>
            <a:spLocks noChangeArrowheads="1"/>
          </p:cNvSpPr>
          <p:nvPr/>
        </p:nvSpPr>
        <p:spPr bwMode="auto">
          <a:xfrm>
            <a:off x="4106863" y="2955925"/>
            <a:ext cx="985837"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&lt;stmts&gt;</a:t>
            </a:r>
          </a:p>
        </p:txBody>
      </p:sp>
      <p:sp>
        <p:nvSpPr>
          <p:cNvPr id="19469" name="Rectangle 23"/>
          <p:cNvSpPr>
            <a:spLocks noChangeArrowheads="1"/>
          </p:cNvSpPr>
          <p:nvPr/>
        </p:nvSpPr>
        <p:spPr bwMode="auto">
          <a:xfrm>
            <a:off x="4160838" y="3565525"/>
            <a:ext cx="86995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&lt;stmt&gt;</a:t>
            </a:r>
          </a:p>
        </p:txBody>
      </p:sp>
      <p:sp>
        <p:nvSpPr>
          <p:cNvPr id="19470" name="Rectangle 24"/>
          <p:cNvSpPr>
            <a:spLocks noChangeArrowheads="1"/>
          </p:cNvSpPr>
          <p:nvPr/>
        </p:nvSpPr>
        <p:spPr bwMode="auto">
          <a:xfrm>
            <a:off x="5486400" y="5318125"/>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19471" name="Rectangle 25"/>
          <p:cNvSpPr>
            <a:spLocks noChangeArrowheads="1"/>
          </p:cNvSpPr>
          <p:nvPr/>
        </p:nvSpPr>
        <p:spPr bwMode="auto">
          <a:xfrm>
            <a:off x="3810000" y="4708525"/>
            <a:ext cx="300038" cy="396875"/>
          </a:xfrm>
          <a:prstGeom prst="rect">
            <a:avLst/>
          </a:prstGeom>
          <a:noFill/>
          <a:ln w="9525">
            <a:noFill/>
            <a:miter lim="800000"/>
            <a:headEnd/>
            <a:tailEnd/>
          </a:ln>
        </p:spPr>
        <p:txBody>
          <a:bodyPr wrap="none">
            <a:spAutoFit/>
          </a:bodyPr>
          <a:lstStyle/>
          <a:p>
            <a:r>
              <a:rPr lang="en-US" sz="2000" b="1">
                <a:latin typeface="Arial Narrow" pitchFamily="34" charset="0"/>
              </a:rPr>
              <a:t>a</a:t>
            </a:r>
          </a:p>
        </p:txBody>
      </p:sp>
      <p:sp>
        <p:nvSpPr>
          <p:cNvPr id="19472" name="Line 26"/>
          <p:cNvSpPr>
            <a:spLocks noChangeShapeType="1"/>
          </p:cNvSpPr>
          <p:nvPr/>
        </p:nvSpPr>
        <p:spPr bwMode="auto">
          <a:xfrm flipV="1">
            <a:off x="3962400" y="3962400"/>
            <a:ext cx="5334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73" name="Rectangle 27"/>
          <p:cNvSpPr>
            <a:spLocks noChangeArrowheads="1"/>
          </p:cNvSpPr>
          <p:nvPr/>
        </p:nvSpPr>
        <p:spPr bwMode="auto">
          <a:xfrm>
            <a:off x="3581400" y="4175125"/>
            <a:ext cx="741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&lt;var&gt;</a:t>
            </a:r>
          </a:p>
        </p:txBody>
      </p:sp>
      <p:sp>
        <p:nvSpPr>
          <p:cNvPr id="19474" name="Rectangle 28"/>
          <p:cNvSpPr>
            <a:spLocks noChangeArrowheads="1"/>
          </p:cNvSpPr>
          <p:nvPr/>
        </p:nvSpPr>
        <p:spPr bwMode="auto">
          <a:xfrm>
            <a:off x="4419600" y="4175125"/>
            <a:ext cx="306388" cy="396875"/>
          </a:xfrm>
          <a:prstGeom prst="rect">
            <a:avLst/>
          </a:prstGeom>
          <a:noFill/>
          <a:ln w="9525">
            <a:noFill/>
            <a:miter lim="800000"/>
            <a:headEnd/>
            <a:tailEnd/>
          </a:ln>
        </p:spPr>
        <p:txBody>
          <a:bodyPr wrap="none">
            <a:spAutoFit/>
          </a:bodyPr>
          <a:lstStyle/>
          <a:p>
            <a:r>
              <a:rPr lang="en-US" sz="2000" b="1">
                <a:latin typeface="Arial Narrow" pitchFamily="34" charset="0"/>
              </a:rPr>
              <a:t>=</a:t>
            </a:r>
          </a:p>
        </p:txBody>
      </p:sp>
      <p:sp>
        <p:nvSpPr>
          <p:cNvPr id="19475" name="Line 29"/>
          <p:cNvSpPr>
            <a:spLocks noChangeShapeType="1"/>
          </p:cNvSpPr>
          <p:nvPr/>
        </p:nvSpPr>
        <p:spPr bwMode="auto">
          <a:xfrm>
            <a:off x="5181600" y="4267200"/>
            <a:ext cx="0" cy="5334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76" name="Line 30"/>
          <p:cNvSpPr>
            <a:spLocks noChangeShapeType="1"/>
          </p:cNvSpPr>
          <p:nvPr/>
        </p:nvSpPr>
        <p:spPr bwMode="auto">
          <a:xfrm>
            <a:off x="5257800" y="4495800"/>
            <a:ext cx="5334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77" name="Line 31"/>
          <p:cNvSpPr>
            <a:spLocks noChangeShapeType="1"/>
          </p:cNvSpPr>
          <p:nvPr/>
        </p:nvSpPr>
        <p:spPr bwMode="auto">
          <a:xfrm flipV="1">
            <a:off x="4572000" y="4495800"/>
            <a:ext cx="5334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19478" name="Rectangle 32"/>
          <p:cNvSpPr>
            <a:spLocks noChangeArrowheads="1"/>
          </p:cNvSpPr>
          <p:nvPr/>
        </p:nvSpPr>
        <p:spPr bwMode="auto">
          <a:xfrm>
            <a:off x="4800600" y="4175125"/>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19479" name="Rectangle 33"/>
          <p:cNvSpPr>
            <a:spLocks noChangeArrowheads="1"/>
          </p:cNvSpPr>
          <p:nvPr/>
        </p:nvSpPr>
        <p:spPr bwMode="auto">
          <a:xfrm>
            <a:off x="4191000" y="5318125"/>
            <a:ext cx="741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&lt;var&gt;</a:t>
            </a:r>
          </a:p>
        </p:txBody>
      </p:sp>
      <p:sp>
        <p:nvSpPr>
          <p:cNvPr id="19480" name="Rectangle 34"/>
          <p:cNvSpPr>
            <a:spLocks noChangeArrowheads="1"/>
          </p:cNvSpPr>
          <p:nvPr/>
        </p:nvSpPr>
        <p:spPr bwMode="auto">
          <a:xfrm>
            <a:off x="4419600" y="5851525"/>
            <a:ext cx="311150"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b</a:t>
            </a:r>
          </a:p>
        </p:txBody>
      </p:sp>
      <p:sp>
        <p:nvSpPr>
          <p:cNvPr id="19481" name="Rectangle 35"/>
          <p:cNvSpPr>
            <a:spLocks noChangeArrowheads="1"/>
          </p:cNvSpPr>
          <p:nvPr/>
        </p:nvSpPr>
        <p:spPr bwMode="auto">
          <a:xfrm>
            <a:off x="4179888" y="4708525"/>
            <a:ext cx="881062"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&lt;term&gt;</a:t>
            </a:r>
          </a:p>
        </p:txBody>
      </p:sp>
      <p:sp>
        <p:nvSpPr>
          <p:cNvPr id="19482" name="Rectangle 36"/>
          <p:cNvSpPr>
            <a:spLocks noChangeArrowheads="1"/>
          </p:cNvSpPr>
          <p:nvPr/>
        </p:nvSpPr>
        <p:spPr bwMode="auto">
          <a:xfrm>
            <a:off x="5029200" y="4708525"/>
            <a:ext cx="306388"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19483" name="Rectangle 37"/>
          <p:cNvSpPr>
            <a:spLocks noChangeArrowheads="1"/>
          </p:cNvSpPr>
          <p:nvPr/>
        </p:nvSpPr>
        <p:spPr bwMode="auto">
          <a:xfrm>
            <a:off x="5426075" y="4708525"/>
            <a:ext cx="8810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&lt;term&gt;</a:t>
            </a:r>
          </a:p>
        </p:txBody>
      </p:sp>
    </p:spTree>
    <p:extLst>
      <p:ext uri="{BB962C8B-B14F-4D97-AF65-F5344CB8AC3E}">
        <p14:creationId xmlns:p14="http://schemas.microsoft.com/office/powerpoint/2010/main" val="4163771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Rekensom</a:t>
            </a:r>
          </a:p>
        </p:txBody>
      </p:sp>
      <p:sp>
        <p:nvSpPr>
          <p:cNvPr id="3" name="Tijdelijke aanduiding voor inhoud 2"/>
          <p:cNvSpPr>
            <a:spLocks noGrp="1"/>
          </p:cNvSpPr>
          <p:nvPr>
            <p:ph idx="1"/>
          </p:nvPr>
        </p:nvSpPr>
        <p:spPr/>
        <p:txBody>
          <a:bodyPr/>
          <a:lstStyle/>
          <a:p>
            <a:pPr>
              <a:buNone/>
            </a:pPr>
            <a:r>
              <a:rPr lang="nl-NL" dirty="0"/>
              <a:t>Wat is het resultaat van de onderstaande som met de onderstaande grammatica</a:t>
            </a:r>
          </a:p>
          <a:p>
            <a:pPr>
              <a:buNone/>
            </a:pPr>
            <a:endParaRPr lang="nl-NL" dirty="0"/>
          </a:p>
          <a:p>
            <a:pPr>
              <a:buNone/>
            </a:pPr>
            <a:r>
              <a:rPr lang="nl-NL" b="1" dirty="0"/>
              <a:t>Grammatica</a:t>
            </a:r>
            <a:endParaRPr lang="en-US" sz="2400" b="1" dirty="0">
              <a:latin typeface="Courier New" pitchFamily="49" charset="0"/>
            </a:endParaRPr>
          </a:p>
          <a:p>
            <a:pPr eaLnBrk="1" hangingPunct="1">
              <a:buFontTx/>
              <a:buNone/>
            </a:pPr>
            <a:r>
              <a:rPr lang="en-US" sz="2400" dirty="0">
                <a:latin typeface="Courier New" pitchFamily="49" charset="0"/>
              </a:rPr>
              <a:t>&lt;</a:t>
            </a:r>
            <a:r>
              <a:rPr lang="en-US" sz="2400" dirty="0" err="1">
                <a:latin typeface="Courier New" pitchFamily="49" charset="0"/>
              </a:rPr>
              <a:t>expr</a:t>
            </a:r>
            <a:r>
              <a:rPr lang="en-US" sz="2400" dirty="0">
                <a:latin typeface="Courier New" pitchFamily="49" charset="0"/>
              </a:rPr>
              <a:t>&gt; </a:t>
            </a:r>
            <a:r>
              <a:rPr lang="en-US" sz="2400" dirty="0">
                <a:latin typeface="Courier New" pitchFamily="49" charset="0"/>
                <a:sym typeface="Symbol" pitchFamily="18" charset="2"/>
              </a:rPr>
              <a:t></a:t>
            </a:r>
            <a:r>
              <a:rPr lang="en-US" sz="2400" dirty="0">
                <a:latin typeface="Courier New" pitchFamily="49" charset="0"/>
              </a:rPr>
              <a:t> &lt;</a:t>
            </a:r>
            <a:r>
              <a:rPr lang="en-US" sz="2400" dirty="0" err="1">
                <a:latin typeface="Courier New" pitchFamily="49" charset="0"/>
              </a:rPr>
              <a:t>expr</a:t>
            </a:r>
            <a:r>
              <a:rPr lang="en-US" sz="2400" dirty="0">
                <a:latin typeface="Courier New" pitchFamily="49" charset="0"/>
              </a:rPr>
              <a:t>&gt; &lt;op&gt; &lt;</a:t>
            </a:r>
            <a:r>
              <a:rPr lang="en-US" sz="2400" dirty="0" err="1">
                <a:latin typeface="Courier New" pitchFamily="49" charset="0"/>
              </a:rPr>
              <a:t>expr</a:t>
            </a:r>
            <a:r>
              <a:rPr lang="en-US" sz="2400" dirty="0">
                <a:latin typeface="Courier New" pitchFamily="49" charset="0"/>
              </a:rPr>
              <a:t>&gt;  |  const</a:t>
            </a:r>
          </a:p>
          <a:p>
            <a:pPr eaLnBrk="1" hangingPunct="1">
              <a:buFontTx/>
              <a:buNone/>
            </a:pPr>
            <a:r>
              <a:rPr lang="en-US" sz="2400" dirty="0">
                <a:latin typeface="Courier New" pitchFamily="49" charset="0"/>
              </a:rPr>
              <a:t>&lt;op&gt; </a:t>
            </a:r>
            <a:r>
              <a:rPr lang="en-US" sz="2400" dirty="0">
                <a:latin typeface="Courier New" pitchFamily="49" charset="0"/>
                <a:sym typeface="Symbol" pitchFamily="18" charset="2"/>
              </a:rPr>
              <a:t></a:t>
            </a:r>
            <a:r>
              <a:rPr lang="en-US" sz="2400" dirty="0">
                <a:latin typeface="Courier New" pitchFamily="49" charset="0"/>
              </a:rPr>
              <a:t> /  |  -</a:t>
            </a:r>
            <a:endParaRPr lang="en-US" dirty="0">
              <a:latin typeface="Courier New" pitchFamily="49" charset="0"/>
            </a:endParaRPr>
          </a:p>
          <a:p>
            <a:pPr>
              <a:buNone/>
            </a:pPr>
            <a:endParaRPr lang="nl-NL" sz="3600" dirty="0"/>
          </a:p>
          <a:p>
            <a:pPr>
              <a:buNone/>
            </a:pPr>
            <a:r>
              <a:rPr lang="nl-NL" b="1" dirty="0"/>
              <a:t>Som</a:t>
            </a:r>
          </a:p>
          <a:p>
            <a:pPr>
              <a:buNone/>
            </a:pPr>
            <a:r>
              <a:rPr lang="nl-NL" dirty="0"/>
              <a:t>9 - 3 / 3</a:t>
            </a:r>
          </a:p>
          <a:p>
            <a:pPr algn="ctr">
              <a:buNone/>
            </a:pPr>
            <a:endParaRPr lang="nl-NL" sz="3600" dirty="0"/>
          </a:p>
        </p:txBody>
      </p:sp>
      <p:sp>
        <p:nvSpPr>
          <p:cNvPr id="4" name="Tijdelijke aanduiding voor voettekst 3"/>
          <p:cNvSpPr>
            <a:spLocks noGrp="1"/>
          </p:cNvSpPr>
          <p:nvPr>
            <p:ph type="ftr" sz="quarter" idx="10"/>
          </p:nvPr>
        </p:nvSpPr>
        <p:spPr/>
        <p:txBody>
          <a:bodyPr/>
          <a:lstStyle/>
          <a:p>
            <a:r>
              <a:rPr lang="en-US"/>
              <a:t>Copyright © 2012 Pearson Education. All rights reserved.</a:t>
            </a:r>
          </a:p>
        </p:txBody>
      </p:sp>
      <p:sp>
        <p:nvSpPr>
          <p:cNvPr id="5" name="Tijdelijke aanduiding voor dianummer 4"/>
          <p:cNvSpPr>
            <a:spLocks noGrp="1"/>
          </p:cNvSpPr>
          <p:nvPr>
            <p:ph type="sldNum" sz="quarter" idx="11"/>
          </p:nvPr>
        </p:nvSpPr>
        <p:spPr/>
        <p:txBody>
          <a:bodyPr/>
          <a:lstStyle/>
          <a:p>
            <a:pPr>
              <a:defRPr/>
            </a:pPr>
            <a:r>
              <a:rPr lang="en-US"/>
              <a:t>1-</a:t>
            </a:r>
            <a:fld id="{6D750600-9A56-4933-BD95-92FAA5F52514}" type="slidenum">
              <a:rPr lang="en-US" smtClean="0"/>
              <a:pPr>
                <a:defRPr/>
              </a:pPr>
              <a:t>21</a:t>
            </a:fld>
            <a:endParaRPr lang="en-US"/>
          </a:p>
        </p:txBody>
      </p:sp>
    </p:spTree>
    <p:extLst>
      <p:ext uri="{BB962C8B-B14F-4D97-AF65-F5344CB8AC3E}">
        <p14:creationId xmlns:p14="http://schemas.microsoft.com/office/powerpoint/2010/main" val="4170812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a:t>Copyright © 2012 Addison-Wesley. All rights reserved.</a:t>
            </a:r>
          </a:p>
        </p:txBody>
      </p:sp>
      <p:sp>
        <p:nvSpPr>
          <p:cNvPr id="20483" name="Slide Number Placeholder 4"/>
          <p:cNvSpPr>
            <a:spLocks noGrp="1"/>
          </p:cNvSpPr>
          <p:nvPr>
            <p:ph type="sldNum" sz="quarter" idx="11"/>
          </p:nvPr>
        </p:nvSpPr>
        <p:spPr>
          <a:noFill/>
        </p:spPr>
        <p:txBody>
          <a:bodyPr/>
          <a:lstStyle/>
          <a:p>
            <a:r>
              <a:rPr lang="en-US"/>
              <a:t>1-</a:t>
            </a:r>
            <a:fld id="{60125E45-B05B-453E-AD98-D620A9CF0FB9}" type="slidenum">
              <a:rPr lang="en-US" smtClean="0"/>
              <a:pPr/>
              <a:t>22</a:t>
            </a:fld>
            <a:endParaRPr lang="en-US"/>
          </a:p>
        </p:txBody>
      </p:sp>
      <p:sp>
        <p:nvSpPr>
          <p:cNvPr id="20484" name="Rectangle 2"/>
          <p:cNvSpPr>
            <a:spLocks noGrp="1" noChangeArrowheads="1"/>
          </p:cNvSpPr>
          <p:nvPr>
            <p:ph type="title"/>
          </p:nvPr>
        </p:nvSpPr>
        <p:spPr>
          <a:xfrm>
            <a:off x="609600" y="228600"/>
            <a:ext cx="8153400" cy="1143000"/>
          </a:xfrm>
        </p:spPr>
        <p:txBody>
          <a:bodyPr/>
          <a:lstStyle/>
          <a:p>
            <a:pPr eaLnBrk="1" hangingPunct="1"/>
            <a:r>
              <a:rPr lang="en-US"/>
              <a:t>Ambiguity in Grammars</a:t>
            </a:r>
          </a:p>
        </p:txBody>
      </p:sp>
      <p:sp>
        <p:nvSpPr>
          <p:cNvPr id="20485" name="Rectangle 3"/>
          <p:cNvSpPr>
            <a:spLocks noGrp="1" noChangeArrowheads="1"/>
          </p:cNvSpPr>
          <p:nvPr>
            <p:ph type="body" idx="1"/>
          </p:nvPr>
        </p:nvSpPr>
        <p:spPr>
          <a:xfrm>
            <a:off x="609600" y="1524000"/>
            <a:ext cx="7772400" cy="4495800"/>
          </a:xfrm>
        </p:spPr>
        <p:txBody>
          <a:bodyPr/>
          <a:lstStyle/>
          <a:p>
            <a:pPr eaLnBrk="1" hangingPunct="1"/>
            <a:r>
              <a:rPr lang="en-US"/>
              <a:t>A grammar is </a:t>
            </a:r>
            <a:r>
              <a:rPr lang="en-US" i="1"/>
              <a:t>ambiguous</a:t>
            </a:r>
            <a:r>
              <a:rPr lang="en-US"/>
              <a:t> if and only if it generates a sentential form that has two or more distinct parse trees</a:t>
            </a:r>
          </a:p>
        </p:txBody>
      </p:sp>
    </p:spTree>
    <p:extLst>
      <p:ext uri="{BB962C8B-B14F-4D97-AF65-F5344CB8AC3E}">
        <p14:creationId xmlns:p14="http://schemas.microsoft.com/office/powerpoint/2010/main" val="3748875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Resultaat</a:t>
            </a:r>
          </a:p>
        </p:txBody>
      </p:sp>
      <p:sp>
        <p:nvSpPr>
          <p:cNvPr id="3" name="Tijdelijke aanduiding voor inhoud 2"/>
          <p:cNvSpPr>
            <a:spLocks noGrp="1"/>
          </p:cNvSpPr>
          <p:nvPr>
            <p:ph idx="1"/>
          </p:nvPr>
        </p:nvSpPr>
        <p:spPr/>
        <p:txBody>
          <a:bodyPr/>
          <a:lstStyle/>
          <a:p>
            <a:pPr>
              <a:buNone/>
            </a:pPr>
            <a:r>
              <a:rPr lang="nl-NL" dirty="0"/>
              <a:t>Twee mogelijkheden</a:t>
            </a:r>
          </a:p>
          <a:p>
            <a:pPr>
              <a:buNone/>
            </a:pPr>
            <a:endParaRPr lang="nl-NL" dirty="0"/>
          </a:p>
          <a:p>
            <a:pPr>
              <a:buNone/>
            </a:pPr>
            <a:r>
              <a:rPr lang="nl-NL" dirty="0"/>
              <a:t>9 - 3 / 3 = 9 – 1 = 8</a:t>
            </a:r>
          </a:p>
          <a:p>
            <a:pPr>
              <a:buNone/>
            </a:pPr>
            <a:endParaRPr lang="nl-NL" dirty="0"/>
          </a:p>
          <a:p>
            <a:pPr>
              <a:buNone/>
            </a:pPr>
            <a:endParaRPr lang="nl-NL" dirty="0"/>
          </a:p>
          <a:p>
            <a:pPr>
              <a:buNone/>
            </a:pPr>
            <a:r>
              <a:rPr lang="nl-NL" dirty="0"/>
              <a:t>9 - 3 / 3 = 6 / 3 = 2</a:t>
            </a:r>
          </a:p>
        </p:txBody>
      </p:sp>
      <p:sp>
        <p:nvSpPr>
          <p:cNvPr id="4" name="Tijdelijke aanduiding voor voettekst 3"/>
          <p:cNvSpPr>
            <a:spLocks noGrp="1"/>
          </p:cNvSpPr>
          <p:nvPr>
            <p:ph type="ftr" sz="quarter" idx="10"/>
          </p:nvPr>
        </p:nvSpPr>
        <p:spPr/>
        <p:txBody>
          <a:bodyPr/>
          <a:lstStyle/>
          <a:p>
            <a:r>
              <a:rPr lang="en-US"/>
              <a:t>Copyright © 2012 Pearson Education. All rights reserved.</a:t>
            </a:r>
          </a:p>
        </p:txBody>
      </p:sp>
      <p:sp>
        <p:nvSpPr>
          <p:cNvPr id="5" name="Tijdelijke aanduiding voor dianummer 4"/>
          <p:cNvSpPr>
            <a:spLocks noGrp="1"/>
          </p:cNvSpPr>
          <p:nvPr>
            <p:ph type="sldNum" sz="quarter" idx="11"/>
          </p:nvPr>
        </p:nvSpPr>
        <p:spPr/>
        <p:txBody>
          <a:bodyPr/>
          <a:lstStyle/>
          <a:p>
            <a:pPr>
              <a:defRPr/>
            </a:pPr>
            <a:r>
              <a:rPr lang="en-US"/>
              <a:t>1-</a:t>
            </a:r>
            <a:fld id="{6D750600-9A56-4933-BD95-92FAA5F52514}" type="slidenum">
              <a:rPr lang="en-US" smtClean="0"/>
              <a:pPr>
                <a:defRPr/>
              </a:pPr>
              <a:t>23</a:t>
            </a:fld>
            <a:endParaRPr lang="en-US"/>
          </a:p>
        </p:txBody>
      </p:sp>
    </p:spTree>
    <p:extLst>
      <p:ext uri="{BB962C8B-B14F-4D97-AF65-F5344CB8AC3E}">
        <p14:creationId xmlns:p14="http://schemas.microsoft.com/office/powerpoint/2010/main" val="3783773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xfrm>
            <a:off x="2569539" y="6002043"/>
            <a:ext cx="6120680" cy="303472"/>
          </a:xfrm>
          <a:noFill/>
        </p:spPr>
        <p:txBody>
          <a:bodyPr/>
          <a:lstStyle/>
          <a:p>
            <a:r>
              <a:rPr lang="en-US" dirty="0"/>
              <a:t>Copyright © 2012 Addison-Wesley. All rights reserved.</a:t>
            </a:r>
          </a:p>
        </p:txBody>
      </p:sp>
      <p:sp>
        <p:nvSpPr>
          <p:cNvPr id="21507" name="Slide Number Placeholder 4"/>
          <p:cNvSpPr>
            <a:spLocks noGrp="1"/>
          </p:cNvSpPr>
          <p:nvPr>
            <p:ph type="sldNum" sz="quarter" idx="11"/>
          </p:nvPr>
        </p:nvSpPr>
        <p:spPr>
          <a:noFill/>
        </p:spPr>
        <p:txBody>
          <a:bodyPr/>
          <a:lstStyle/>
          <a:p>
            <a:r>
              <a:rPr lang="en-US"/>
              <a:t>1-</a:t>
            </a:r>
            <a:fld id="{A7BB23F9-0209-449C-83C9-58748D54A71F}" type="slidenum">
              <a:rPr lang="en-US" smtClean="0"/>
              <a:pPr/>
              <a:t>24</a:t>
            </a:fld>
            <a:endParaRPr lang="en-US"/>
          </a:p>
        </p:txBody>
      </p:sp>
      <p:sp>
        <p:nvSpPr>
          <p:cNvPr id="21508" name="Rectangle 2"/>
          <p:cNvSpPr>
            <a:spLocks noGrp="1" noChangeArrowheads="1"/>
          </p:cNvSpPr>
          <p:nvPr>
            <p:ph type="title"/>
          </p:nvPr>
        </p:nvSpPr>
        <p:spPr/>
        <p:txBody>
          <a:bodyPr/>
          <a:lstStyle/>
          <a:p>
            <a:pPr eaLnBrk="1" hangingPunct="1"/>
            <a:r>
              <a:rPr lang="en-US" sz="3200"/>
              <a:t>An Ambiguous Expression Grammar</a:t>
            </a:r>
          </a:p>
        </p:txBody>
      </p:sp>
      <p:sp>
        <p:nvSpPr>
          <p:cNvPr id="21509" name="Rectangle 3"/>
          <p:cNvSpPr>
            <a:spLocks noGrp="1" noChangeArrowheads="1"/>
          </p:cNvSpPr>
          <p:nvPr>
            <p:ph type="body" idx="1"/>
          </p:nvPr>
        </p:nvSpPr>
        <p:spPr>
          <a:xfrm>
            <a:off x="914400" y="1379615"/>
            <a:ext cx="7467600" cy="4724400"/>
          </a:xfrm>
        </p:spPr>
        <p:txBody>
          <a:bodyPr/>
          <a:lstStyle/>
          <a:p>
            <a:pPr eaLnBrk="1" hangingPunct="1">
              <a:buFontTx/>
              <a:buNone/>
            </a:pPr>
            <a:r>
              <a:rPr lang="en-US" sz="2000" dirty="0">
                <a:latin typeface="Courier New" pitchFamily="49" charset="0"/>
              </a:rPr>
              <a:t>&lt;</a:t>
            </a:r>
            <a:r>
              <a:rPr lang="en-US" sz="2000" dirty="0" err="1">
                <a:latin typeface="Courier New" pitchFamily="49" charset="0"/>
              </a:rPr>
              <a:t>expr</a:t>
            </a:r>
            <a:r>
              <a:rPr lang="en-US" sz="2000" dirty="0">
                <a:latin typeface="Courier New" pitchFamily="49" charset="0"/>
              </a:rPr>
              <a:t>&gt; </a:t>
            </a:r>
            <a:r>
              <a:rPr lang="en-US" sz="2000" dirty="0">
                <a:latin typeface="Courier New" pitchFamily="49" charset="0"/>
                <a:sym typeface="Symbol" pitchFamily="18" charset="2"/>
              </a:rPr>
              <a:t></a:t>
            </a:r>
            <a:r>
              <a:rPr lang="en-US" sz="2000" dirty="0">
                <a:latin typeface="Courier New" pitchFamily="49" charset="0"/>
              </a:rPr>
              <a:t> &lt;</a:t>
            </a:r>
            <a:r>
              <a:rPr lang="en-US" sz="2000" dirty="0" err="1">
                <a:latin typeface="Courier New" pitchFamily="49" charset="0"/>
              </a:rPr>
              <a:t>expr</a:t>
            </a:r>
            <a:r>
              <a:rPr lang="en-US" sz="2000" dirty="0">
                <a:latin typeface="Courier New" pitchFamily="49" charset="0"/>
              </a:rPr>
              <a:t>&gt; &lt;op&gt; &lt;</a:t>
            </a:r>
            <a:r>
              <a:rPr lang="en-US" sz="2000" dirty="0" err="1">
                <a:latin typeface="Courier New" pitchFamily="49" charset="0"/>
              </a:rPr>
              <a:t>expr</a:t>
            </a:r>
            <a:r>
              <a:rPr lang="en-US" sz="2000" dirty="0">
                <a:latin typeface="Courier New" pitchFamily="49" charset="0"/>
              </a:rPr>
              <a:t>&gt;  |  const</a:t>
            </a:r>
          </a:p>
          <a:p>
            <a:pPr eaLnBrk="1" hangingPunct="1">
              <a:buFontTx/>
              <a:buNone/>
            </a:pPr>
            <a:r>
              <a:rPr lang="en-US" sz="2000" dirty="0">
                <a:latin typeface="Courier New" pitchFamily="49" charset="0"/>
              </a:rPr>
              <a:t>&lt;op&gt; </a:t>
            </a:r>
            <a:r>
              <a:rPr lang="en-US" sz="2000" dirty="0">
                <a:latin typeface="Courier New" pitchFamily="49" charset="0"/>
                <a:sym typeface="Symbol" pitchFamily="18" charset="2"/>
              </a:rPr>
              <a:t></a:t>
            </a:r>
            <a:r>
              <a:rPr lang="en-US" sz="2000" dirty="0">
                <a:latin typeface="Courier New" pitchFamily="49" charset="0"/>
              </a:rPr>
              <a:t> /  |  -</a:t>
            </a:r>
          </a:p>
          <a:p>
            <a:pPr eaLnBrk="1" hangingPunct="1">
              <a:buFontTx/>
              <a:buNone/>
            </a:pPr>
            <a:endParaRPr lang="en-US" sz="2000" dirty="0">
              <a:latin typeface="Courier New" pitchFamily="49" charset="0"/>
            </a:endParaRPr>
          </a:p>
        </p:txBody>
      </p:sp>
      <p:grpSp>
        <p:nvGrpSpPr>
          <p:cNvPr id="2" name="Groep 1">
            <a:extLst>
              <a:ext uri="{FF2B5EF4-FFF2-40B4-BE49-F238E27FC236}">
                <a16:creationId xmlns:a16="http://schemas.microsoft.com/office/drawing/2014/main" id="{975E53E5-A8C0-D445-AC72-97EFB6C359A3}"/>
              </a:ext>
            </a:extLst>
          </p:cNvPr>
          <p:cNvGrpSpPr/>
          <p:nvPr/>
        </p:nvGrpSpPr>
        <p:grpSpPr>
          <a:xfrm>
            <a:off x="1245455" y="2204864"/>
            <a:ext cx="7597775" cy="3444875"/>
            <a:chOff x="1371600" y="2590800"/>
            <a:chExt cx="7597775" cy="3444875"/>
          </a:xfrm>
        </p:grpSpPr>
        <p:sp>
          <p:nvSpPr>
            <p:cNvPr id="21510" name="Line 4"/>
            <p:cNvSpPr>
              <a:spLocks noChangeShapeType="1"/>
            </p:cNvSpPr>
            <p:nvPr/>
          </p:nvSpPr>
          <p:spPr bwMode="auto">
            <a:xfrm flipH="1">
              <a:off x="2362200" y="2895600"/>
              <a:ext cx="685800" cy="838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1" name="Line 5"/>
            <p:cNvSpPr>
              <a:spLocks noChangeShapeType="1"/>
            </p:cNvSpPr>
            <p:nvPr/>
          </p:nvSpPr>
          <p:spPr bwMode="auto">
            <a:xfrm>
              <a:off x="3048000" y="2895600"/>
              <a:ext cx="1219200" cy="838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2" name="Line 6"/>
            <p:cNvSpPr>
              <a:spLocks noChangeShapeType="1"/>
            </p:cNvSpPr>
            <p:nvPr/>
          </p:nvSpPr>
          <p:spPr bwMode="auto">
            <a:xfrm>
              <a:off x="3048000" y="2895600"/>
              <a:ext cx="533400" cy="838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3" name="Line 7"/>
            <p:cNvSpPr>
              <a:spLocks noChangeShapeType="1"/>
            </p:cNvSpPr>
            <p:nvPr/>
          </p:nvSpPr>
          <p:spPr bwMode="auto">
            <a:xfrm flipH="1">
              <a:off x="1905000" y="3962400"/>
              <a:ext cx="4572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4" name="Line 8"/>
            <p:cNvSpPr>
              <a:spLocks noChangeShapeType="1"/>
            </p:cNvSpPr>
            <p:nvPr/>
          </p:nvSpPr>
          <p:spPr bwMode="auto">
            <a:xfrm>
              <a:off x="2362200" y="3962400"/>
              <a:ext cx="9144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5" name="Line 9"/>
            <p:cNvSpPr>
              <a:spLocks noChangeShapeType="1"/>
            </p:cNvSpPr>
            <p:nvPr/>
          </p:nvSpPr>
          <p:spPr bwMode="auto">
            <a:xfrm>
              <a:off x="2362200" y="3962400"/>
              <a:ext cx="2286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6" name="Line 10"/>
            <p:cNvSpPr>
              <a:spLocks noChangeShapeType="1"/>
            </p:cNvSpPr>
            <p:nvPr/>
          </p:nvSpPr>
          <p:spPr bwMode="auto">
            <a:xfrm>
              <a:off x="1905000" y="4953000"/>
              <a:ext cx="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7" name="Line 11"/>
            <p:cNvSpPr>
              <a:spLocks noChangeShapeType="1"/>
            </p:cNvSpPr>
            <p:nvPr/>
          </p:nvSpPr>
          <p:spPr bwMode="auto">
            <a:xfrm>
              <a:off x="2590800" y="4953000"/>
              <a:ext cx="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8" name="Line 12"/>
            <p:cNvSpPr>
              <a:spLocks noChangeShapeType="1"/>
            </p:cNvSpPr>
            <p:nvPr/>
          </p:nvSpPr>
          <p:spPr bwMode="auto">
            <a:xfrm>
              <a:off x="3200400" y="4953000"/>
              <a:ext cx="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19" name="Line 13"/>
            <p:cNvSpPr>
              <a:spLocks noChangeShapeType="1"/>
            </p:cNvSpPr>
            <p:nvPr/>
          </p:nvSpPr>
          <p:spPr bwMode="auto">
            <a:xfrm>
              <a:off x="3581400" y="3962400"/>
              <a:ext cx="304800" cy="16764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0" name="Line 14"/>
            <p:cNvSpPr>
              <a:spLocks noChangeShapeType="1"/>
            </p:cNvSpPr>
            <p:nvPr/>
          </p:nvSpPr>
          <p:spPr bwMode="auto">
            <a:xfrm>
              <a:off x="4267200" y="3962400"/>
              <a:ext cx="381000" cy="16764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1" name="Line 15"/>
            <p:cNvSpPr>
              <a:spLocks noChangeShapeType="1"/>
            </p:cNvSpPr>
            <p:nvPr/>
          </p:nvSpPr>
          <p:spPr bwMode="auto">
            <a:xfrm flipH="1">
              <a:off x="5867400" y="2971800"/>
              <a:ext cx="838200" cy="685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2" name="Line 16"/>
            <p:cNvSpPr>
              <a:spLocks noChangeShapeType="1"/>
            </p:cNvSpPr>
            <p:nvPr/>
          </p:nvSpPr>
          <p:spPr bwMode="auto">
            <a:xfrm>
              <a:off x="6858000" y="2971800"/>
              <a:ext cx="1066800" cy="685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3" name="Line 17"/>
            <p:cNvSpPr>
              <a:spLocks noChangeShapeType="1"/>
            </p:cNvSpPr>
            <p:nvPr/>
          </p:nvSpPr>
          <p:spPr bwMode="auto">
            <a:xfrm flipH="1">
              <a:off x="6477000" y="2971800"/>
              <a:ext cx="304800" cy="685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4" name="Line 18"/>
            <p:cNvSpPr>
              <a:spLocks noChangeShapeType="1"/>
            </p:cNvSpPr>
            <p:nvPr/>
          </p:nvSpPr>
          <p:spPr bwMode="auto">
            <a:xfrm flipH="1">
              <a:off x="7162800" y="3962400"/>
              <a:ext cx="6096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5" name="Line 19"/>
            <p:cNvSpPr>
              <a:spLocks noChangeShapeType="1"/>
            </p:cNvSpPr>
            <p:nvPr/>
          </p:nvSpPr>
          <p:spPr bwMode="auto">
            <a:xfrm>
              <a:off x="7772400" y="3962400"/>
              <a:ext cx="6858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6" name="Line 20"/>
            <p:cNvSpPr>
              <a:spLocks noChangeShapeType="1"/>
            </p:cNvSpPr>
            <p:nvPr/>
          </p:nvSpPr>
          <p:spPr bwMode="auto">
            <a:xfrm>
              <a:off x="7772400" y="3962400"/>
              <a:ext cx="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7" name="Line 21"/>
            <p:cNvSpPr>
              <a:spLocks noChangeShapeType="1"/>
            </p:cNvSpPr>
            <p:nvPr/>
          </p:nvSpPr>
          <p:spPr bwMode="auto">
            <a:xfrm>
              <a:off x="5867400" y="3962400"/>
              <a:ext cx="152400" cy="17526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8" name="Line 22"/>
            <p:cNvSpPr>
              <a:spLocks noChangeShapeType="1"/>
            </p:cNvSpPr>
            <p:nvPr/>
          </p:nvSpPr>
          <p:spPr bwMode="auto">
            <a:xfrm>
              <a:off x="6477000" y="3962400"/>
              <a:ext cx="304800" cy="17526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29" name="Line 23"/>
            <p:cNvSpPr>
              <a:spLocks noChangeShapeType="1"/>
            </p:cNvSpPr>
            <p:nvPr/>
          </p:nvSpPr>
          <p:spPr bwMode="auto">
            <a:xfrm>
              <a:off x="7162800" y="4953000"/>
              <a:ext cx="228600" cy="762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30" name="Line 24"/>
            <p:cNvSpPr>
              <a:spLocks noChangeShapeType="1"/>
            </p:cNvSpPr>
            <p:nvPr/>
          </p:nvSpPr>
          <p:spPr bwMode="auto">
            <a:xfrm>
              <a:off x="7772400" y="4953000"/>
              <a:ext cx="228600" cy="685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1531" name="Text Box 25"/>
            <p:cNvSpPr txBox="1">
              <a:spLocks noChangeArrowheads="1"/>
            </p:cNvSpPr>
            <p:nvPr/>
          </p:nvSpPr>
          <p:spPr bwMode="auto">
            <a:xfrm>
              <a:off x="2667000" y="2590800"/>
              <a:ext cx="868363"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&lt;expr&gt;</a:t>
              </a:r>
            </a:p>
          </p:txBody>
        </p:sp>
        <p:sp>
          <p:nvSpPr>
            <p:cNvPr id="21532" name="Text Box 26"/>
            <p:cNvSpPr txBox="1">
              <a:spLocks noChangeArrowheads="1"/>
            </p:cNvSpPr>
            <p:nvPr/>
          </p:nvSpPr>
          <p:spPr bwMode="auto">
            <a:xfrm>
              <a:off x="1965325" y="3619500"/>
              <a:ext cx="868363"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&lt;expr&gt;</a:t>
              </a:r>
            </a:p>
          </p:txBody>
        </p:sp>
        <p:sp>
          <p:nvSpPr>
            <p:cNvPr id="21533" name="Text Box 27"/>
            <p:cNvSpPr txBox="1">
              <a:spLocks noChangeArrowheads="1"/>
            </p:cNvSpPr>
            <p:nvPr/>
          </p:nvSpPr>
          <p:spPr bwMode="auto">
            <a:xfrm>
              <a:off x="3779838" y="3619500"/>
              <a:ext cx="868362"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34" name="Text Box 28"/>
            <p:cNvSpPr txBox="1">
              <a:spLocks noChangeArrowheads="1"/>
            </p:cNvSpPr>
            <p:nvPr/>
          </p:nvSpPr>
          <p:spPr bwMode="auto">
            <a:xfrm>
              <a:off x="1371600" y="46482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35" name="Text Box 29"/>
            <p:cNvSpPr txBox="1">
              <a:spLocks noChangeArrowheads="1"/>
            </p:cNvSpPr>
            <p:nvPr/>
          </p:nvSpPr>
          <p:spPr bwMode="auto">
            <a:xfrm>
              <a:off x="2819400" y="46482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36" name="Text Box 30"/>
            <p:cNvSpPr txBox="1">
              <a:spLocks noChangeArrowheads="1"/>
            </p:cNvSpPr>
            <p:nvPr/>
          </p:nvSpPr>
          <p:spPr bwMode="auto">
            <a:xfrm>
              <a:off x="6400800" y="2590800"/>
              <a:ext cx="868363"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&lt;expr&gt;</a:t>
              </a:r>
            </a:p>
          </p:txBody>
        </p:sp>
        <p:sp>
          <p:nvSpPr>
            <p:cNvPr id="21537" name="Text Box 31"/>
            <p:cNvSpPr txBox="1">
              <a:spLocks noChangeArrowheads="1"/>
            </p:cNvSpPr>
            <p:nvPr/>
          </p:nvSpPr>
          <p:spPr bwMode="auto">
            <a:xfrm>
              <a:off x="5410200" y="36195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38" name="Text Box 32"/>
            <p:cNvSpPr txBox="1">
              <a:spLocks noChangeArrowheads="1"/>
            </p:cNvSpPr>
            <p:nvPr/>
          </p:nvSpPr>
          <p:spPr bwMode="auto">
            <a:xfrm>
              <a:off x="7391400" y="36195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39" name="Text Box 33"/>
            <p:cNvSpPr txBox="1">
              <a:spLocks noChangeArrowheads="1"/>
            </p:cNvSpPr>
            <p:nvPr/>
          </p:nvSpPr>
          <p:spPr bwMode="auto">
            <a:xfrm>
              <a:off x="6705600" y="46482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1540" name="Text Box 34"/>
            <p:cNvSpPr txBox="1">
              <a:spLocks noChangeArrowheads="1"/>
            </p:cNvSpPr>
            <p:nvPr/>
          </p:nvSpPr>
          <p:spPr bwMode="auto">
            <a:xfrm>
              <a:off x="8077200" y="4648200"/>
              <a:ext cx="868363"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&lt;expr&gt;</a:t>
              </a:r>
            </a:p>
          </p:txBody>
        </p:sp>
        <p:sp>
          <p:nvSpPr>
            <p:cNvPr id="21541" name="Text Box 35"/>
            <p:cNvSpPr txBox="1">
              <a:spLocks noChangeArrowheads="1"/>
            </p:cNvSpPr>
            <p:nvPr/>
          </p:nvSpPr>
          <p:spPr bwMode="auto">
            <a:xfrm>
              <a:off x="6172200" y="3619500"/>
              <a:ext cx="68262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&lt;op&gt;</a:t>
              </a:r>
            </a:p>
          </p:txBody>
        </p:sp>
        <p:sp>
          <p:nvSpPr>
            <p:cNvPr id="21542" name="Text Box 36"/>
            <p:cNvSpPr txBox="1">
              <a:spLocks noChangeArrowheads="1"/>
            </p:cNvSpPr>
            <p:nvPr/>
          </p:nvSpPr>
          <p:spPr bwMode="auto">
            <a:xfrm>
              <a:off x="2209800" y="4648200"/>
              <a:ext cx="68262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&lt;op&gt;</a:t>
              </a:r>
            </a:p>
          </p:txBody>
        </p:sp>
        <p:sp>
          <p:nvSpPr>
            <p:cNvPr id="21543" name="Text Box 37"/>
            <p:cNvSpPr txBox="1">
              <a:spLocks noChangeArrowheads="1"/>
            </p:cNvSpPr>
            <p:nvPr/>
          </p:nvSpPr>
          <p:spPr bwMode="auto">
            <a:xfrm>
              <a:off x="6172200" y="3619500"/>
              <a:ext cx="68262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&lt;op&gt;</a:t>
              </a:r>
            </a:p>
          </p:txBody>
        </p:sp>
        <p:sp>
          <p:nvSpPr>
            <p:cNvPr id="21544" name="Text Box 38"/>
            <p:cNvSpPr txBox="1">
              <a:spLocks noChangeArrowheads="1"/>
            </p:cNvSpPr>
            <p:nvPr/>
          </p:nvSpPr>
          <p:spPr bwMode="auto">
            <a:xfrm>
              <a:off x="7467600" y="4648200"/>
              <a:ext cx="68262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&lt;op&gt;</a:t>
              </a:r>
            </a:p>
          </p:txBody>
        </p:sp>
        <p:sp>
          <p:nvSpPr>
            <p:cNvPr id="21545" name="Text Box 39"/>
            <p:cNvSpPr txBox="1">
              <a:spLocks noChangeArrowheads="1"/>
            </p:cNvSpPr>
            <p:nvPr/>
          </p:nvSpPr>
          <p:spPr bwMode="auto">
            <a:xfrm>
              <a:off x="1524000" y="5638800"/>
              <a:ext cx="739775"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const</a:t>
              </a:r>
            </a:p>
          </p:txBody>
        </p:sp>
        <p:sp>
          <p:nvSpPr>
            <p:cNvPr id="21546" name="Text Box 40"/>
            <p:cNvSpPr txBox="1">
              <a:spLocks noChangeArrowheads="1"/>
            </p:cNvSpPr>
            <p:nvPr/>
          </p:nvSpPr>
          <p:spPr bwMode="auto">
            <a:xfrm>
              <a:off x="2895600" y="5638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1547" name="Text Box 41"/>
            <p:cNvSpPr txBox="1">
              <a:spLocks noChangeArrowheads="1"/>
            </p:cNvSpPr>
            <p:nvPr/>
          </p:nvSpPr>
          <p:spPr bwMode="auto">
            <a:xfrm>
              <a:off x="4267200" y="5638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1548" name="Text Box 42"/>
            <p:cNvSpPr txBox="1">
              <a:spLocks noChangeArrowheads="1"/>
            </p:cNvSpPr>
            <p:nvPr/>
          </p:nvSpPr>
          <p:spPr bwMode="auto">
            <a:xfrm>
              <a:off x="5715000" y="5638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1549" name="Text Box 43"/>
            <p:cNvSpPr txBox="1">
              <a:spLocks noChangeArrowheads="1"/>
            </p:cNvSpPr>
            <p:nvPr/>
          </p:nvSpPr>
          <p:spPr bwMode="auto">
            <a:xfrm>
              <a:off x="7086600" y="5638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1550" name="Text Box 44"/>
            <p:cNvSpPr txBox="1">
              <a:spLocks noChangeArrowheads="1"/>
            </p:cNvSpPr>
            <p:nvPr/>
          </p:nvSpPr>
          <p:spPr bwMode="auto">
            <a:xfrm>
              <a:off x="8229600" y="5638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1551" name="Text Box 45"/>
            <p:cNvSpPr txBox="1">
              <a:spLocks noChangeArrowheads="1"/>
            </p:cNvSpPr>
            <p:nvPr/>
          </p:nvSpPr>
          <p:spPr bwMode="auto">
            <a:xfrm>
              <a:off x="2514600" y="5638800"/>
              <a:ext cx="304800" cy="396875"/>
            </a:xfrm>
            <a:prstGeom prst="rect">
              <a:avLst/>
            </a:prstGeom>
            <a:solidFill>
              <a:schemeClr val="bg1"/>
            </a:solidFill>
            <a:ln w="9525">
              <a:noFill/>
              <a:miter lim="800000"/>
              <a:headEnd/>
              <a:tailEnd/>
            </a:ln>
          </p:spPr>
          <p:txBody>
            <a:bodyPr wrap="square">
              <a:spAutoFit/>
            </a:bodyPr>
            <a:lstStyle/>
            <a:p>
              <a:r>
                <a:rPr lang="en-US" sz="2000" b="1" dirty="0">
                  <a:latin typeface="Arial Narrow" pitchFamily="34" charset="0"/>
                </a:rPr>
                <a:t>-</a:t>
              </a:r>
            </a:p>
          </p:txBody>
        </p:sp>
        <p:sp>
          <p:nvSpPr>
            <p:cNvPr id="21552" name="Text Box 46"/>
            <p:cNvSpPr txBox="1">
              <a:spLocks noChangeArrowheads="1"/>
            </p:cNvSpPr>
            <p:nvPr/>
          </p:nvSpPr>
          <p:spPr bwMode="auto">
            <a:xfrm>
              <a:off x="6629400" y="5638800"/>
              <a:ext cx="25400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21553" name="Text Box 47"/>
            <p:cNvSpPr txBox="1">
              <a:spLocks noChangeArrowheads="1"/>
            </p:cNvSpPr>
            <p:nvPr/>
          </p:nvSpPr>
          <p:spPr bwMode="auto">
            <a:xfrm>
              <a:off x="3810000" y="5638800"/>
              <a:ext cx="24130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21554" name="Text Box 48"/>
            <p:cNvSpPr txBox="1">
              <a:spLocks noChangeArrowheads="1"/>
            </p:cNvSpPr>
            <p:nvPr/>
          </p:nvSpPr>
          <p:spPr bwMode="auto">
            <a:xfrm>
              <a:off x="7848600" y="5638800"/>
              <a:ext cx="24130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21555" name="Text Box 49"/>
            <p:cNvSpPr txBox="1">
              <a:spLocks noChangeArrowheads="1"/>
            </p:cNvSpPr>
            <p:nvPr/>
          </p:nvSpPr>
          <p:spPr bwMode="auto">
            <a:xfrm>
              <a:off x="3124200" y="3619500"/>
              <a:ext cx="68262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&lt;op&gt;</a:t>
              </a:r>
            </a:p>
          </p:txBody>
        </p:sp>
      </p:grpSp>
    </p:spTree>
    <p:extLst>
      <p:ext uri="{BB962C8B-B14F-4D97-AF65-F5344CB8AC3E}">
        <p14:creationId xmlns:p14="http://schemas.microsoft.com/office/powerpoint/2010/main" val="1746113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xfrm>
            <a:off x="2627784" y="6016202"/>
            <a:ext cx="6120680" cy="365125"/>
          </a:xfrm>
          <a:noFill/>
        </p:spPr>
        <p:txBody>
          <a:bodyPr/>
          <a:lstStyle/>
          <a:p>
            <a:r>
              <a:rPr lang="en-US" dirty="0"/>
              <a:t>Copyright © 2012 Addison-Wesley. All rights reserved.</a:t>
            </a:r>
          </a:p>
        </p:txBody>
      </p:sp>
      <p:sp>
        <p:nvSpPr>
          <p:cNvPr id="22531" name="Slide Number Placeholder 4"/>
          <p:cNvSpPr>
            <a:spLocks noGrp="1"/>
          </p:cNvSpPr>
          <p:nvPr>
            <p:ph type="sldNum" sz="quarter" idx="11"/>
          </p:nvPr>
        </p:nvSpPr>
        <p:spPr>
          <a:noFill/>
        </p:spPr>
        <p:txBody>
          <a:bodyPr/>
          <a:lstStyle/>
          <a:p>
            <a:r>
              <a:rPr lang="en-US"/>
              <a:t>1-</a:t>
            </a:r>
            <a:fld id="{72FF0AD3-A647-4B20-929D-ACD6F1CF876A}" type="slidenum">
              <a:rPr lang="en-US" smtClean="0"/>
              <a:pPr/>
              <a:t>25</a:t>
            </a:fld>
            <a:endParaRPr lang="en-US"/>
          </a:p>
        </p:txBody>
      </p:sp>
      <p:sp>
        <p:nvSpPr>
          <p:cNvPr id="22532" name="Rectangle 2"/>
          <p:cNvSpPr>
            <a:spLocks noGrp="1" noChangeArrowheads="1"/>
          </p:cNvSpPr>
          <p:nvPr>
            <p:ph type="title"/>
          </p:nvPr>
        </p:nvSpPr>
        <p:spPr/>
        <p:txBody>
          <a:bodyPr/>
          <a:lstStyle/>
          <a:p>
            <a:pPr eaLnBrk="1" hangingPunct="1"/>
            <a:r>
              <a:rPr lang="en-US" sz="3200"/>
              <a:t>An Unambiguous Expression Grammar</a:t>
            </a:r>
          </a:p>
        </p:txBody>
      </p:sp>
      <p:sp>
        <p:nvSpPr>
          <p:cNvPr id="22533" name="Rectangle 3"/>
          <p:cNvSpPr>
            <a:spLocks noGrp="1" noChangeArrowheads="1"/>
          </p:cNvSpPr>
          <p:nvPr>
            <p:ph type="body" idx="1"/>
          </p:nvPr>
        </p:nvSpPr>
        <p:spPr>
          <a:xfrm>
            <a:off x="609600" y="1447800"/>
            <a:ext cx="8153400" cy="4572000"/>
          </a:xfrm>
        </p:spPr>
        <p:txBody>
          <a:bodyPr/>
          <a:lstStyle/>
          <a:p>
            <a:pPr eaLnBrk="1" hangingPunct="1"/>
            <a:r>
              <a:rPr lang="en-US" dirty="0"/>
              <a:t>If we use the parse tree to indicate precedence levels of the operators, we cannot have ambiguity</a:t>
            </a:r>
          </a:p>
          <a:p>
            <a:pPr>
              <a:spcBef>
                <a:spcPct val="0"/>
              </a:spcBef>
              <a:buFontTx/>
              <a:buNone/>
            </a:pPr>
            <a:endParaRPr lang="en-US" sz="2000" b="1" dirty="0">
              <a:latin typeface="Courier New" pitchFamily="49" charset="0"/>
            </a:endParaRPr>
          </a:p>
          <a:p>
            <a:pPr>
              <a:spcBef>
                <a:spcPct val="0"/>
              </a:spcBef>
              <a:buFontTx/>
              <a:buNone/>
            </a:pPr>
            <a:r>
              <a:rPr lang="en-US" sz="2000" dirty="0">
                <a:latin typeface="Courier New" pitchFamily="49" charset="0"/>
              </a:rPr>
              <a:t>&lt;expr&gt; </a:t>
            </a:r>
            <a:r>
              <a:rPr lang="en-US" sz="2000" dirty="0">
                <a:latin typeface="Courier New" pitchFamily="49" charset="0"/>
                <a:sym typeface="Symbol" pitchFamily="18" charset="2"/>
              </a:rPr>
              <a:t></a:t>
            </a:r>
            <a:r>
              <a:rPr lang="en-US" sz="2000" dirty="0">
                <a:latin typeface="Courier New" pitchFamily="49" charset="0"/>
              </a:rPr>
              <a:t> &lt;expr&gt; - &lt;term&gt;  |  &lt;term&gt;</a:t>
            </a:r>
          </a:p>
          <a:p>
            <a:pPr>
              <a:spcBef>
                <a:spcPct val="0"/>
              </a:spcBef>
              <a:buFontTx/>
              <a:buNone/>
            </a:pPr>
            <a:r>
              <a:rPr lang="en-US" sz="2000" dirty="0">
                <a:latin typeface="Courier New" pitchFamily="49" charset="0"/>
              </a:rPr>
              <a:t>&lt;term&gt; </a:t>
            </a:r>
            <a:r>
              <a:rPr lang="en-US" sz="2000" dirty="0">
                <a:latin typeface="Courier New" pitchFamily="49" charset="0"/>
                <a:sym typeface="Symbol" pitchFamily="18" charset="2"/>
              </a:rPr>
              <a:t></a:t>
            </a:r>
            <a:r>
              <a:rPr lang="en-US" sz="2000" dirty="0">
                <a:latin typeface="Courier New" pitchFamily="49" charset="0"/>
              </a:rPr>
              <a:t> &lt;term&gt; / const| const</a:t>
            </a:r>
          </a:p>
          <a:p>
            <a:pPr>
              <a:spcBef>
                <a:spcPct val="0"/>
              </a:spcBef>
              <a:buFontTx/>
              <a:buNone/>
            </a:pPr>
            <a:endParaRPr lang="en-US" sz="2000" dirty="0">
              <a:latin typeface="Courier New" pitchFamily="49" charset="0"/>
            </a:endParaRPr>
          </a:p>
        </p:txBody>
      </p:sp>
      <p:grpSp>
        <p:nvGrpSpPr>
          <p:cNvPr id="2" name="Groep 1">
            <a:extLst>
              <a:ext uri="{FF2B5EF4-FFF2-40B4-BE49-F238E27FC236}">
                <a16:creationId xmlns:a16="http://schemas.microsoft.com/office/drawing/2014/main" id="{367F7207-D871-9949-8212-0F2B074AFE49}"/>
              </a:ext>
            </a:extLst>
          </p:cNvPr>
          <p:cNvGrpSpPr/>
          <p:nvPr/>
        </p:nvGrpSpPr>
        <p:grpSpPr>
          <a:xfrm>
            <a:off x="5280025" y="3223741"/>
            <a:ext cx="3254375" cy="2514600"/>
            <a:chOff x="3298825" y="3886200"/>
            <a:chExt cx="3254375" cy="2514600"/>
          </a:xfrm>
        </p:grpSpPr>
        <p:sp>
          <p:nvSpPr>
            <p:cNvPr id="22534" name="Line 4"/>
            <p:cNvSpPr>
              <a:spLocks noChangeShapeType="1"/>
            </p:cNvSpPr>
            <p:nvPr/>
          </p:nvSpPr>
          <p:spPr bwMode="auto">
            <a:xfrm flipH="1">
              <a:off x="3756025" y="4343400"/>
              <a:ext cx="587375" cy="441325"/>
            </a:xfrm>
            <a:prstGeom prst="line">
              <a:avLst/>
            </a:prstGeom>
            <a:noFill/>
            <a:ln w="12700" cap="sq">
              <a:solidFill>
                <a:schemeClr val="tx1"/>
              </a:solidFill>
              <a:round/>
              <a:headEnd type="none" w="sm" len="sm"/>
              <a:tailEnd type="none" w="sm" len="sm"/>
            </a:ln>
          </p:spPr>
          <p:txBody>
            <a:bodyPr wrap="none"/>
            <a:lstStyle/>
            <a:p>
              <a:endParaRPr lang="nl-NL"/>
            </a:p>
          </p:txBody>
        </p:sp>
        <p:sp>
          <p:nvSpPr>
            <p:cNvPr id="22535" name="Line 5"/>
            <p:cNvSpPr>
              <a:spLocks noChangeShapeType="1"/>
            </p:cNvSpPr>
            <p:nvPr/>
          </p:nvSpPr>
          <p:spPr bwMode="auto">
            <a:xfrm>
              <a:off x="4572000" y="4343400"/>
              <a:ext cx="708025" cy="441325"/>
            </a:xfrm>
            <a:prstGeom prst="line">
              <a:avLst/>
            </a:prstGeom>
            <a:noFill/>
            <a:ln w="12700" cap="sq">
              <a:solidFill>
                <a:schemeClr val="tx1"/>
              </a:solidFill>
              <a:round/>
              <a:headEnd type="none" w="sm" len="sm"/>
              <a:tailEnd type="none" w="sm" len="sm"/>
            </a:ln>
          </p:spPr>
          <p:txBody>
            <a:bodyPr wrap="none"/>
            <a:lstStyle/>
            <a:p>
              <a:endParaRPr lang="nl-NL"/>
            </a:p>
          </p:txBody>
        </p:sp>
        <p:sp>
          <p:nvSpPr>
            <p:cNvPr id="22536" name="Line 6"/>
            <p:cNvSpPr>
              <a:spLocks noChangeShapeType="1"/>
            </p:cNvSpPr>
            <p:nvPr/>
          </p:nvSpPr>
          <p:spPr bwMode="auto">
            <a:xfrm>
              <a:off x="4419600" y="4343400"/>
              <a:ext cx="22225" cy="593725"/>
            </a:xfrm>
            <a:prstGeom prst="line">
              <a:avLst/>
            </a:prstGeom>
            <a:noFill/>
            <a:ln w="12700" cap="sq">
              <a:solidFill>
                <a:schemeClr val="tx1"/>
              </a:solidFill>
              <a:round/>
              <a:headEnd type="none" w="sm" len="sm"/>
              <a:tailEnd type="none" w="sm" len="sm"/>
            </a:ln>
          </p:spPr>
          <p:txBody>
            <a:bodyPr wrap="none"/>
            <a:lstStyle/>
            <a:p>
              <a:endParaRPr lang="nl-NL"/>
            </a:p>
          </p:txBody>
        </p:sp>
        <p:sp>
          <p:nvSpPr>
            <p:cNvPr id="22537" name="Line 7"/>
            <p:cNvSpPr>
              <a:spLocks noChangeShapeType="1"/>
            </p:cNvSpPr>
            <p:nvPr/>
          </p:nvSpPr>
          <p:spPr bwMode="auto">
            <a:xfrm>
              <a:off x="3756025" y="5089525"/>
              <a:ext cx="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38" name="Line 8"/>
            <p:cNvSpPr>
              <a:spLocks noChangeShapeType="1"/>
            </p:cNvSpPr>
            <p:nvPr/>
          </p:nvSpPr>
          <p:spPr bwMode="auto">
            <a:xfrm>
              <a:off x="3756025" y="5546725"/>
              <a:ext cx="0" cy="381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39" name="Line 9"/>
            <p:cNvSpPr>
              <a:spLocks noChangeShapeType="1"/>
            </p:cNvSpPr>
            <p:nvPr/>
          </p:nvSpPr>
          <p:spPr bwMode="auto">
            <a:xfrm flipH="1">
              <a:off x="4975225" y="5013325"/>
              <a:ext cx="3810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40" name="Line 10"/>
            <p:cNvSpPr>
              <a:spLocks noChangeShapeType="1"/>
            </p:cNvSpPr>
            <p:nvPr/>
          </p:nvSpPr>
          <p:spPr bwMode="auto">
            <a:xfrm>
              <a:off x="5356225" y="5013325"/>
              <a:ext cx="8382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41" name="Line 11"/>
            <p:cNvSpPr>
              <a:spLocks noChangeShapeType="1"/>
            </p:cNvSpPr>
            <p:nvPr/>
          </p:nvSpPr>
          <p:spPr bwMode="auto">
            <a:xfrm>
              <a:off x="5356225" y="5013325"/>
              <a:ext cx="152400" cy="3048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42" name="Line 12"/>
            <p:cNvSpPr>
              <a:spLocks noChangeShapeType="1"/>
            </p:cNvSpPr>
            <p:nvPr/>
          </p:nvSpPr>
          <p:spPr bwMode="auto">
            <a:xfrm>
              <a:off x="4975225" y="5546725"/>
              <a:ext cx="0" cy="381000"/>
            </a:xfrm>
            <a:prstGeom prst="line">
              <a:avLst/>
            </a:prstGeom>
            <a:noFill/>
            <a:ln w="12700" cap="sq">
              <a:solidFill>
                <a:schemeClr val="tx1"/>
              </a:solidFill>
              <a:round/>
              <a:headEnd type="none" w="sm" len="sm"/>
              <a:tailEnd type="none" w="sm" len="sm"/>
            </a:ln>
          </p:spPr>
          <p:txBody>
            <a:bodyPr wrap="none"/>
            <a:lstStyle/>
            <a:p>
              <a:endParaRPr lang="nl-NL"/>
            </a:p>
          </p:txBody>
        </p:sp>
        <p:sp>
          <p:nvSpPr>
            <p:cNvPr id="22543" name="Text Box 13"/>
            <p:cNvSpPr txBox="1">
              <a:spLocks noChangeArrowheads="1"/>
            </p:cNvSpPr>
            <p:nvPr/>
          </p:nvSpPr>
          <p:spPr bwMode="auto">
            <a:xfrm>
              <a:off x="4038600" y="38862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2544" name="Text Box 14"/>
            <p:cNvSpPr txBox="1">
              <a:spLocks noChangeArrowheads="1"/>
            </p:cNvSpPr>
            <p:nvPr/>
          </p:nvSpPr>
          <p:spPr bwMode="auto">
            <a:xfrm>
              <a:off x="3298825" y="4784725"/>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2545" name="Text Box 15"/>
            <p:cNvSpPr txBox="1">
              <a:spLocks noChangeArrowheads="1"/>
            </p:cNvSpPr>
            <p:nvPr/>
          </p:nvSpPr>
          <p:spPr bwMode="auto">
            <a:xfrm>
              <a:off x="4899025" y="4784725"/>
              <a:ext cx="8810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&lt;term&gt;</a:t>
              </a:r>
            </a:p>
          </p:txBody>
        </p:sp>
        <p:sp>
          <p:nvSpPr>
            <p:cNvPr id="22546" name="Text Box 16"/>
            <p:cNvSpPr txBox="1">
              <a:spLocks noChangeArrowheads="1"/>
            </p:cNvSpPr>
            <p:nvPr/>
          </p:nvSpPr>
          <p:spPr bwMode="auto">
            <a:xfrm>
              <a:off x="3298825" y="5394325"/>
              <a:ext cx="8810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&lt;term&gt;</a:t>
              </a:r>
            </a:p>
          </p:txBody>
        </p:sp>
        <p:sp>
          <p:nvSpPr>
            <p:cNvPr id="22547" name="Text Box 17"/>
            <p:cNvSpPr txBox="1">
              <a:spLocks noChangeArrowheads="1"/>
            </p:cNvSpPr>
            <p:nvPr/>
          </p:nvSpPr>
          <p:spPr bwMode="auto">
            <a:xfrm>
              <a:off x="4518025" y="5394325"/>
              <a:ext cx="881063" cy="396875"/>
            </a:xfrm>
            <a:prstGeom prst="rect">
              <a:avLst/>
            </a:prstGeom>
            <a:solidFill>
              <a:schemeClr val="bg1"/>
            </a:solidFill>
            <a:ln w="9525">
              <a:noFill/>
              <a:miter lim="800000"/>
              <a:headEnd/>
              <a:tailEnd/>
            </a:ln>
          </p:spPr>
          <p:txBody>
            <a:bodyPr wrap="none">
              <a:spAutoFit/>
            </a:bodyPr>
            <a:lstStyle/>
            <a:p>
              <a:r>
                <a:rPr lang="en-US" sz="2000" b="1" dirty="0">
                  <a:latin typeface="Arial Narrow" pitchFamily="34" charset="0"/>
                </a:rPr>
                <a:t>&lt;term&gt;</a:t>
              </a:r>
            </a:p>
          </p:txBody>
        </p:sp>
        <p:sp>
          <p:nvSpPr>
            <p:cNvPr id="22548" name="Text Box 18"/>
            <p:cNvSpPr txBox="1">
              <a:spLocks noChangeArrowheads="1"/>
            </p:cNvSpPr>
            <p:nvPr/>
          </p:nvSpPr>
          <p:spPr bwMode="auto">
            <a:xfrm>
              <a:off x="3298825" y="6003925"/>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2549" name="Text Box 19"/>
            <p:cNvSpPr txBox="1">
              <a:spLocks noChangeArrowheads="1"/>
            </p:cNvSpPr>
            <p:nvPr/>
          </p:nvSpPr>
          <p:spPr bwMode="auto">
            <a:xfrm>
              <a:off x="4594225" y="6003925"/>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2550" name="Text Box 20"/>
            <p:cNvSpPr txBox="1">
              <a:spLocks noChangeArrowheads="1"/>
            </p:cNvSpPr>
            <p:nvPr/>
          </p:nvSpPr>
          <p:spPr bwMode="auto">
            <a:xfrm>
              <a:off x="5813425" y="5394325"/>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2551" name="Text Box 21"/>
            <p:cNvSpPr txBox="1">
              <a:spLocks noChangeArrowheads="1"/>
            </p:cNvSpPr>
            <p:nvPr/>
          </p:nvSpPr>
          <p:spPr bwMode="auto">
            <a:xfrm>
              <a:off x="5432425" y="5394325"/>
              <a:ext cx="24130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22552" name="Text Box 22"/>
            <p:cNvSpPr txBox="1">
              <a:spLocks noChangeArrowheads="1"/>
            </p:cNvSpPr>
            <p:nvPr/>
          </p:nvSpPr>
          <p:spPr bwMode="auto">
            <a:xfrm>
              <a:off x="4289425" y="4784725"/>
              <a:ext cx="254000"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grpSp>
    </p:spTree>
    <p:extLst>
      <p:ext uri="{BB962C8B-B14F-4D97-AF65-F5344CB8AC3E}">
        <p14:creationId xmlns:p14="http://schemas.microsoft.com/office/powerpoint/2010/main" val="3283662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xfrm>
            <a:off x="4297288" y="5970588"/>
            <a:ext cx="4608512" cy="322312"/>
          </a:xfrm>
          <a:noFill/>
        </p:spPr>
        <p:txBody>
          <a:bodyPr/>
          <a:lstStyle/>
          <a:p>
            <a:r>
              <a:rPr lang="en-US" dirty="0"/>
              <a:t>Copyright © 2012 Addison-Wesley. All rights reserved.</a:t>
            </a:r>
          </a:p>
        </p:txBody>
      </p:sp>
      <p:sp>
        <p:nvSpPr>
          <p:cNvPr id="23555" name="Slide Number Placeholder 4"/>
          <p:cNvSpPr>
            <a:spLocks noGrp="1"/>
          </p:cNvSpPr>
          <p:nvPr>
            <p:ph type="sldNum" sz="quarter" idx="11"/>
          </p:nvPr>
        </p:nvSpPr>
        <p:spPr>
          <a:noFill/>
        </p:spPr>
        <p:txBody>
          <a:bodyPr/>
          <a:lstStyle/>
          <a:p>
            <a:r>
              <a:rPr lang="en-US"/>
              <a:t>1-</a:t>
            </a:r>
            <a:fld id="{0AB305A6-F8DF-4439-93AE-19F4C7293513}" type="slidenum">
              <a:rPr lang="en-US" smtClean="0"/>
              <a:pPr/>
              <a:t>26</a:t>
            </a:fld>
            <a:endParaRPr lang="en-US"/>
          </a:p>
        </p:txBody>
      </p:sp>
      <p:sp>
        <p:nvSpPr>
          <p:cNvPr id="23556" name="Rectangle 2"/>
          <p:cNvSpPr>
            <a:spLocks noGrp="1" noChangeArrowheads="1"/>
          </p:cNvSpPr>
          <p:nvPr>
            <p:ph type="title"/>
          </p:nvPr>
        </p:nvSpPr>
        <p:spPr>
          <a:xfrm>
            <a:off x="609600" y="228600"/>
            <a:ext cx="8153400" cy="1143000"/>
          </a:xfrm>
        </p:spPr>
        <p:txBody>
          <a:bodyPr/>
          <a:lstStyle/>
          <a:p>
            <a:pPr eaLnBrk="1" hangingPunct="1"/>
            <a:r>
              <a:rPr lang="en-US"/>
              <a:t>Associativity of Operators</a:t>
            </a:r>
          </a:p>
        </p:txBody>
      </p:sp>
      <p:sp>
        <p:nvSpPr>
          <p:cNvPr id="23557" name="Rectangle 3"/>
          <p:cNvSpPr>
            <a:spLocks noGrp="1" noChangeArrowheads="1"/>
          </p:cNvSpPr>
          <p:nvPr>
            <p:ph type="body" idx="1"/>
          </p:nvPr>
        </p:nvSpPr>
        <p:spPr>
          <a:xfrm>
            <a:off x="609600" y="1447800"/>
            <a:ext cx="8153400" cy="4572000"/>
          </a:xfrm>
        </p:spPr>
        <p:txBody>
          <a:bodyPr/>
          <a:lstStyle/>
          <a:p>
            <a:pPr eaLnBrk="1" hangingPunct="1">
              <a:lnSpc>
                <a:spcPct val="90000"/>
              </a:lnSpc>
            </a:pPr>
            <a:r>
              <a:rPr lang="en-US" sz="2400"/>
              <a:t>Operator associativity can also be indicated by a grammar</a:t>
            </a:r>
          </a:p>
          <a:p>
            <a:pPr eaLnBrk="1" hangingPunct="1">
              <a:lnSpc>
                <a:spcPct val="90000"/>
              </a:lnSpc>
              <a:buFontTx/>
              <a:buNone/>
            </a:pPr>
            <a:endParaRPr lang="en-US" sz="2400"/>
          </a:p>
          <a:p>
            <a:pPr eaLnBrk="1" hangingPunct="1">
              <a:lnSpc>
                <a:spcPct val="90000"/>
              </a:lnSpc>
              <a:buFontTx/>
              <a:buNone/>
            </a:pPr>
            <a:r>
              <a:rPr lang="en-US" sz="2000">
                <a:latin typeface="Courier New" pitchFamily="49" charset="0"/>
              </a:rPr>
              <a:t>&lt;expr&gt; -&gt; &lt;expr&gt; + &lt;expr&gt; |  const  (ambiguous)</a:t>
            </a:r>
          </a:p>
          <a:p>
            <a:pPr eaLnBrk="1" hangingPunct="1">
              <a:lnSpc>
                <a:spcPct val="90000"/>
              </a:lnSpc>
              <a:buFontTx/>
              <a:buNone/>
            </a:pPr>
            <a:r>
              <a:rPr lang="en-US" sz="2000">
                <a:latin typeface="Courier New" pitchFamily="49" charset="0"/>
              </a:rPr>
              <a:t>&lt;expr&gt; -&gt; &lt;expr&gt; + const  |  const  (unambiguous)</a:t>
            </a:r>
          </a:p>
          <a:p>
            <a:pPr eaLnBrk="1" hangingPunct="1">
              <a:lnSpc>
                <a:spcPct val="90000"/>
              </a:lnSpc>
              <a:buFontTx/>
              <a:buNone/>
            </a:pPr>
            <a:endParaRPr lang="en-US" sz="2000" b="1">
              <a:latin typeface="Arial" charset="0"/>
            </a:endParaRPr>
          </a:p>
          <a:p>
            <a:pPr eaLnBrk="1" hangingPunct="1">
              <a:lnSpc>
                <a:spcPct val="90000"/>
              </a:lnSpc>
              <a:buFontTx/>
              <a:buNone/>
            </a:pPr>
            <a:endParaRPr lang="en-US" sz="2000" b="1">
              <a:latin typeface="Arial" charset="0"/>
            </a:endParaRPr>
          </a:p>
        </p:txBody>
      </p:sp>
      <p:sp>
        <p:nvSpPr>
          <p:cNvPr id="23558" name="Line 4"/>
          <p:cNvSpPr>
            <a:spLocks noChangeShapeType="1"/>
          </p:cNvSpPr>
          <p:nvPr/>
        </p:nvSpPr>
        <p:spPr bwMode="auto">
          <a:xfrm flipH="1">
            <a:off x="3679825" y="3962400"/>
            <a:ext cx="114300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59" name="Line 5"/>
          <p:cNvSpPr>
            <a:spLocks noChangeShapeType="1"/>
          </p:cNvSpPr>
          <p:nvPr/>
        </p:nvSpPr>
        <p:spPr bwMode="auto">
          <a:xfrm>
            <a:off x="4822825" y="3962400"/>
            <a:ext cx="114300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0" name="Line 6"/>
          <p:cNvSpPr>
            <a:spLocks noChangeShapeType="1"/>
          </p:cNvSpPr>
          <p:nvPr/>
        </p:nvSpPr>
        <p:spPr bwMode="auto">
          <a:xfrm>
            <a:off x="4822825" y="3962400"/>
            <a:ext cx="0" cy="5334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1" name="Line 7"/>
          <p:cNvSpPr>
            <a:spLocks noChangeShapeType="1"/>
          </p:cNvSpPr>
          <p:nvPr/>
        </p:nvSpPr>
        <p:spPr bwMode="auto">
          <a:xfrm flipH="1">
            <a:off x="3298825" y="4800600"/>
            <a:ext cx="38100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2" name="Line 8"/>
          <p:cNvSpPr>
            <a:spLocks noChangeShapeType="1"/>
          </p:cNvSpPr>
          <p:nvPr/>
        </p:nvSpPr>
        <p:spPr bwMode="auto">
          <a:xfrm>
            <a:off x="3679825" y="4800600"/>
            <a:ext cx="99060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3" name="Line 9"/>
          <p:cNvSpPr>
            <a:spLocks noChangeShapeType="1"/>
          </p:cNvSpPr>
          <p:nvPr/>
        </p:nvSpPr>
        <p:spPr bwMode="auto">
          <a:xfrm>
            <a:off x="3679825" y="4800600"/>
            <a:ext cx="304800" cy="4572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4" name="Line 10"/>
          <p:cNvSpPr>
            <a:spLocks noChangeShapeType="1"/>
          </p:cNvSpPr>
          <p:nvPr/>
        </p:nvSpPr>
        <p:spPr bwMode="auto">
          <a:xfrm>
            <a:off x="3298825" y="5562600"/>
            <a:ext cx="0" cy="533400"/>
          </a:xfrm>
          <a:prstGeom prst="line">
            <a:avLst/>
          </a:prstGeom>
          <a:noFill/>
          <a:ln w="12700" cap="sq">
            <a:solidFill>
              <a:schemeClr val="tx1"/>
            </a:solidFill>
            <a:round/>
            <a:headEnd type="none" w="sm" len="sm"/>
            <a:tailEnd type="none" w="sm" len="sm"/>
          </a:ln>
        </p:spPr>
        <p:txBody>
          <a:bodyPr wrap="none"/>
          <a:lstStyle/>
          <a:p>
            <a:endParaRPr lang="nl-NL"/>
          </a:p>
        </p:txBody>
      </p:sp>
      <p:sp>
        <p:nvSpPr>
          <p:cNvPr id="23565" name="Text Box 11"/>
          <p:cNvSpPr txBox="1">
            <a:spLocks noChangeArrowheads="1"/>
          </p:cNvSpPr>
          <p:nvPr/>
        </p:nvSpPr>
        <p:spPr bwMode="auto">
          <a:xfrm>
            <a:off x="4425950" y="3516313"/>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3566" name="Text Box 12"/>
          <p:cNvSpPr txBox="1">
            <a:spLocks noChangeArrowheads="1"/>
          </p:cNvSpPr>
          <p:nvPr/>
        </p:nvSpPr>
        <p:spPr bwMode="auto">
          <a:xfrm>
            <a:off x="4365625" y="35052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3567" name="Text Box 13"/>
          <p:cNvSpPr txBox="1">
            <a:spLocks noChangeArrowheads="1"/>
          </p:cNvSpPr>
          <p:nvPr/>
        </p:nvSpPr>
        <p:spPr bwMode="auto">
          <a:xfrm>
            <a:off x="3298825" y="43434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3568" name="Text Box 14"/>
          <p:cNvSpPr txBox="1">
            <a:spLocks noChangeArrowheads="1"/>
          </p:cNvSpPr>
          <p:nvPr/>
        </p:nvSpPr>
        <p:spPr bwMode="auto">
          <a:xfrm>
            <a:off x="2841625" y="5181600"/>
            <a:ext cx="868363"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&lt;expr&gt;</a:t>
            </a:r>
          </a:p>
        </p:txBody>
      </p:sp>
      <p:sp>
        <p:nvSpPr>
          <p:cNvPr id="23569" name="Text Box 15"/>
          <p:cNvSpPr txBox="1">
            <a:spLocks noChangeArrowheads="1"/>
          </p:cNvSpPr>
          <p:nvPr/>
        </p:nvSpPr>
        <p:spPr bwMode="auto">
          <a:xfrm>
            <a:off x="4213225" y="51816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3570" name="Text Box 16"/>
          <p:cNvSpPr txBox="1">
            <a:spLocks noChangeArrowheads="1"/>
          </p:cNvSpPr>
          <p:nvPr/>
        </p:nvSpPr>
        <p:spPr bwMode="auto">
          <a:xfrm>
            <a:off x="5432425" y="43434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3571" name="Text Box 17"/>
          <p:cNvSpPr txBox="1">
            <a:spLocks noChangeArrowheads="1"/>
          </p:cNvSpPr>
          <p:nvPr/>
        </p:nvSpPr>
        <p:spPr bwMode="auto">
          <a:xfrm>
            <a:off x="2917825" y="6019800"/>
            <a:ext cx="739775"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const</a:t>
            </a:r>
          </a:p>
        </p:txBody>
      </p:sp>
      <p:sp>
        <p:nvSpPr>
          <p:cNvPr id="23572" name="Text Box 18"/>
          <p:cNvSpPr txBox="1">
            <a:spLocks noChangeArrowheads="1"/>
          </p:cNvSpPr>
          <p:nvPr/>
        </p:nvSpPr>
        <p:spPr bwMode="auto">
          <a:xfrm>
            <a:off x="4670425" y="4343400"/>
            <a:ext cx="306388"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
        <p:nvSpPr>
          <p:cNvPr id="23573" name="Text Box 19"/>
          <p:cNvSpPr txBox="1">
            <a:spLocks noChangeArrowheads="1"/>
          </p:cNvSpPr>
          <p:nvPr/>
        </p:nvSpPr>
        <p:spPr bwMode="auto">
          <a:xfrm>
            <a:off x="3832225" y="5181600"/>
            <a:ext cx="306388" cy="396875"/>
          </a:xfrm>
          <a:prstGeom prst="rect">
            <a:avLst/>
          </a:prstGeom>
          <a:solidFill>
            <a:schemeClr val="bg1"/>
          </a:solidFill>
          <a:ln w="9525">
            <a:noFill/>
            <a:miter lim="800000"/>
            <a:headEnd/>
            <a:tailEnd/>
          </a:ln>
        </p:spPr>
        <p:txBody>
          <a:bodyPr wrap="none">
            <a:spAutoFit/>
          </a:bodyPr>
          <a:lstStyle/>
          <a:p>
            <a:r>
              <a:rPr lang="en-US" sz="2000" b="1">
                <a:latin typeface="Arial Narrow" pitchFamily="34" charset="0"/>
              </a:rPr>
              <a:t>+</a:t>
            </a:r>
          </a:p>
        </p:txBody>
      </p:sp>
    </p:spTree>
    <p:extLst>
      <p:ext uri="{BB962C8B-B14F-4D97-AF65-F5344CB8AC3E}">
        <p14:creationId xmlns:p14="http://schemas.microsoft.com/office/powerpoint/2010/main" val="1319740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Copyright © 2012 Addison-Wesley. All rights reserved.</a:t>
            </a:r>
          </a:p>
        </p:txBody>
      </p:sp>
      <p:sp>
        <p:nvSpPr>
          <p:cNvPr id="24579" name="Slide Number Placeholder 4"/>
          <p:cNvSpPr>
            <a:spLocks noGrp="1"/>
          </p:cNvSpPr>
          <p:nvPr>
            <p:ph type="sldNum" sz="quarter" idx="11"/>
          </p:nvPr>
        </p:nvSpPr>
        <p:spPr>
          <a:noFill/>
        </p:spPr>
        <p:txBody>
          <a:bodyPr/>
          <a:lstStyle/>
          <a:p>
            <a:r>
              <a:rPr lang="en-US"/>
              <a:t>1-</a:t>
            </a:r>
            <a:fld id="{A98E9851-80EA-42C0-8F4D-B042D6EEB18A}" type="slidenum">
              <a:rPr lang="en-US" smtClean="0"/>
              <a:pPr/>
              <a:t>27</a:t>
            </a:fld>
            <a:endParaRPr lang="en-US"/>
          </a:p>
        </p:txBody>
      </p:sp>
      <p:sp>
        <p:nvSpPr>
          <p:cNvPr id="24580" name="Rectangle 2"/>
          <p:cNvSpPr>
            <a:spLocks noGrp="1" noChangeArrowheads="1"/>
          </p:cNvSpPr>
          <p:nvPr>
            <p:ph type="title"/>
          </p:nvPr>
        </p:nvSpPr>
        <p:spPr>
          <a:xfrm>
            <a:off x="609600" y="228600"/>
            <a:ext cx="8153400" cy="1143000"/>
          </a:xfrm>
        </p:spPr>
        <p:txBody>
          <a:bodyPr/>
          <a:lstStyle/>
          <a:p>
            <a:pPr eaLnBrk="1" hangingPunct="1"/>
            <a:r>
              <a:rPr lang="en-US"/>
              <a:t>Extended BNF</a:t>
            </a:r>
          </a:p>
        </p:txBody>
      </p:sp>
      <p:sp>
        <p:nvSpPr>
          <p:cNvPr id="24581" name="Rectangle 3"/>
          <p:cNvSpPr>
            <a:spLocks noGrp="1" noChangeArrowheads="1"/>
          </p:cNvSpPr>
          <p:nvPr>
            <p:ph type="body" idx="1"/>
          </p:nvPr>
        </p:nvSpPr>
        <p:spPr>
          <a:xfrm>
            <a:off x="533400" y="1447800"/>
            <a:ext cx="7772400" cy="4495800"/>
          </a:xfrm>
        </p:spPr>
        <p:txBody>
          <a:bodyPr/>
          <a:lstStyle/>
          <a:p>
            <a:pPr eaLnBrk="1" hangingPunct="1"/>
            <a:r>
              <a:rPr lang="en-US"/>
              <a:t>Optional parts are placed in brackets [ ]</a:t>
            </a:r>
          </a:p>
          <a:p>
            <a:pPr eaLnBrk="1" hangingPunct="1">
              <a:buFontTx/>
              <a:buNone/>
            </a:pPr>
            <a:r>
              <a:rPr lang="en-US" sz="2400" b="1">
                <a:latin typeface="Arial" charset="0"/>
              </a:rPr>
              <a:t>	</a:t>
            </a:r>
            <a:r>
              <a:rPr lang="en-US" sz="2400">
                <a:latin typeface="Courier New" pitchFamily="49" charset="0"/>
              </a:rPr>
              <a:t>&lt;proc_call&gt; -&gt; ident [(&lt;expr_list&gt;)]</a:t>
            </a:r>
          </a:p>
          <a:p>
            <a:pPr eaLnBrk="1" hangingPunct="1"/>
            <a:r>
              <a:rPr lang="en-US"/>
              <a:t>Alternative parts of RHSs are placed inside parentheses and separated via vertical bars </a:t>
            </a:r>
          </a:p>
          <a:p>
            <a:pPr eaLnBrk="1" hangingPunct="1">
              <a:buFontTx/>
              <a:buNone/>
            </a:pPr>
            <a:r>
              <a:rPr lang="en-US" sz="2400" b="1">
                <a:latin typeface="Arial" charset="0"/>
              </a:rPr>
              <a:t>	</a:t>
            </a:r>
            <a:r>
              <a:rPr lang="en-US" sz="2400">
                <a:latin typeface="Courier New" pitchFamily="49" charset="0"/>
              </a:rPr>
              <a:t>&lt;term&gt; → &lt;term&gt;</a:t>
            </a:r>
            <a:r>
              <a:rPr lang="en-US" sz="2400">
                <a:latin typeface="Arial" charset="0"/>
              </a:rPr>
              <a:t> </a:t>
            </a:r>
            <a:r>
              <a:rPr lang="en-US" sz="2400">
                <a:latin typeface="Courier New" pitchFamily="49" charset="0"/>
              </a:rPr>
              <a:t>(+|-) const</a:t>
            </a:r>
          </a:p>
          <a:p>
            <a:pPr eaLnBrk="1" hangingPunct="1"/>
            <a:r>
              <a:rPr lang="en-US"/>
              <a:t>Repetitions (0 or more) are placed inside braces { }</a:t>
            </a:r>
          </a:p>
          <a:p>
            <a:pPr eaLnBrk="1" hangingPunct="1">
              <a:buFontTx/>
              <a:buNone/>
            </a:pPr>
            <a:r>
              <a:rPr lang="en-US" sz="2400">
                <a:latin typeface="Arial" charset="0"/>
              </a:rPr>
              <a:t>	</a:t>
            </a:r>
            <a:r>
              <a:rPr lang="en-US" sz="2400">
                <a:latin typeface="Courier New" pitchFamily="49" charset="0"/>
              </a:rPr>
              <a:t>&lt;ident&gt; → letter {letter|digit}</a:t>
            </a:r>
          </a:p>
        </p:txBody>
      </p:sp>
    </p:spTree>
    <p:extLst>
      <p:ext uri="{BB962C8B-B14F-4D97-AF65-F5344CB8AC3E}">
        <p14:creationId xmlns:p14="http://schemas.microsoft.com/office/powerpoint/2010/main" val="2329156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Copyright © 2012 Addison-Wesley. All rights reserved.</a:t>
            </a:r>
          </a:p>
        </p:txBody>
      </p:sp>
      <p:sp>
        <p:nvSpPr>
          <p:cNvPr id="25603" name="Slide Number Placeholder 4"/>
          <p:cNvSpPr>
            <a:spLocks noGrp="1"/>
          </p:cNvSpPr>
          <p:nvPr>
            <p:ph type="sldNum" sz="quarter" idx="11"/>
          </p:nvPr>
        </p:nvSpPr>
        <p:spPr>
          <a:noFill/>
        </p:spPr>
        <p:txBody>
          <a:bodyPr/>
          <a:lstStyle/>
          <a:p>
            <a:r>
              <a:rPr lang="en-US"/>
              <a:t>1-</a:t>
            </a:r>
            <a:fld id="{06ED6BBF-9602-4154-B8BA-64C85B297597}" type="slidenum">
              <a:rPr lang="en-US" smtClean="0"/>
              <a:pPr/>
              <a:t>28</a:t>
            </a:fld>
            <a:endParaRPr lang="en-US"/>
          </a:p>
        </p:txBody>
      </p:sp>
      <p:sp>
        <p:nvSpPr>
          <p:cNvPr id="25604" name="Rectangle 2"/>
          <p:cNvSpPr>
            <a:spLocks noGrp="1" noChangeArrowheads="1"/>
          </p:cNvSpPr>
          <p:nvPr>
            <p:ph type="title"/>
          </p:nvPr>
        </p:nvSpPr>
        <p:spPr/>
        <p:txBody>
          <a:bodyPr/>
          <a:lstStyle/>
          <a:p>
            <a:pPr eaLnBrk="1" hangingPunct="1"/>
            <a:r>
              <a:rPr lang="en-US"/>
              <a:t>BNF and EBNF</a:t>
            </a:r>
          </a:p>
        </p:txBody>
      </p:sp>
      <p:sp>
        <p:nvSpPr>
          <p:cNvPr id="25605" name="Rectangle 3"/>
          <p:cNvSpPr>
            <a:spLocks noGrp="1" noChangeArrowheads="1"/>
          </p:cNvSpPr>
          <p:nvPr>
            <p:ph type="body" idx="1"/>
          </p:nvPr>
        </p:nvSpPr>
        <p:spPr>
          <a:xfrm>
            <a:off x="609600" y="1447800"/>
            <a:ext cx="8153400" cy="4572000"/>
          </a:xfrm>
        </p:spPr>
        <p:txBody>
          <a:bodyPr/>
          <a:lstStyle/>
          <a:p>
            <a:pPr eaLnBrk="1" hangingPunct="1">
              <a:lnSpc>
                <a:spcPct val="90000"/>
              </a:lnSpc>
            </a:pPr>
            <a:r>
              <a:rPr lang="en-US"/>
              <a:t>BNF</a:t>
            </a:r>
          </a:p>
          <a:p>
            <a:pPr eaLnBrk="1" hangingPunct="1">
              <a:lnSpc>
                <a:spcPct val="90000"/>
              </a:lnSpc>
              <a:buFontTx/>
              <a:buNone/>
            </a:pPr>
            <a:r>
              <a:rPr lang="en-US">
                <a:latin typeface="Courier New" pitchFamily="49" charset="0"/>
              </a:rPr>
              <a:t>   </a:t>
            </a:r>
            <a:r>
              <a:rPr lang="en-US" sz="2400">
                <a:latin typeface="Courier New" pitchFamily="49" charset="0"/>
              </a:rPr>
              <a:t>&lt;expr&gt; </a:t>
            </a:r>
            <a:r>
              <a:rPr lang="en-US" sz="2400">
                <a:latin typeface="Courier New" pitchFamily="49" charset="0"/>
                <a:sym typeface="Symbol" pitchFamily="18" charset="2"/>
              </a:rPr>
              <a:t></a:t>
            </a:r>
            <a:r>
              <a:rPr lang="en-US" sz="2400">
                <a:latin typeface="Courier New" pitchFamily="49" charset="0"/>
              </a:rPr>
              <a:t> &lt;expr&gt; + &lt;term&gt;</a:t>
            </a:r>
          </a:p>
          <a:p>
            <a:pPr eaLnBrk="1" hangingPunct="1">
              <a:lnSpc>
                <a:spcPct val="90000"/>
              </a:lnSpc>
              <a:buFontTx/>
              <a:buNone/>
            </a:pPr>
            <a:r>
              <a:rPr lang="en-US" sz="2400">
                <a:latin typeface="Courier New" pitchFamily="49" charset="0"/>
              </a:rPr>
              <a:t>          	| &lt;expr&gt; - &lt;term&gt;</a:t>
            </a:r>
          </a:p>
          <a:p>
            <a:pPr eaLnBrk="1" hangingPunct="1">
              <a:lnSpc>
                <a:spcPct val="90000"/>
              </a:lnSpc>
              <a:buFontTx/>
              <a:buNone/>
            </a:pPr>
            <a:r>
              <a:rPr lang="en-US" sz="2400">
                <a:latin typeface="Courier New" pitchFamily="49" charset="0"/>
              </a:rPr>
              <a:t>          	| &lt;term&gt;</a:t>
            </a:r>
          </a:p>
          <a:p>
            <a:pPr eaLnBrk="1" hangingPunct="1">
              <a:lnSpc>
                <a:spcPct val="90000"/>
              </a:lnSpc>
              <a:buFontTx/>
              <a:buNone/>
            </a:pPr>
            <a:r>
              <a:rPr lang="en-US" sz="2400">
                <a:latin typeface="Courier New" pitchFamily="49" charset="0"/>
              </a:rPr>
              <a:t>    &lt;term&gt; </a:t>
            </a:r>
            <a:r>
              <a:rPr lang="en-US" sz="2400">
                <a:latin typeface="Courier New" pitchFamily="49" charset="0"/>
                <a:sym typeface="Symbol" pitchFamily="18" charset="2"/>
              </a:rPr>
              <a:t></a:t>
            </a:r>
            <a:r>
              <a:rPr lang="en-US" sz="2400">
                <a:latin typeface="Courier New" pitchFamily="49" charset="0"/>
              </a:rPr>
              <a:t> &lt;term&gt; * &lt;factor&gt;</a:t>
            </a:r>
          </a:p>
          <a:p>
            <a:pPr eaLnBrk="1" hangingPunct="1">
              <a:lnSpc>
                <a:spcPct val="90000"/>
              </a:lnSpc>
              <a:buFontTx/>
              <a:buNone/>
            </a:pPr>
            <a:r>
              <a:rPr lang="en-US" sz="2400">
                <a:latin typeface="Courier New" pitchFamily="49" charset="0"/>
              </a:rPr>
              <a:t>          	| &lt;term&gt; / &lt;factor&gt;</a:t>
            </a:r>
          </a:p>
          <a:p>
            <a:pPr eaLnBrk="1" hangingPunct="1">
              <a:lnSpc>
                <a:spcPct val="90000"/>
              </a:lnSpc>
              <a:buFontTx/>
              <a:buNone/>
            </a:pPr>
            <a:r>
              <a:rPr lang="en-US" sz="2400">
                <a:latin typeface="Courier New" pitchFamily="49" charset="0"/>
              </a:rPr>
              <a:t>          | &lt;factor&gt;</a:t>
            </a:r>
          </a:p>
          <a:p>
            <a:pPr eaLnBrk="1" hangingPunct="1">
              <a:lnSpc>
                <a:spcPct val="90000"/>
              </a:lnSpc>
            </a:pPr>
            <a:r>
              <a:rPr lang="en-US"/>
              <a:t>EBNF</a:t>
            </a:r>
          </a:p>
          <a:p>
            <a:pPr eaLnBrk="1" hangingPunct="1">
              <a:lnSpc>
                <a:spcPct val="90000"/>
              </a:lnSpc>
              <a:buFontTx/>
              <a:buNone/>
            </a:pPr>
            <a:r>
              <a:rPr lang="en-US">
                <a:latin typeface="Courier New" pitchFamily="49" charset="0"/>
              </a:rPr>
              <a:t>   </a:t>
            </a:r>
            <a:r>
              <a:rPr lang="en-US" sz="2400">
                <a:latin typeface="Courier New" pitchFamily="49" charset="0"/>
              </a:rPr>
              <a:t>&lt;expr&gt; </a:t>
            </a:r>
            <a:r>
              <a:rPr lang="en-US" sz="2400">
                <a:latin typeface="Courier New" pitchFamily="49" charset="0"/>
                <a:sym typeface="Symbol" pitchFamily="18" charset="2"/>
              </a:rPr>
              <a:t></a:t>
            </a:r>
            <a:r>
              <a:rPr lang="en-US" sz="2400">
                <a:latin typeface="Courier New" pitchFamily="49" charset="0"/>
              </a:rPr>
              <a:t> &lt;term&gt; {(+ | -) &lt;term&gt;}</a:t>
            </a:r>
          </a:p>
          <a:p>
            <a:pPr eaLnBrk="1" hangingPunct="1">
              <a:lnSpc>
                <a:spcPct val="90000"/>
              </a:lnSpc>
              <a:buFontTx/>
              <a:buNone/>
            </a:pPr>
            <a:r>
              <a:rPr lang="en-US" sz="2400">
                <a:latin typeface="Courier New" pitchFamily="49" charset="0"/>
              </a:rPr>
              <a:t>    &lt;term&gt; </a:t>
            </a:r>
            <a:r>
              <a:rPr lang="en-US" sz="2400">
                <a:latin typeface="Courier New" pitchFamily="49" charset="0"/>
                <a:sym typeface="Symbol" pitchFamily="18" charset="2"/>
              </a:rPr>
              <a:t></a:t>
            </a:r>
            <a:r>
              <a:rPr lang="en-US" sz="2400">
                <a:latin typeface="Courier New" pitchFamily="49" charset="0"/>
              </a:rPr>
              <a:t> &lt;factor&gt; {(* | /) &lt;factor&gt;}</a:t>
            </a:r>
          </a:p>
        </p:txBody>
      </p:sp>
    </p:spTree>
    <p:extLst>
      <p:ext uri="{BB962C8B-B14F-4D97-AF65-F5344CB8AC3E}">
        <p14:creationId xmlns:p14="http://schemas.microsoft.com/office/powerpoint/2010/main" val="3637125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p:spPr>
        <p:txBody>
          <a:bodyPr/>
          <a:lstStyle/>
          <a:p>
            <a:r>
              <a:rPr lang="en-US"/>
              <a:t>Copyright © 2012 Addison-Wesley. All rights reserved.</a:t>
            </a:r>
          </a:p>
        </p:txBody>
      </p:sp>
      <p:sp>
        <p:nvSpPr>
          <p:cNvPr id="26627" name="Slide Number Placeholder 4"/>
          <p:cNvSpPr>
            <a:spLocks noGrp="1"/>
          </p:cNvSpPr>
          <p:nvPr>
            <p:ph type="sldNum" sz="quarter" idx="11"/>
          </p:nvPr>
        </p:nvSpPr>
        <p:spPr>
          <a:noFill/>
        </p:spPr>
        <p:txBody>
          <a:bodyPr/>
          <a:lstStyle/>
          <a:p>
            <a:r>
              <a:rPr lang="en-US"/>
              <a:t>1-</a:t>
            </a:r>
            <a:fld id="{9B7966EC-3E0B-4EFA-8F64-C144D641CB8F}" type="slidenum">
              <a:rPr lang="en-US" smtClean="0"/>
              <a:pPr/>
              <a:t>29</a:t>
            </a:fld>
            <a:endParaRPr lang="en-US"/>
          </a:p>
        </p:txBody>
      </p:sp>
      <p:sp>
        <p:nvSpPr>
          <p:cNvPr id="26628" name="Rectangle 2"/>
          <p:cNvSpPr>
            <a:spLocks noGrp="1" noChangeArrowheads="1"/>
          </p:cNvSpPr>
          <p:nvPr>
            <p:ph type="title"/>
          </p:nvPr>
        </p:nvSpPr>
        <p:spPr/>
        <p:txBody>
          <a:bodyPr/>
          <a:lstStyle/>
          <a:p>
            <a:pPr eaLnBrk="1" hangingPunct="1"/>
            <a:r>
              <a:rPr lang="es-MX"/>
              <a:t>Recent Variations in EBNF</a:t>
            </a:r>
          </a:p>
        </p:txBody>
      </p:sp>
      <p:sp>
        <p:nvSpPr>
          <p:cNvPr id="26629" name="Rectangle 3"/>
          <p:cNvSpPr>
            <a:spLocks noGrp="1" noChangeArrowheads="1"/>
          </p:cNvSpPr>
          <p:nvPr>
            <p:ph type="body" idx="1"/>
          </p:nvPr>
        </p:nvSpPr>
        <p:spPr/>
        <p:txBody>
          <a:bodyPr/>
          <a:lstStyle/>
          <a:p>
            <a:pPr eaLnBrk="1" hangingPunct="1"/>
            <a:r>
              <a:rPr lang="es-MX"/>
              <a:t>Alternative RHSs are put on separate lines</a:t>
            </a:r>
          </a:p>
          <a:p>
            <a:pPr eaLnBrk="1" hangingPunct="1"/>
            <a:r>
              <a:rPr lang="es-MX"/>
              <a:t>Use of a colon instead of </a:t>
            </a:r>
            <a:r>
              <a:rPr lang="es-MX" sz="2000">
                <a:latin typeface="Courier New" pitchFamily="49" charset="0"/>
              </a:rPr>
              <a:t>=&gt;</a:t>
            </a:r>
          </a:p>
          <a:p>
            <a:pPr eaLnBrk="1" hangingPunct="1"/>
            <a:r>
              <a:rPr lang="es-MX"/>
              <a:t>Use of </a:t>
            </a:r>
            <a:r>
              <a:rPr lang="es-MX" baseline="-25000">
                <a:latin typeface="Courier New" pitchFamily="49" charset="0"/>
              </a:rPr>
              <a:t>opt</a:t>
            </a:r>
            <a:r>
              <a:rPr lang="es-MX"/>
              <a:t> for optional parts</a:t>
            </a:r>
          </a:p>
          <a:p>
            <a:pPr eaLnBrk="1" hangingPunct="1"/>
            <a:r>
              <a:rPr lang="es-MX"/>
              <a:t>Use of </a:t>
            </a:r>
            <a:r>
              <a:rPr lang="es-MX" sz="2400">
                <a:latin typeface="Courier New" pitchFamily="49" charset="0"/>
              </a:rPr>
              <a:t>oneof</a:t>
            </a:r>
            <a:r>
              <a:rPr lang="es-MX"/>
              <a:t> for choices</a:t>
            </a:r>
          </a:p>
        </p:txBody>
      </p:sp>
    </p:spTree>
    <p:extLst>
      <p:ext uri="{BB962C8B-B14F-4D97-AF65-F5344CB8AC3E}">
        <p14:creationId xmlns:p14="http://schemas.microsoft.com/office/powerpoint/2010/main" val="1851399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Copyright © 2012 Addison-Wesley. All rights reserved.</a:t>
            </a:r>
          </a:p>
        </p:txBody>
      </p:sp>
      <p:sp>
        <p:nvSpPr>
          <p:cNvPr id="35843" name="Slide Number Placeholder 4"/>
          <p:cNvSpPr>
            <a:spLocks noGrp="1"/>
          </p:cNvSpPr>
          <p:nvPr>
            <p:ph type="sldNum" sz="quarter" idx="11"/>
          </p:nvPr>
        </p:nvSpPr>
        <p:spPr>
          <a:noFill/>
        </p:spPr>
        <p:txBody>
          <a:bodyPr/>
          <a:lstStyle/>
          <a:p>
            <a:r>
              <a:rPr lang="en-US"/>
              <a:t>1-</a:t>
            </a:r>
            <a:fld id="{8F222A25-6826-4E10-B435-898936C06DFA}" type="slidenum">
              <a:rPr lang="en-US" smtClean="0"/>
              <a:pPr/>
              <a:t>30</a:t>
            </a:fld>
            <a:endParaRPr lang="en-US"/>
          </a:p>
        </p:txBody>
      </p:sp>
      <p:sp>
        <p:nvSpPr>
          <p:cNvPr id="35844" name="Rectangle 2"/>
          <p:cNvSpPr>
            <a:spLocks noGrp="1" noChangeArrowheads="1"/>
          </p:cNvSpPr>
          <p:nvPr>
            <p:ph type="title"/>
          </p:nvPr>
        </p:nvSpPr>
        <p:spPr/>
        <p:txBody>
          <a:bodyPr/>
          <a:lstStyle/>
          <a:p>
            <a:pPr eaLnBrk="1" hangingPunct="1"/>
            <a:r>
              <a:rPr lang="en-US"/>
              <a:t>Semantics</a:t>
            </a:r>
          </a:p>
        </p:txBody>
      </p:sp>
      <p:sp>
        <p:nvSpPr>
          <p:cNvPr id="35845" name="Rectangle 3"/>
          <p:cNvSpPr>
            <a:spLocks noGrp="1" noChangeArrowheads="1"/>
          </p:cNvSpPr>
          <p:nvPr>
            <p:ph type="body" idx="1"/>
          </p:nvPr>
        </p:nvSpPr>
        <p:spPr>
          <a:xfrm>
            <a:off x="609600" y="1447800"/>
            <a:ext cx="8153400" cy="4572000"/>
          </a:xfrm>
        </p:spPr>
        <p:txBody>
          <a:bodyPr/>
          <a:lstStyle/>
          <a:p>
            <a:pPr eaLnBrk="1" hangingPunct="1"/>
            <a:r>
              <a:rPr lang="en-US"/>
              <a:t>There is no single widely acceptable notation or formalism for describing semantics</a:t>
            </a:r>
          </a:p>
          <a:p>
            <a:pPr eaLnBrk="1" hangingPunct="1"/>
            <a:r>
              <a:rPr lang="en-US"/>
              <a:t>Several needs for a methodology and notation for semantics:</a:t>
            </a:r>
          </a:p>
          <a:p>
            <a:pPr lvl="1" eaLnBrk="1" hangingPunct="1"/>
            <a:r>
              <a:rPr lang="en-US" sz="2000"/>
              <a:t>Programmers need to know what statements mean</a:t>
            </a:r>
          </a:p>
          <a:p>
            <a:pPr lvl="1" eaLnBrk="1" hangingPunct="1"/>
            <a:r>
              <a:rPr lang="en-US" sz="2000"/>
              <a:t>Compiler writers must know exactly what language constructs do</a:t>
            </a:r>
          </a:p>
          <a:p>
            <a:pPr lvl="1" eaLnBrk="1" hangingPunct="1"/>
            <a:r>
              <a:rPr lang="en-US" sz="2000"/>
              <a:t>Correctness proofs would be possible</a:t>
            </a:r>
          </a:p>
          <a:p>
            <a:pPr lvl="1" eaLnBrk="1" hangingPunct="1"/>
            <a:r>
              <a:rPr lang="en-US" sz="2000"/>
              <a:t>Compiler generators would be possible</a:t>
            </a:r>
          </a:p>
          <a:p>
            <a:pPr lvl="1" eaLnBrk="1" hangingPunct="1"/>
            <a:r>
              <a:rPr lang="en-US" sz="2000"/>
              <a:t>Designers could detect ambiguities and inconsistencies</a:t>
            </a:r>
          </a:p>
          <a:p>
            <a:pPr eaLnBrk="1" hangingPunct="1">
              <a:buFontTx/>
              <a:buNone/>
            </a:pPr>
            <a:endParaRPr lang="en-US"/>
          </a:p>
        </p:txBody>
      </p:sp>
    </p:spTree>
    <p:extLst>
      <p:ext uri="{BB962C8B-B14F-4D97-AF65-F5344CB8AC3E}">
        <p14:creationId xmlns:p14="http://schemas.microsoft.com/office/powerpoint/2010/main" val="1613446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t>Operational Semantics</a:t>
            </a:r>
            <a:br>
              <a:rPr lang="en-US"/>
            </a:br>
            <a:endParaRPr lang="en-US"/>
          </a:p>
        </p:txBody>
      </p:sp>
      <p:sp>
        <p:nvSpPr>
          <p:cNvPr id="36867" name="Content Placeholder 2"/>
          <p:cNvSpPr>
            <a:spLocks noGrp="1"/>
          </p:cNvSpPr>
          <p:nvPr>
            <p:ph idx="1"/>
          </p:nvPr>
        </p:nvSpPr>
        <p:spPr/>
        <p:txBody>
          <a:bodyPr/>
          <a:lstStyle/>
          <a:p>
            <a:pPr eaLnBrk="1" hangingPunct="1"/>
            <a:r>
              <a:rPr lang="en-US"/>
              <a:t>Operational Semantics</a:t>
            </a:r>
          </a:p>
          <a:p>
            <a:pPr lvl="1" eaLnBrk="1" hangingPunct="1"/>
            <a:r>
              <a:rPr lang="en-US"/>
              <a:t>Describe the meaning of a program by executing its statements on a machine, either simulated or actual.  The change in the state of the machine (memory, registers, etc.) defines the meaning of the statement</a:t>
            </a:r>
          </a:p>
          <a:p>
            <a:pPr eaLnBrk="1" hangingPunct="1"/>
            <a:r>
              <a:rPr lang="en-US">
                <a:solidFill>
                  <a:srgbClr val="333399"/>
                </a:solidFill>
              </a:rPr>
              <a:t>To use operational semantics for a high-level language,  a virtual machine is needed</a:t>
            </a:r>
          </a:p>
          <a:p>
            <a:pPr lvl="1" eaLnBrk="1" hangingPunct="1">
              <a:buFontTx/>
              <a:buNone/>
            </a:pPr>
            <a:endParaRPr lang="en-US"/>
          </a:p>
        </p:txBody>
      </p:sp>
      <p:sp>
        <p:nvSpPr>
          <p:cNvPr id="36868" name="Footer Placeholder 3"/>
          <p:cNvSpPr>
            <a:spLocks noGrp="1"/>
          </p:cNvSpPr>
          <p:nvPr>
            <p:ph type="ftr" sz="quarter" idx="10"/>
          </p:nvPr>
        </p:nvSpPr>
        <p:spPr>
          <a:noFill/>
        </p:spPr>
        <p:txBody>
          <a:bodyPr/>
          <a:lstStyle/>
          <a:p>
            <a:r>
              <a:rPr lang="en-US"/>
              <a:t>Copyright © 2012 Addison-Wesley. All rights reserved.</a:t>
            </a:r>
          </a:p>
        </p:txBody>
      </p:sp>
      <p:sp>
        <p:nvSpPr>
          <p:cNvPr id="36869" name="Slide Number Placeholder 4"/>
          <p:cNvSpPr>
            <a:spLocks noGrp="1"/>
          </p:cNvSpPr>
          <p:nvPr>
            <p:ph type="sldNum" sz="quarter" idx="11"/>
          </p:nvPr>
        </p:nvSpPr>
        <p:spPr>
          <a:noFill/>
        </p:spPr>
        <p:txBody>
          <a:bodyPr/>
          <a:lstStyle/>
          <a:p>
            <a:r>
              <a:rPr lang="en-US"/>
              <a:t>1-</a:t>
            </a:r>
            <a:fld id="{E578A321-C9FE-40B9-B2E3-FD6335E1B6D0}" type="slidenum">
              <a:rPr lang="en-US" smtClean="0"/>
              <a:pPr/>
              <a:t>31</a:t>
            </a:fld>
            <a:endParaRPr lang="en-US"/>
          </a:p>
        </p:txBody>
      </p:sp>
    </p:spTree>
    <p:extLst>
      <p:ext uri="{BB962C8B-B14F-4D97-AF65-F5344CB8AC3E}">
        <p14:creationId xmlns:p14="http://schemas.microsoft.com/office/powerpoint/2010/main" val="2920152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Copyright © 2012 Addison-Wesley. All rights reserved.</a:t>
            </a:r>
          </a:p>
        </p:txBody>
      </p:sp>
      <p:sp>
        <p:nvSpPr>
          <p:cNvPr id="37891" name="Slide Number Placeholder 4"/>
          <p:cNvSpPr>
            <a:spLocks noGrp="1"/>
          </p:cNvSpPr>
          <p:nvPr>
            <p:ph type="sldNum" sz="quarter" idx="11"/>
          </p:nvPr>
        </p:nvSpPr>
        <p:spPr>
          <a:noFill/>
        </p:spPr>
        <p:txBody>
          <a:bodyPr/>
          <a:lstStyle/>
          <a:p>
            <a:r>
              <a:rPr lang="en-US"/>
              <a:t>1-</a:t>
            </a:r>
            <a:fld id="{A4320E5D-DF8A-42F4-8972-8845388AF15F}" type="slidenum">
              <a:rPr lang="en-US" smtClean="0"/>
              <a:pPr/>
              <a:t>32</a:t>
            </a:fld>
            <a:endParaRPr lang="en-US"/>
          </a:p>
        </p:txBody>
      </p:sp>
      <p:sp>
        <p:nvSpPr>
          <p:cNvPr id="37892" name="Rectangle 2"/>
          <p:cNvSpPr>
            <a:spLocks noGrp="1" noChangeArrowheads="1"/>
          </p:cNvSpPr>
          <p:nvPr>
            <p:ph type="title"/>
          </p:nvPr>
        </p:nvSpPr>
        <p:spPr/>
        <p:txBody>
          <a:bodyPr/>
          <a:lstStyle/>
          <a:p>
            <a:pPr eaLnBrk="1" hangingPunct="1"/>
            <a:r>
              <a:rPr lang="en-US"/>
              <a:t>Operational Semantics</a:t>
            </a:r>
            <a:endParaRPr lang="en-US" sz="3200"/>
          </a:p>
        </p:txBody>
      </p:sp>
      <p:sp>
        <p:nvSpPr>
          <p:cNvPr id="37893" name="Rectangle 3"/>
          <p:cNvSpPr>
            <a:spLocks noGrp="1" noChangeArrowheads="1"/>
          </p:cNvSpPr>
          <p:nvPr>
            <p:ph type="body" idx="1"/>
          </p:nvPr>
        </p:nvSpPr>
        <p:spPr/>
        <p:txBody>
          <a:bodyPr/>
          <a:lstStyle/>
          <a:p>
            <a:pPr eaLnBrk="1" hangingPunct="1"/>
            <a:r>
              <a:rPr lang="en-US"/>
              <a:t>A </a:t>
            </a:r>
            <a:r>
              <a:rPr lang="en-US" i="1"/>
              <a:t>hardware</a:t>
            </a:r>
            <a:r>
              <a:rPr lang="en-US"/>
              <a:t> pure interpreter would be too expensive</a:t>
            </a:r>
          </a:p>
          <a:p>
            <a:pPr eaLnBrk="1" hangingPunct="1"/>
            <a:r>
              <a:rPr lang="en-US"/>
              <a:t>A </a:t>
            </a:r>
            <a:r>
              <a:rPr lang="en-US" i="1"/>
              <a:t>software</a:t>
            </a:r>
            <a:r>
              <a:rPr lang="en-US"/>
              <a:t> pure interpreter also has problems</a:t>
            </a:r>
          </a:p>
          <a:p>
            <a:pPr lvl="1" eaLnBrk="1" hangingPunct="1"/>
            <a:r>
              <a:rPr lang="en-US"/>
              <a:t>The detailed characteristics of the particular computer would make actions difficult to understand</a:t>
            </a:r>
          </a:p>
          <a:p>
            <a:pPr lvl="1" eaLnBrk="1" hangingPunct="1"/>
            <a:r>
              <a:rPr lang="en-US"/>
              <a:t>Such a semantic definition would be machine- dependent</a:t>
            </a:r>
          </a:p>
        </p:txBody>
      </p:sp>
    </p:spTree>
    <p:extLst>
      <p:ext uri="{BB962C8B-B14F-4D97-AF65-F5344CB8AC3E}">
        <p14:creationId xmlns:p14="http://schemas.microsoft.com/office/powerpoint/2010/main" val="3548867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p:spPr>
        <p:txBody>
          <a:bodyPr/>
          <a:lstStyle/>
          <a:p>
            <a:r>
              <a:rPr lang="en-US"/>
              <a:t>Copyright © 2012 Addison-Wesley. All rights reserved.</a:t>
            </a:r>
          </a:p>
        </p:txBody>
      </p:sp>
      <p:sp>
        <p:nvSpPr>
          <p:cNvPr id="38915" name="Slide Number Placeholder 4"/>
          <p:cNvSpPr>
            <a:spLocks noGrp="1"/>
          </p:cNvSpPr>
          <p:nvPr>
            <p:ph type="sldNum" sz="quarter" idx="11"/>
          </p:nvPr>
        </p:nvSpPr>
        <p:spPr>
          <a:noFill/>
        </p:spPr>
        <p:txBody>
          <a:bodyPr/>
          <a:lstStyle/>
          <a:p>
            <a:r>
              <a:rPr lang="en-US"/>
              <a:t>1-</a:t>
            </a:r>
            <a:fld id="{71933B24-499A-4444-91EF-1BA1D56E9BD9}" type="slidenum">
              <a:rPr lang="en-US" smtClean="0"/>
              <a:pPr/>
              <a:t>33</a:t>
            </a:fld>
            <a:endParaRPr lang="en-US"/>
          </a:p>
        </p:txBody>
      </p:sp>
      <p:sp>
        <p:nvSpPr>
          <p:cNvPr id="38916" name="Rectangle 2"/>
          <p:cNvSpPr>
            <a:spLocks noGrp="1" noChangeArrowheads="1"/>
          </p:cNvSpPr>
          <p:nvPr>
            <p:ph type="title"/>
          </p:nvPr>
        </p:nvSpPr>
        <p:spPr/>
        <p:txBody>
          <a:bodyPr/>
          <a:lstStyle/>
          <a:p>
            <a:pPr eaLnBrk="1" hangingPunct="1"/>
            <a:r>
              <a:rPr lang="en-US"/>
              <a:t>Operational Semantics (continued)</a:t>
            </a:r>
          </a:p>
        </p:txBody>
      </p:sp>
      <p:sp>
        <p:nvSpPr>
          <p:cNvPr id="38917" name="Rectangle 3"/>
          <p:cNvSpPr>
            <a:spLocks noGrp="1" noChangeArrowheads="1"/>
          </p:cNvSpPr>
          <p:nvPr>
            <p:ph type="body" idx="1"/>
          </p:nvPr>
        </p:nvSpPr>
        <p:spPr/>
        <p:txBody>
          <a:bodyPr/>
          <a:lstStyle/>
          <a:p>
            <a:pPr eaLnBrk="1" hangingPunct="1"/>
            <a:r>
              <a:rPr lang="en-US"/>
              <a:t>A better alternative: A complete computer simulation</a:t>
            </a:r>
          </a:p>
          <a:p>
            <a:pPr eaLnBrk="1" hangingPunct="1"/>
            <a:r>
              <a:rPr lang="en-US"/>
              <a:t>The process:</a:t>
            </a:r>
          </a:p>
          <a:p>
            <a:pPr lvl="1" eaLnBrk="1" hangingPunct="1"/>
            <a:r>
              <a:rPr lang="en-US"/>
              <a:t>Build a translator (translates source code to the machine code of an idealized computer)</a:t>
            </a:r>
          </a:p>
          <a:p>
            <a:pPr lvl="1" eaLnBrk="1" hangingPunct="1"/>
            <a:r>
              <a:rPr lang="en-US"/>
              <a:t>Build a simulator for the idealized computer</a:t>
            </a:r>
          </a:p>
          <a:p>
            <a:pPr eaLnBrk="1" hangingPunct="1"/>
            <a:r>
              <a:rPr lang="en-US"/>
              <a:t>Evaluation of operational semantics:</a:t>
            </a:r>
          </a:p>
          <a:p>
            <a:pPr lvl="1" eaLnBrk="1" hangingPunct="1"/>
            <a:r>
              <a:rPr lang="en-US"/>
              <a:t>Good if used informally (language manuals, etc.)</a:t>
            </a:r>
          </a:p>
          <a:p>
            <a:pPr lvl="1" eaLnBrk="1" hangingPunct="1"/>
            <a:r>
              <a:rPr lang="en-US"/>
              <a:t>Extremely complex if used formally (e.g., VDL), it was used for describing semantics of PL/I.</a:t>
            </a:r>
          </a:p>
        </p:txBody>
      </p:sp>
    </p:spTree>
    <p:extLst>
      <p:ext uri="{BB962C8B-B14F-4D97-AF65-F5344CB8AC3E}">
        <p14:creationId xmlns:p14="http://schemas.microsoft.com/office/powerpoint/2010/main" val="2405205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Copyright © 2012 Addison-Wesley. All rights reserved.</a:t>
            </a:r>
          </a:p>
        </p:txBody>
      </p:sp>
      <p:sp>
        <p:nvSpPr>
          <p:cNvPr id="39939" name="Slide Number Placeholder 4"/>
          <p:cNvSpPr>
            <a:spLocks noGrp="1"/>
          </p:cNvSpPr>
          <p:nvPr>
            <p:ph type="sldNum" sz="quarter" idx="11"/>
          </p:nvPr>
        </p:nvSpPr>
        <p:spPr>
          <a:noFill/>
        </p:spPr>
        <p:txBody>
          <a:bodyPr/>
          <a:lstStyle/>
          <a:p>
            <a:r>
              <a:rPr lang="en-US"/>
              <a:t>1-</a:t>
            </a:r>
            <a:fld id="{3A254C3C-A2E7-4F11-9FCF-F1992B89F094}" type="slidenum">
              <a:rPr lang="en-US" smtClean="0"/>
              <a:pPr/>
              <a:t>34</a:t>
            </a:fld>
            <a:endParaRPr lang="en-US"/>
          </a:p>
        </p:txBody>
      </p:sp>
      <p:sp>
        <p:nvSpPr>
          <p:cNvPr id="39940" name="Rectangle 2"/>
          <p:cNvSpPr>
            <a:spLocks noGrp="1" noChangeArrowheads="1"/>
          </p:cNvSpPr>
          <p:nvPr>
            <p:ph type="title"/>
          </p:nvPr>
        </p:nvSpPr>
        <p:spPr/>
        <p:txBody>
          <a:bodyPr/>
          <a:lstStyle/>
          <a:p>
            <a:pPr eaLnBrk="1" hangingPunct="1"/>
            <a:r>
              <a:rPr lang="en-US"/>
              <a:t>Operational Semantics (continued)</a:t>
            </a:r>
            <a:endParaRPr lang="es-MX"/>
          </a:p>
        </p:txBody>
      </p:sp>
      <p:sp>
        <p:nvSpPr>
          <p:cNvPr id="39941" name="Rectangle 3"/>
          <p:cNvSpPr>
            <a:spLocks noGrp="1" noChangeArrowheads="1"/>
          </p:cNvSpPr>
          <p:nvPr>
            <p:ph type="body" idx="1"/>
          </p:nvPr>
        </p:nvSpPr>
        <p:spPr>
          <a:xfrm>
            <a:off x="609600" y="1295400"/>
            <a:ext cx="8153400" cy="4221832"/>
          </a:xfrm>
        </p:spPr>
        <p:txBody>
          <a:bodyPr>
            <a:normAutofit fontScale="92500" lnSpcReduction="10000"/>
          </a:bodyPr>
          <a:lstStyle/>
          <a:p>
            <a:pPr eaLnBrk="1" hangingPunct="1">
              <a:lnSpc>
                <a:spcPct val="90000"/>
              </a:lnSpc>
            </a:pPr>
            <a:r>
              <a:rPr lang="es-MX" sz="2400" dirty="0"/>
              <a:t>Uses of operational semantics:</a:t>
            </a:r>
          </a:p>
          <a:p>
            <a:pPr eaLnBrk="1" hangingPunct="1">
              <a:lnSpc>
                <a:spcPct val="90000"/>
              </a:lnSpc>
              <a:buFontTx/>
              <a:buNone/>
            </a:pPr>
            <a:r>
              <a:rPr lang="es-MX" sz="2400" dirty="0"/>
              <a:t>   - Language manuals and textbooks</a:t>
            </a:r>
          </a:p>
          <a:p>
            <a:pPr eaLnBrk="1" hangingPunct="1">
              <a:lnSpc>
                <a:spcPct val="90000"/>
              </a:lnSpc>
              <a:buFontTx/>
              <a:buNone/>
            </a:pPr>
            <a:r>
              <a:rPr lang="es-MX" sz="2400" dirty="0"/>
              <a:t>   - Teaching programming languages</a:t>
            </a:r>
          </a:p>
          <a:p>
            <a:pPr eaLnBrk="1" hangingPunct="1">
              <a:lnSpc>
                <a:spcPct val="90000"/>
              </a:lnSpc>
              <a:buFontTx/>
              <a:buNone/>
            </a:pPr>
            <a:endParaRPr lang="es-MX" sz="2400" dirty="0"/>
          </a:p>
          <a:p>
            <a:pPr eaLnBrk="1" hangingPunct="1">
              <a:lnSpc>
                <a:spcPct val="90000"/>
              </a:lnSpc>
            </a:pPr>
            <a:r>
              <a:rPr lang="es-MX" sz="2400" dirty="0"/>
              <a:t>Two different levels of uses of operational semantics:</a:t>
            </a:r>
          </a:p>
          <a:p>
            <a:pPr eaLnBrk="1" hangingPunct="1">
              <a:lnSpc>
                <a:spcPct val="90000"/>
              </a:lnSpc>
              <a:buFontTx/>
              <a:buNone/>
            </a:pPr>
            <a:r>
              <a:rPr lang="es-MX" sz="2400" dirty="0"/>
              <a:t>   - Natural operational semantics</a:t>
            </a:r>
          </a:p>
          <a:p>
            <a:pPr eaLnBrk="1" hangingPunct="1">
              <a:lnSpc>
                <a:spcPct val="90000"/>
              </a:lnSpc>
              <a:buFontTx/>
              <a:buNone/>
            </a:pPr>
            <a:r>
              <a:rPr lang="es-MX" sz="2400" dirty="0"/>
              <a:t>   - Structural operational semantics</a:t>
            </a:r>
          </a:p>
          <a:p>
            <a:pPr eaLnBrk="1" hangingPunct="1">
              <a:lnSpc>
                <a:spcPct val="90000"/>
              </a:lnSpc>
            </a:pPr>
            <a:endParaRPr lang="es-MX" sz="2400" dirty="0"/>
          </a:p>
          <a:p>
            <a:pPr eaLnBrk="1" hangingPunct="1">
              <a:lnSpc>
                <a:spcPct val="90000"/>
              </a:lnSpc>
            </a:pPr>
            <a:r>
              <a:rPr lang="es-MX" sz="2400" dirty="0"/>
              <a:t>Evaluation</a:t>
            </a:r>
          </a:p>
          <a:p>
            <a:pPr eaLnBrk="1" hangingPunct="1">
              <a:lnSpc>
                <a:spcPct val="90000"/>
              </a:lnSpc>
              <a:buFontTx/>
              <a:buNone/>
            </a:pPr>
            <a:r>
              <a:rPr lang="es-MX" sz="2400" dirty="0"/>
              <a:t>   - Good if used informally (language </a:t>
            </a:r>
          </a:p>
          <a:p>
            <a:pPr eaLnBrk="1" hangingPunct="1">
              <a:lnSpc>
                <a:spcPct val="90000"/>
              </a:lnSpc>
              <a:buFontTx/>
              <a:buNone/>
            </a:pPr>
            <a:r>
              <a:rPr lang="es-MX" sz="2400" dirty="0"/>
              <a:t>      manuals, etc.)</a:t>
            </a:r>
          </a:p>
          <a:p>
            <a:pPr eaLnBrk="1" hangingPunct="1">
              <a:lnSpc>
                <a:spcPct val="90000"/>
              </a:lnSpc>
              <a:buFontTx/>
              <a:buNone/>
            </a:pPr>
            <a:r>
              <a:rPr lang="es-MX" sz="2400" dirty="0"/>
              <a:t>   - Extremely complex if used formally  (e.g.,VDL) </a:t>
            </a:r>
          </a:p>
          <a:p>
            <a:pPr eaLnBrk="1" hangingPunct="1">
              <a:lnSpc>
                <a:spcPct val="90000"/>
              </a:lnSpc>
            </a:pPr>
            <a:endParaRPr lang="es-MX" sz="2400" dirty="0"/>
          </a:p>
          <a:p>
            <a:pPr eaLnBrk="1" hangingPunct="1">
              <a:lnSpc>
                <a:spcPct val="90000"/>
              </a:lnSpc>
            </a:pPr>
            <a:endParaRPr lang="es-MX" sz="2400" dirty="0"/>
          </a:p>
        </p:txBody>
      </p:sp>
    </p:spTree>
    <p:extLst>
      <p:ext uri="{BB962C8B-B14F-4D97-AF65-F5344CB8AC3E}">
        <p14:creationId xmlns:p14="http://schemas.microsoft.com/office/powerpoint/2010/main" val="3371304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t>Denotational Semantics</a:t>
            </a:r>
          </a:p>
        </p:txBody>
      </p:sp>
      <p:sp>
        <p:nvSpPr>
          <p:cNvPr id="40963" name="Content Placeholder 2"/>
          <p:cNvSpPr>
            <a:spLocks noGrp="1"/>
          </p:cNvSpPr>
          <p:nvPr>
            <p:ph idx="1"/>
          </p:nvPr>
        </p:nvSpPr>
        <p:spPr/>
        <p:txBody>
          <a:bodyPr/>
          <a:lstStyle/>
          <a:p>
            <a:pPr eaLnBrk="1" hangingPunct="1"/>
            <a:r>
              <a:rPr lang="en-US"/>
              <a:t>Based on recursive function theory</a:t>
            </a:r>
          </a:p>
          <a:p>
            <a:pPr eaLnBrk="1" hangingPunct="1"/>
            <a:r>
              <a:rPr lang="en-US"/>
              <a:t>The most abstract semantics description method</a:t>
            </a:r>
          </a:p>
          <a:p>
            <a:pPr eaLnBrk="1" hangingPunct="1"/>
            <a:r>
              <a:rPr lang="en-US"/>
              <a:t>Originally developed by Scott and Strachey (1970)</a:t>
            </a:r>
          </a:p>
        </p:txBody>
      </p:sp>
      <p:sp>
        <p:nvSpPr>
          <p:cNvPr id="40964" name="Footer Placeholder 3"/>
          <p:cNvSpPr>
            <a:spLocks noGrp="1"/>
          </p:cNvSpPr>
          <p:nvPr>
            <p:ph type="ftr" sz="quarter" idx="10"/>
          </p:nvPr>
        </p:nvSpPr>
        <p:spPr>
          <a:noFill/>
        </p:spPr>
        <p:txBody>
          <a:bodyPr/>
          <a:lstStyle/>
          <a:p>
            <a:r>
              <a:rPr lang="en-US"/>
              <a:t>Copyright © 2012 Addison-Wesley. All rights reserved.</a:t>
            </a:r>
          </a:p>
        </p:txBody>
      </p:sp>
      <p:sp>
        <p:nvSpPr>
          <p:cNvPr id="40965" name="Slide Number Placeholder 4"/>
          <p:cNvSpPr>
            <a:spLocks noGrp="1"/>
          </p:cNvSpPr>
          <p:nvPr>
            <p:ph type="sldNum" sz="quarter" idx="11"/>
          </p:nvPr>
        </p:nvSpPr>
        <p:spPr>
          <a:noFill/>
        </p:spPr>
        <p:txBody>
          <a:bodyPr/>
          <a:lstStyle/>
          <a:p>
            <a:r>
              <a:rPr lang="en-US"/>
              <a:t>1-</a:t>
            </a:r>
            <a:fld id="{57539B01-7D92-4B5F-BA8D-DDE7D5B5CA92}" type="slidenum">
              <a:rPr lang="en-US" smtClean="0"/>
              <a:pPr/>
              <a:t>35</a:t>
            </a:fld>
            <a:endParaRPr lang="en-US"/>
          </a:p>
        </p:txBody>
      </p:sp>
    </p:spTree>
    <p:extLst>
      <p:ext uri="{BB962C8B-B14F-4D97-AF65-F5344CB8AC3E}">
        <p14:creationId xmlns:p14="http://schemas.microsoft.com/office/powerpoint/2010/main" val="3364576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t>Denotational Semantics - </a:t>
            </a:r>
            <a:r>
              <a:rPr lang="en-US" sz="2800"/>
              <a:t>continued</a:t>
            </a:r>
          </a:p>
        </p:txBody>
      </p:sp>
      <p:sp>
        <p:nvSpPr>
          <p:cNvPr id="41987" name="Content Placeholder 2"/>
          <p:cNvSpPr>
            <a:spLocks noGrp="1"/>
          </p:cNvSpPr>
          <p:nvPr>
            <p:ph idx="1"/>
          </p:nvPr>
        </p:nvSpPr>
        <p:spPr/>
        <p:txBody>
          <a:bodyPr/>
          <a:lstStyle/>
          <a:p>
            <a:pPr eaLnBrk="1" hangingPunct="1"/>
            <a:r>
              <a:rPr lang="en-US"/>
              <a:t>The process of building a denotational specification for a language:</a:t>
            </a:r>
          </a:p>
          <a:p>
            <a:pPr eaLnBrk="1" hangingPunct="1">
              <a:buFontTx/>
              <a:buNone/>
            </a:pPr>
            <a:r>
              <a:rPr lang="en-US"/>
              <a:t>    </a:t>
            </a:r>
            <a:r>
              <a:rPr lang="en-US" sz="2400"/>
              <a:t>- Define a mathematical object for each language</a:t>
            </a:r>
          </a:p>
          <a:p>
            <a:pPr eaLnBrk="1" hangingPunct="1">
              <a:buFontTx/>
              <a:buNone/>
            </a:pPr>
            <a:r>
              <a:rPr lang="en-US" sz="2400"/>
              <a:t>        entity</a:t>
            </a:r>
          </a:p>
          <a:p>
            <a:pPr lvl="1" eaLnBrk="1" hangingPunct="1"/>
            <a:r>
              <a:rPr lang="en-US"/>
              <a:t>Define a function that maps instances of the language entities onto instances of the corresponding mathematical objects</a:t>
            </a:r>
          </a:p>
          <a:p>
            <a:pPr eaLnBrk="1" hangingPunct="1"/>
            <a:r>
              <a:rPr lang="en-US"/>
              <a:t>The meaning of language constructs are defined by only the values of the program's variables</a:t>
            </a:r>
          </a:p>
        </p:txBody>
      </p:sp>
      <p:sp>
        <p:nvSpPr>
          <p:cNvPr id="41988" name="Footer Placeholder 3"/>
          <p:cNvSpPr>
            <a:spLocks noGrp="1"/>
          </p:cNvSpPr>
          <p:nvPr>
            <p:ph type="ftr" sz="quarter" idx="10"/>
          </p:nvPr>
        </p:nvSpPr>
        <p:spPr>
          <a:noFill/>
        </p:spPr>
        <p:txBody>
          <a:bodyPr/>
          <a:lstStyle/>
          <a:p>
            <a:r>
              <a:rPr lang="en-US"/>
              <a:t>Copyright © 2012 Addison-Wesley. All rights reserved.</a:t>
            </a:r>
          </a:p>
        </p:txBody>
      </p:sp>
      <p:sp>
        <p:nvSpPr>
          <p:cNvPr id="41989" name="Slide Number Placeholder 4"/>
          <p:cNvSpPr>
            <a:spLocks noGrp="1"/>
          </p:cNvSpPr>
          <p:nvPr>
            <p:ph type="sldNum" sz="quarter" idx="11"/>
          </p:nvPr>
        </p:nvSpPr>
        <p:spPr>
          <a:noFill/>
        </p:spPr>
        <p:txBody>
          <a:bodyPr/>
          <a:lstStyle/>
          <a:p>
            <a:r>
              <a:rPr lang="en-US"/>
              <a:t>1-</a:t>
            </a:r>
            <a:fld id="{90427DF1-4988-4AF2-989D-FB03DC476B6E}" type="slidenum">
              <a:rPr lang="en-US" smtClean="0"/>
              <a:pPr/>
              <a:t>36</a:t>
            </a:fld>
            <a:endParaRPr lang="en-US"/>
          </a:p>
        </p:txBody>
      </p:sp>
    </p:spTree>
    <p:extLst>
      <p:ext uri="{BB962C8B-B14F-4D97-AF65-F5344CB8AC3E}">
        <p14:creationId xmlns:p14="http://schemas.microsoft.com/office/powerpoint/2010/main" val="976801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t>Denotational Semantics: </a:t>
            </a:r>
            <a:r>
              <a:rPr lang="en-US" sz="2800"/>
              <a:t>program state</a:t>
            </a:r>
          </a:p>
        </p:txBody>
      </p:sp>
      <p:sp>
        <p:nvSpPr>
          <p:cNvPr id="43011" name="Content Placeholder 2"/>
          <p:cNvSpPr>
            <a:spLocks noGrp="1"/>
          </p:cNvSpPr>
          <p:nvPr>
            <p:ph idx="1"/>
          </p:nvPr>
        </p:nvSpPr>
        <p:spPr/>
        <p:txBody>
          <a:bodyPr/>
          <a:lstStyle/>
          <a:p>
            <a:pPr eaLnBrk="1" hangingPunct="1"/>
            <a:r>
              <a:rPr lang="en-US"/>
              <a:t>The state of a program is the values of all its current variables</a:t>
            </a:r>
          </a:p>
          <a:p>
            <a:pPr eaLnBrk="1" hangingPunct="1">
              <a:buFontTx/>
              <a:buNone/>
            </a:pPr>
            <a:r>
              <a:rPr lang="en-US" sz="2400">
                <a:latin typeface="Courier New" pitchFamily="49" charset="0"/>
                <a:cs typeface="Courier New" pitchFamily="49" charset="0"/>
              </a:rPr>
              <a:t>      s = {&lt;i</a:t>
            </a:r>
            <a:r>
              <a:rPr lang="en-US" sz="2400" baseline="-25000">
                <a:latin typeface="Courier New" pitchFamily="49" charset="0"/>
                <a:cs typeface="Courier New" pitchFamily="49" charset="0"/>
              </a:rPr>
              <a:t>1</a:t>
            </a:r>
            <a:r>
              <a:rPr lang="en-US" sz="2400">
                <a:latin typeface="Courier New" pitchFamily="49" charset="0"/>
                <a:cs typeface="Courier New" pitchFamily="49" charset="0"/>
              </a:rPr>
              <a:t>, v</a:t>
            </a:r>
            <a:r>
              <a:rPr lang="en-US" sz="2400" baseline="-25000">
                <a:latin typeface="Courier New" pitchFamily="49" charset="0"/>
                <a:cs typeface="Courier New" pitchFamily="49" charset="0"/>
              </a:rPr>
              <a:t>1</a:t>
            </a:r>
            <a:r>
              <a:rPr lang="en-US" sz="2400">
                <a:latin typeface="Courier New" pitchFamily="49" charset="0"/>
                <a:cs typeface="Courier New" pitchFamily="49" charset="0"/>
              </a:rPr>
              <a:t>&gt;, &lt;i</a:t>
            </a:r>
            <a:r>
              <a:rPr lang="en-US" sz="2400" baseline="-25000">
                <a:latin typeface="Courier New" pitchFamily="49" charset="0"/>
                <a:cs typeface="Courier New" pitchFamily="49" charset="0"/>
              </a:rPr>
              <a:t>2</a:t>
            </a:r>
            <a:r>
              <a:rPr lang="en-US" sz="2400">
                <a:latin typeface="Courier New" pitchFamily="49" charset="0"/>
                <a:cs typeface="Courier New" pitchFamily="49" charset="0"/>
              </a:rPr>
              <a:t>, v</a:t>
            </a:r>
            <a:r>
              <a:rPr lang="en-US" sz="2400" baseline="-25000">
                <a:latin typeface="Courier New" pitchFamily="49" charset="0"/>
                <a:cs typeface="Courier New" pitchFamily="49" charset="0"/>
              </a:rPr>
              <a:t>2</a:t>
            </a:r>
            <a:r>
              <a:rPr lang="en-US" sz="2400">
                <a:latin typeface="Courier New" pitchFamily="49" charset="0"/>
                <a:cs typeface="Courier New" pitchFamily="49" charset="0"/>
              </a:rPr>
              <a:t>&gt;, …, &lt;i</a:t>
            </a:r>
            <a:r>
              <a:rPr lang="en-US" sz="2400" baseline="-25000">
                <a:latin typeface="Courier New" pitchFamily="49" charset="0"/>
                <a:cs typeface="Courier New" pitchFamily="49" charset="0"/>
              </a:rPr>
              <a:t>n</a:t>
            </a:r>
            <a:r>
              <a:rPr lang="en-US" sz="2400">
                <a:latin typeface="Courier New" pitchFamily="49" charset="0"/>
                <a:cs typeface="Courier New" pitchFamily="49" charset="0"/>
              </a:rPr>
              <a:t>, v</a:t>
            </a:r>
            <a:r>
              <a:rPr lang="en-US" sz="2400" baseline="-25000">
                <a:latin typeface="Courier New" pitchFamily="49" charset="0"/>
                <a:cs typeface="Courier New" pitchFamily="49" charset="0"/>
              </a:rPr>
              <a:t>n</a:t>
            </a:r>
            <a:r>
              <a:rPr lang="en-US" sz="2400">
                <a:latin typeface="Courier New" pitchFamily="49" charset="0"/>
                <a:cs typeface="Courier New" pitchFamily="49" charset="0"/>
              </a:rPr>
              <a:t>&gt;}</a:t>
            </a:r>
          </a:p>
          <a:p>
            <a:pPr eaLnBrk="1" hangingPunct="1"/>
            <a:endParaRPr lang="en-US" sz="2400" b="1">
              <a:latin typeface="Courier New" pitchFamily="49" charset="0"/>
              <a:cs typeface="Courier New" pitchFamily="49" charset="0"/>
            </a:endParaRPr>
          </a:p>
          <a:p>
            <a:pPr eaLnBrk="1" hangingPunct="1"/>
            <a:r>
              <a:rPr lang="en-US"/>
              <a:t>Let </a:t>
            </a:r>
            <a:r>
              <a:rPr lang="en-US" b="1">
                <a:latin typeface="Arial" charset="0"/>
              </a:rPr>
              <a:t>VARMAP</a:t>
            </a:r>
            <a:r>
              <a:rPr lang="en-US"/>
              <a:t> be a function that, when given a variable name and a state, returns the current value of the variable</a:t>
            </a:r>
          </a:p>
          <a:p>
            <a:pPr eaLnBrk="1" hangingPunct="1">
              <a:buFontTx/>
              <a:buNone/>
            </a:pPr>
            <a:r>
              <a:rPr lang="en-US"/>
              <a:t>         </a:t>
            </a:r>
            <a:r>
              <a:rPr lang="en-US">
                <a:latin typeface="Courier New" pitchFamily="49" charset="0"/>
                <a:cs typeface="Courier New" pitchFamily="49" charset="0"/>
              </a:rPr>
              <a:t>VARMAP(i</a:t>
            </a:r>
            <a:r>
              <a:rPr lang="en-US" baseline="-25000">
                <a:latin typeface="Courier New" pitchFamily="49" charset="0"/>
                <a:cs typeface="Courier New" pitchFamily="49" charset="0"/>
              </a:rPr>
              <a:t>j</a:t>
            </a:r>
            <a:r>
              <a:rPr lang="en-US">
                <a:latin typeface="Courier New" pitchFamily="49" charset="0"/>
                <a:cs typeface="Courier New" pitchFamily="49" charset="0"/>
              </a:rPr>
              <a:t>, s) = v</a:t>
            </a:r>
            <a:r>
              <a:rPr lang="en-US" baseline="-25000">
                <a:latin typeface="Courier New" pitchFamily="49" charset="0"/>
                <a:cs typeface="Courier New" pitchFamily="49" charset="0"/>
              </a:rPr>
              <a:t>j</a:t>
            </a:r>
          </a:p>
          <a:p>
            <a:pPr eaLnBrk="1" hangingPunct="1"/>
            <a:endParaRPr lang="en-US"/>
          </a:p>
        </p:txBody>
      </p:sp>
      <p:sp>
        <p:nvSpPr>
          <p:cNvPr id="43012" name="Footer Placeholder 3"/>
          <p:cNvSpPr>
            <a:spLocks noGrp="1"/>
          </p:cNvSpPr>
          <p:nvPr>
            <p:ph type="ftr" sz="quarter" idx="10"/>
          </p:nvPr>
        </p:nvSpPr>
        <p:spPr>
          <a:noFill/>
        </p:spPr>
        <p:txBody>
          <a:bodyPr/>
          <a:lstStyle/>
          <a:p>
            <a:r>
              <a:rPr lang="en-US"/>
              <a:t>Copyright © 2012 Addison-Wesley. All rights reserved.</a:t>
            </a:r>
          </a:p>
        </p:txBody>
      </p:sp>
      <p:sp>
        <p:nvSpPr>
          <p:cNvPr id="43013" name="Slide Number Placeholder 4"/>
          <p:cNvSpPr>
            <a:spLocks noGrp="1"/>
          </p:cNvSpPr>
          <p:nvPr>
            <p:ph type="sldNum" sz="quarter" idx="11"/>
          </p:nvPr>
        </p:nvSpPr>
        <p:spPr>
          <a:noFill/>
        </p:spPr>
        <p:txBody>
          <a:bodyPr/>
          <a:lstStyle/>
          <a:p>
            <a:r>
              <a:rPr lang="en-US"/>
              <a:t>1-</a:t>
            </a:r>
            <a:fld id="{651D07A9-B280-4E74-9496-2519E3888CEE}" type="slidenum">
              <a:rPr lang="en-US" smtClean="0"/>
              <a:pPr/>
              <a:t>37</a:t>
            </a:fld>
            <a:endParaRPr lang="en-US"/>
          </a:p>
        </p:txBody>
      </p:sp>
    </p:spTree>
    <p:extLst>
      <p:ext uri="{BB962C8B-B14F-4D97-AF65-F5344CB8AC3E}">
        <p14:creationId xmlns:p14="http://schemas.microsoft.com/office/powerpoint/2010/main" val="3575027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t>Decimal Numbers</a:t>
            </a:r>
          </a:p>
        </p:txBody>
      </p:sp>
      <p:sp>
        <p:nvSpPr>
          <p:cNvPr id="44035" name="Content Placeholder 2"/>
          <p:cNvSpPr>
            <a:spLocks noGrp="1"/>
          </p:cNvSpPr>
          <p:nvPr>
            <p:ph idx="1"/>
          </p:nvPr>
        </p:nvSpPr>
        <p:spPr/>
        <p:txBody>
          <a:bodyPr/>
          <a:lstStyle/>
          <a:p>
            <a:pPr eaLnBrk="1" hangingPunct="1">
              <a:lnSpc>
                <a:spcPct val="90000"/>
              </a:lnSpc>
              <a:buFontTx/>
              <a:buNone/>
            </a:pPr>
            <a:r>
              <a:rPr lang="en-US" sz="2000">
                <a:latin typeface="Courier New" pitchFamily="49" charset="0"/>
                <a:cs typeface="Courier New" pitchFamily="49" charset="0"/>
              </a:rPr>
              <a:t>&lt;dec_num&gt; </a:t>
            </a:r>
            <a:r>
              <a:rPr lang="en-US" sz="2000">
                <a:latin typeface="Courier New" pitchFamily="49" charset="0"/>
                <a:cs typeface="Courier New" pitchFamily="49" charset="0"/>
                <a:sym typeface="Symbol" pitchFamily="18" charset="2"/>
              </a:rPr>
              <a:t></a:t>
            </a:r>
            <a:r>
              <a:rPr lang="en-US" sz="2000">
                <a:latin typeface="Courier New" pitchFamily="49" charset="0"/>
                <a:cs typeface="Courier New" pitchFamily="49" charset="0"/>
              </a:rPr>
              <a:t>  '0' | '1' | '2' | '3' | '4' | '5' | </a:t>
            </a:r>
          </a:p>
          <a:p>
            <a:pPr eaLnBrk="1" hangingPunct="1">
              <a:lnSpc>
                <a:spcPct val="90000"/>
              </a:lnSpc>
              <a:buFontTx/>
              <a:buNone/>
            </a:pPr>
            <a:r>
              <a:rPr lang="en-US" sz="2000">
                <a:latin typeface="Courier New" pitchFamily="49" charset="0"/>
                <a:cs typeface="Courier New" pitchFamily="49" charset="0"/>
              </a:rPr>
              <a:t>              '6' | '7' | '8' | '9' | </a:t>
            </a:r>
          </a:p>
          <a:p>
            <a:pPr eaLnBrk="1" hangingPunct="1">
              <a:lnSpc>
                <a:spcPct val="90000"/>
              </a:lnSpc>
              <a:buFontTx/>
              <a:buNone/>
            </a:pPr>
            <a:r>
              <a:rPr lang="en-US" sz="2000">
                <a:latin typeface="Courier New" pitchFamily="49" charset="0"/>
                <a:cs typeface="Courier New" pitchFamily="49" charset="0"/>
              </a:rPr>
              <a:t>              &lt;dec_num&gt; ('0' | '1' | '2' | '3' |</a:t>
            </a:r>
          </a:p>
          <a:p>
            <a:pPr eaLnBrk="1" hangingPunct="1">
              <a:lnSpc>
                <a:spcPct val="90000"/>
              </a:lnSpc>
              <a:buFontTx/>
              <a:buNone/>
            </a:pPr>
            <a:r>
              <a:rPr lang="en-US" sz="2000">
                <a:latin typeface="Courier New" pitchFamily="49" charset="0"/>
                <a:cs typeface="Courier New" pitchFamily="49" charset="0"/>
              </a:rPr>
              <a:t>                         '4' | '5' | '6' | '7' | </a:t>
            </a:r>
          </a:p>
          <a:p>
            <a:pPr eaLnBrk="1" hangingPunct="1">
              <a:lnSpc>
                <a:spcPct val="90000"/>
              </a:lnSpc>
              <a:buFontTx/>
              <a:buNone/>
            </a:pPr>
            <a:r>
              <a:rPr lang="en-US" sz="2000">
                <a:latin typeface="Courier New" pitchFamily="49" charset="0"/>
                <a:cs typeface="Courier New" pitchFamily="49" charset="0"/>
              </a:rPr>
              <a:t>                         '8' | '9')</a:t>
            </a:r>
          </a:p>
          <a:p>
            <a:pPr eaLnBrk="1" hangingPunct="1">
              <a:lnSpc>
                <a:spcPct val="90000"/>
              </a:lnSpc>
              <a:buFontTx/>
              <a:buNone/>
            </a:pPr>
            <a:endParaRPr lang="en-US" sz="2000">
              <a:latin typeface="Courier New" pitchFamily="49" charset="0"/>
              <a:cs typeface="Courier New" pitchFamily="49" charset="0"/>
            </a:endParaRPr>
          </a:p>
          <a:p>
            <a:pPr eaLnBrk="1" hangingPunct="1">
              <a:lnSpc>
                <a:spcPct val="90000"/>
              </a:lnSpc>
              <a:buFontTx/>
              <a:buNone/>
            </a:pPr>
            <a:r>
              <a:rPr lang="en-US" sz="2000">
                <a:latin typeface="Courier New" pitchFamily="49" charset="0"/>
                <a:cs typeface="Courier New" pitchFamily="49" charset="0"/>
              </a:rPr>
              <a:t>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('0') = 0,  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('1') = 1, …,  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('9') = 9</a:t>
            </a:r>
          </a:p>
          <a:p>
            <a:pPr eaLnBrk="1" hangingPunct="1">
              <a:lnSpc>
                <a:spcPct val="90000"/>
              </a:lnSpc>
              <a:buFontTx/>
              <a:buNone/>
            </a:pPr>
            <a:r>
              <a:rPr lang="en-US" sz="2000">
                <a:latin typeface="Courier New" pitchFamily="49" charset="0"/>
                <a:cs typeface="Courier New" pitchFamily="49" charset="0"/>
              </a:rPr>
              <a:t>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 '0') = 10 * 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a:t>
            </a:r>
          </a:p>
          <a:p>
            <a:pPr eaLnBrk="1" hangingPunct="1">
              <a:lnSpc>
                <a:spcPct val="90000"/>
              </a:lnSpc>
              <a:buFontTx/>
              <a:buNone/>
            </a:pPr>
            <a:r>
              <a:rPr lang="en-US" sz="2000">
                <a:latin typeface="Courier New" pitchFamily="49" charset="0"/>
                <a:cs typeface="Courier New" pitchFamily="49" charset="0"/>
              </a:rPr>
              <a:t>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 '1’) = 10 * 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 + 1</a:t>
            </a:r>
          </a:p>
          <a:p>
            <a:pPr eaLnBrk="1" hangingPunct="1">
              <a:lnSpc>
                <a:spcPct val="90000"/>
              </a:lnSpc>
              <a:buFontTx/>
              <a:buNone/>
            </a:pPr>
            <a:r>
              <a:rPr lang="en-US" sz="2000">
                <a:latin typeface="Courier New" pitchFamily="49" charset="0"/>
                <a:cs typeface="Courier New" pitchFamily="49" charset="0"/>
              </a:rPr>
              <a:t>…</a:t>
            </a:r>
          </a:p>
          <a:p>
            <a:pPr eaLnBrk="1" hangingPunct="1">
              <a:lnSpc>
                <a:spcPct val="90000"/>
              </a:lnSpc>
              <a:buFontTx/>
              <a:buNone/>
            </a:pPr>
            <a:r>
              <a:rPr lang="en-US" sz="2000">
                <a:latin typeface="Courier New" pitchFamily="49" charset="0"/>
                <a:cs typeface="Courier New" pitchFamily="49" charset="0"/>
              </a:rPr>
              <a:t>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 '9') = 10 * M</a:t>
            </a:r>
            <a:r>
              <a:rPr lang="en-US" sz="2000" baseline="-25000">
                <a:latin typeface="Courier New" pitchFamily="49" charset="0"/>
                <a:cs typeface="Courier New" pitchFamily="49" charset="0"/>
              </a:rPr>
              <a:t>dec</a:t>
            </a:r>
            <a:r>
              <a:rPr lang="en-US" sz="2000">
                <a:latin typeface="Courier New" pitchFamily="49" charset="0"/>
                <a:cs typeface="Courier New" pitchFamily="49" charset="0"/>
              </a:rPr>
              <a:t> (&lt;dec_num&gt;) + 9</a:t>
            </a:r>
          </a:p>
          <a:p>
            <a:pPr eaLnBrk="1" hangingPunct="1">
              <a:lnSpc>
                <a:spcPct val="90000"/>
              </a:lnSpc>
            </a:pPr>
            <a:endParaRPr lang="en-US" sz="2000">
              <a:latin typeface="Courier New" pitchFamily="49" charset="0"/>
              <a:cs typeface="Courier New" pitchFamily="49" charset="0"/>
            </a:endParaRPr>
          </a:p>
          <a:p>
            <a:pPr eaLnBrk="1" hangingPunct="1"/>
            <a:endParaRPr lang="en-US" sz="2000"/>
          </a:p>
        </p:txBody>
      </p:sp>
      <p:sp>
        <p:nvSpPr>
          <p:cNvPr id="44036" name="Footer Placeholder 3"/>
          <p:cNvSpPr>
            <a:spLocks noGrp="1"/>
          </p:cNvSpPr>
          <p:nvPr>
            <p:ph type="ftr" sz="quarter" idx="10"/>
          </p:nvPr>
        </p:nvSpPr>
        <p:spPr>
          <a:noFill/>
        </p:spPr>
        <p:txBody>
          <a:bodyPr/>
          <a:lstStyle/>
          <a:p>
            <a:r>
              <a:rPr lang="en-US"/>
              <a:t>Copyright © 2012 Addison-Wesley. All rights reserved.</a:t>
            </a:r>
          </a:p>
        </p:txBody>
      </p:sp>
      <p:sp>
        <p:nvSpPr>
          <p:cNvPr id="44037" name="Slide Number Placeholder 4"/>
          <p:cNvSpPr>
            <a:spLocks noGrp="1"/>
          </p:cNvSpPr>
          <p:nvPr>
            <p:ph type="sldNum" sz="quarter" idx="11"/>
          </p:nvPr>
        </p:nvSpPr>
        <p:spPr>
          <a:noFill/>
        </p:spPr>
        <p:txBody>
          <a:bodyPr/>
          <a:lstStyle/>
          <a:p>
            <a:r>
              <a:rPr lang="en-US"/>
              <a:t>1-</a:t>
            </a:r>
            <a:fld id="{E9AD9F72-8BA2-4BC2-A002-A7F1D2BC3375}" type="slidenum">
              <a:rPr lang="en-US" smtClean="0"/>
              <a:pPr/>
              <a:t>38</a:t>
            </a:fld>
            <a:endParaRPr lang="en-US"/>
          </a:p>
        </p:txBody>
      </p:sp>
    </p:spTree>
    <p:extLst>
      <p:ext uri="{BB962C8B-B14F-4D97-AF65-F5344CB8AC3E}">
        <p14:creationId xmlns:p14="http://schemas.microsoft.com/office/powerpoint/2010/main" val="1077344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a:t>Expressions</a:t>
            </a:r>
          </a:p>
        </p:txBody>
      </p:sp>
      <p:sp>
        <p:nvSpPr>
          <p:cNvPr id="45059" name="Content Placeholder 2"/>
          <p:cNvSpPr>
            <a:spLocks noGrp="1"/>
          </p:cNvSpPr>
          <p:nvPr>
            <p:ph idx="1"/>
          </p:nvPr>
        </p:nvSpPr>
        <p:spPr/>
        <p:txBody>
          <a:bodyPr/>
          <a:lstStyle/>
          <a:p>
            <a:pPr eaLnBrk="1" hangingPunct="1"/>
            <a:r>
              <a:rPr lang="en-US"/>
              <a:t>Map expressions onto Z  </a:t>
            </a:r>
            <a:r>
              <a:rPr lang="en-US">
                <a:sym typeface="Symbol" pitchFamily="18" charset="2"/>
              </a:rPr>
              <a:t> </a:t>
            </a:r>
            <a:r>
              <a:rPr lang="en-US"/>
              <a:t>{error}</a:t>
            </a:r>
          </a:p>
          <a:p>
            <a:pPr eaLnBrk="1" hangingPunct="1"/>
            <a:r>
              <a:rPr lang="en-US"/>
              <a:t>We assume expressions are decimal numbers, variables, or binary expressions having one arithmetic operator and two operands, each of which can be an expression</a:t>
            </a:r>
          </a:p>
          <a:p>
            <a:pPr eaLnBrk="1" hangingPunct="1"/>
            <a:endParaRPr lang="en-US"/>
          </a:p>
        </p:txBody>
      </p:sp>
      <p:sp>
        <p:nvSpPr>
          <p:cNvPr id="45060" name="Footer Placeholder 3"/>
          <p:cNvSpPr>
            <a:spLocks noGrp="1"/>
          </p:cNvSpPr>
          <p:nvPr>
            <p:ph type="ftr" sz="quarter" idx="10"/>
          </p:nvPr>
        </p:nvSpPr>
        <p:spPr>
          <a:noFill/>
        </p:spPr>
        <p:txBody>
          <a:bodyPr/>
          <a:lstStyle/>
          <a:p>
            <a:r>
              <a:rPr lang="en-US"/>
              <a:t>Copyright © 2012 Addison-Wesley. All rights reserved.</a:t>
            </a:r>
          </a:p>
        </p:txBody>
      </p:sp>
      <p:sp>
        <p:nvSpPr>
          <p:cNvPr id="45061" name="Slide Number Placeholder 4"/>
          <p:cNvSpPr>
            <a:spLocks noGrp="1"/>
          </p:cNvSpPr>
          <p:nvPr>
            <p:ph type="sldNum" sz="quarter" idx="11"/>
          </p:nvPr>
        </p:nvSpPr>
        <p:spPr>
          <a:noFill/>
        </p:spPr>
        <p:txBody>
          <a:bodyPr/>
          <a:lstStyle/>
          <a:p>
            <a:r>
              <a:rPr lang="en-US"/>
              <a:t>1-</a:t>
            </a:r>
            <a:fld id="{F0B8E9F8-6159-4D11-840E-C16A0B7E3084}" type="slidenum">
              <a:rPr lang="en-US" smtClean="0"/>
              <a:pPr/>
              <a:t>39</a:t>
            </a:fld>
            <a:endParaRPr lang="en-US"/>
          </a:p>
        </p:txBody>
      </p:sp>
    </p:spTree>
    <p:extLst>
      <p:ext uri="{BB962C8B-B14F-4D97-AF65-F5344CB8AC3E}">
        <p14:creationId xmlns:p14="http://schemas.microsoft.com/office/powerpoint/2010/main" val="4238788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a:t>Expressions</a:t>
            </a:r>
          </a:p>
        </p:txBody>
      </p:sp>
      <p:sp>
        <p:nvSpPr>
          <p:cNvPr id="46083" name="Content Placeholder 2"/>
          <p:cNvSpPr>
            <a:spLocks noGrp="1"/>
          </p:cNvSpPr>
          <p:nvPr>
            <p:ph idx="1"/>
          </p:nvPr>
        </p:nvSpPr>
        <p:spPr/>
        <p:txBody>
          <a:bodyPr/>
          <a:lstStyle/>
          <a:p>
            <a:pPr>
              <a:lnSpc>
                <a:spcPct val="80000"/>
              </a:lnSpc>
              <a:spcBef>
                <a:spcPct val="0"/>
              </a:spcBef>
              <a:buFontTx/>
              <a:buNone/>
            </a:pPr>
            <a:r>
              <a:rPr lang="en-US" sz="1600">
                <a:latin typeface="Courier New" pitchFamily="49" charset="0"/>
              </a:rPr>
              <a:t>M</a:t>
            </a:r>
            <a:r>
              <a:rPr lang="en-US" sz="1600" baseline="-25000">
                <a:latin typeface="Courier New" pitchFamily="49" charset="0"/>
              </a:rPr>
              <a:t>e</a:t>
            </a:r>
            <a:r>
              <a:rPr lang="en-US" sz="1600">
                <a:latin typeface="Courier New" pitchFamily="49" charset="0"/>
              </a:rPr>
              <a:t>(&lt;expr&gt;, s) </a:t>
            </a:r>
            <a:r>
              <a:rPr lang="en-US" sz="1600">
                <a:latin typeface="Courier New" pitchFamily="49" charset="0"/>
                <a:sym typeface="Symbol" pitchFamily="18" charset="2"/>
              </a:rPr>
              <a:t></a:t>
            </a:r>
            <a:r>
              <a:rPr lang="en-US" sz="1600">
                <a:latin typeface="Courier New" pitchFamily="49" charset="0"/>
              </a:rPr>
              <a:t>=</a:t>
            </a:r>
          </a:p>
          <a:p>
            <a:pPr>
              <a:lnSpc>
                <a:spcPct val="80000"/>
              </a:lnSpc>
              <a:spcBef>
                <a:spcPct val="0"/>
              </a:spcBef>
              <a:buFontTx/>
              <a:buNone/>
            </a:pPr>
            <a:r>
              <a:rPr lang="en-US" sz="1600">
                <a:latin typeface="Courier New" pitchFamily="49" charset="0"/>
              </a:rPr>
              <a:t>    case &lt;expr&gt; of</a:t>
            </a:r>
          </a:p>
          <a:p>
            <a:pPr>
              <a:lnSpc>
                <a:spcPct val="80000"/>
              </a:lnSpc>
              <a:spcBef>
                <a:spcPct val="0"/>
              </a:spcBef>
              <a:buFontTx/>
              <a:buNone/>
            </a:pPr>
            <a:r>
              <a:rPr lang="en-US" sz="1600">
                <a:latin typeface="Courier New" pitchFamily="49" charset="0"/>
              </a:rPr>
              <a:t>      &lt;dec_num&gt; =&gt; M</a:t>
            </a:r>
            <a:r>
              <a:rPr lang="en-US" sz="1600" baseline="-25000">
                <a:latin typeface="Courier New" pitchFamily="49" charset="0"/>
              </a:rPr>
              <a:t>dec</a:t>
            </a:r>
            <a:r>
              <a:rPr lang="en-US" sz="1600">
                <a:latin typeface="Courier New" pitchFamily="49" charset="0"/>
              </a:rPr>
              <a:t>(&lt;dec_num&gt;, s)</a:t>
            </a:r>
          </a:p>
          <a:p>
            <a:pPr>
              <a:lnSpc>
                <a:spcPct val="80000"/>
              </a:lnSpc>
              <a:spcBef>
                <a:spcPct val="0"/>
              </a:spcBef>
              <a:buFontTx/>
              <a:buNone/>
            </a:pPr>
            <a:r>
              <a:rPr lang="en-US" sz="1600">
                <a:latin typeface="Courier New" pitchFamily="49" charset="0"/>
              </a:rPr>
              <a:t>      &lt;var&gt; =&gt; </a:t>
            </a:r>
          </a:p>
          <a:p>
            <a:pPr>
              <a:lnSpc>
                <a:spcPct val="80000"/>
              </a:lnSpc>
              <a:spcBef>
                <a:spcPct val="0"/>
              </a:spcBef>
              <a:buFontTx/>
              <a:buNone/>
            </a:pPr>
            <a:r>
              <a:rPr lang="en-US" sz="1600">
                <a:latin typeface="Courier New" pitchFamily="49" charset="0"/>
              </a:rPr>
              <a:t>           if VARMAP(&lt;var&gt;, s) == undef</a:t>
            </a:r>
          </a:p>
          <a:p>
            <a:pPr>
              <a:lnSpc>
                <a:spcPct val="80000"/>
              </a:lnSpc>
              <a:spcBef>
                <a:spcPct val="0"/>
              </a:spcBef>
              <a:buFontTx/>
              <a:buNone/>
            </a:pPr>
            <a:r>
              <a:rPr lang="en-US" sz="1600">
                <a:latin typeface="Courier New" pitchFamily="49" charset="0"/>
              </a:rPr>
              <a:t>                then error</a:t>
            </a:r>
          </a:p>
          <a:p>
            <a:pPr>
              <a:lnSpc>
                <a:spcPct val="80000"/>
              </a:lnSpc>
              <a:spcBef>
                <a:spcPct val="0"/>
              </a:spcBef>
              <a:buFontTx/>
              <a:buNone/>
            </a:pPr>
            <a:r>
              <a:rPr lang="en-US" sz="1600">
                <a:latin typeface="Courier New" pitchFamily="49" charset="0"/>
              </a:rPr>
              <a:t>                else VARMAP(&lt;var&gt;, s)</a:t>
            </a:r>
          </a:p>
          <a:p>
            <a:pPr>
              <a:lnSpc>
                <a:spcPct val="80000"/>
              </a:lnSpc>
              <a:spcBef>
                <a:spcPct val="0"/>
              </a:spcBef>
              <a:buFontTx/>
              <a:buNone/>
            </a:pPr>
            <a:r>
              <a:rPr lang="en-US" sz="1600">
                <a:latin typeface="Courier New" pitchFamily="49" charset="0"/>
              </a:rPr>
              <a:t>     &lt;binary_expr&gt; =&gt; </a:t>
            </a:r>
          </a:p>
          <a:p>
            <a:pPr>
              <a:lnSpc>
                <a:spcPct val="80000"/>
              </a:lnSpc>
              <a:spcBef>
                <a:spcPct val="0"/>
              </a:spcBef>
              <a:buFontTx/>
              <a:buNone/>
            </a:pPr>
            <a:r>
              <a:rPr lang="en-US" sz="1600">
                <a:latin typeface="Courier New" pitchFamily="49" charset="0"/>
              </a:rPr>
              <a:t>          if (M</a:t>
            </a:r>
            <a:r>
              <a:rPr lang="en-US" sz="1600" baseline="-25000">
                <a:latin typeface="Courier New" pitchFamily="49" charset="0"/>
              </a:rPr>
              <a:t>e</a:t>
            </a:r>
            <a:r>
              <a:rPr lang="en-US" sz="1600">
                <a:latin typeface="Courier New" pitchFamily="49" charset="0"/>
              </a:rPr>
              <a:t>(&lt;binary_expr&gt;.&lt;left_expr&gt;, s) == undef</a:t>
            </a:r>
          </a:p>
          <a:p>
            <a:pPr>
              <a:lnSpc>
                <a:spcPct val="80000"/>
              </a:lnSpc>
              <a:spcBef>
                <a:spcPct val="0"/>
              </a:spcBef>
              <a:buFontTx/>
              <a:buNone/>
            </a:pPr>
            <a:r>
              <a:rPr lang="en-US" sz="1600">
                <a:latin typeface="Courier New" pitchFamily="49" charset="0"/>
              </a:rPr>
              <a:t>                OR M</a:t>
            </a:r>
            <a:r>
              <a:rPr lang="en-US" sz="1600" baseline="-25000">
                <a:latin typeface="Courier New" pitchFamily="49" charset="0"/>
              </a:rPr>
              <a:t>e</a:t>
            </a:r>
            <a:r>
              <a:rPr lang="en-US" sz="1600">
                <a:latin typeface="Courier New" pitchFamily="49" charset="0"/>
              </a:rPr>
              <a:t>(&lt;binary_expr&gt;.&lt;right_expr&gt;, s) =</a:t>
            </a:r>
          </a:p>
          <a:p>
            <a:pPr>
              <a:lnSpc>
                <a:spcPct val="80000"/>
              </a:lnSpc>
              <a:spcBef>
                <a:spcPct val="0"/>
              </a:spcBef>
              <a:buFontTx/>
              <a:buNone/>
            </a:pPr>
            <a:r>
              <a:rPr lang="en-US" sz="1600">
                <a:latin typeface="Courier New" pitchFamily="49" charset="0"/>
              </a:rPr>
              <a:t>                              undef)</a:t>
            </a:r>
          </a:p>
          <a:p>
            <a:pPr>
              <a:lnSpc>
                <a:spcPct val="80000"/>
              </a:lnSpc>
              <a:spcBef>
                <a:spcPct val="0"/>
              </a:spcBef>
              <a:buFontTx/>
              <a:buNone/>
            </a:pPr>
            <a:r>
              <a:rPr lang="en-US" sz="1600">
                <a:latin typeface="Courier New" pitchFamily="49" charset="0"/>
              </a:rPr>
              <a:t>               then error</a:t>
            </a:r>
          </a:p>
          <a:p>
            <a:pPr lvl="2">
              <a:lnSpc>
                <a:spcPct val="96000"/>
              </a:lnSpc>
              <a:spcBef>
                <a:spcPct val="0"/>
              </a:spcBef>
              <a:buFontTx/>
              <a:buNone/>
            </a:pPr>
            <a:r>
              <a:rPr lang="en-US" sz="1700">
                <a:latin typeface="Courier New" pitchFamily="49" charset="0"/>
              </a:rPr>
              <a:t>   else</a:t>
            </a:r>
          </a:p>
          <a:p>
            <a:pPr lvl="2">
              <a:lnSpc>
                <a:spcPct val="96000"/>
              </a:lnSpc>
              <a:spcBef>
                <a:spcPct val="0"/>
              </a:spcBef>
              <a:buFontTx/>
              <a:buNone/>
            </a:pPr>
            <a:r>
              <a:rPr lang="en-US" sz="1700">
                <a:latin typeface="Courier New" pitchFamily="49" charset="0"/>
              </a:rPr>
              <a:t>   if (&lt;binary_expr&gt;.&lt;operator&gt; == </a:t>
            </a:r>
            <a:r>
              <a:rPr lang="en-US" sz="1500">
                <a:latin typeface="Courier New" pitchFamily="49" charset="0"/>
                <a:cs typeface="Courier New" pitchFamily="49" charset="0"/>
              </a:rPr>
              <a:t>'</a:t>
            </a:r>
            <a:r>
              <a:rPr lang="en-US" sz="1700">
                <a:latin typeface="Courier New" pitchFamily="49" charset="0"/>
              </a:rPr>
              <a:t>+</a:t>
            </a:r>
            <a:r>
              <a:rPr lang="en-US" sz="1500">
                <a:latin typeface="Courier New" pitchFamily="49" charset="0"/>
                <a:cs typeface="Courier New" pitchFamily="49" charset="0"/>
              </a:rPr>
              <a:t>'</a:t>
            </a:r>
            <a:r>
              <a:rPr lang="en-US" sz="1700">
                <a:latin typeface="Courier New" pitchFamily="49" charset="0"/>
              </a:rPr>
              <a:t> then</a:t>
            </a:r>
          </a:p>
          <a:p>
            <a:pPr lvl="2">
              <a:lnSpc>
                <a:spcPct val="96000"/>
              </a:lnSpc>
              <a:spcBef>
                <a:spcPct val="0"/>
              </a:spcBef>
              <a:buFontTx/>
              <a:buNone/>
            </a:pPr>
            <a:r>
              <a:rPr lang="en-US" sz="1700">
                <a:latin typeface="Courier New" pitchFamily="49" charset="0"/>
              </a:rPr>
              <a:t>      M</a:t>
            </a:r>
            <a:r>
              <a:rPr lang="en-US" sz="1700" baseline="-25000">
                <a:latin typeface="Courier New" pitchFamily="49" charset="0"/>
              </a:rPr>
              <a:t>e</a:t>
            </a:r>
            <a:r>
              <a:rPr lang="en-US" sz="1700">
                <a:latin typeface="Courier New" pitchFamily="49" charset="0"/>
              </a:rPr>
              <a:t>(&lt;binary_expr&gt;.&lt;left_expr&gt;, s) + </a:t>
            </a:r>
          </a:p>
          <a:p>
            <a:pPr lvl="2">
              <a:lnSpc>
                <a:spcPct val="96000"/>
              </a:lnSpc>
              <a:spcBef>
                <a:spcPct val="0"/>
              </a:spcBef>
              <a:buFontTx/>
              <a:buNone/>
            </a:pPr>
            <a:r>
              <a:rPr lang="en-US" sz="1700">
                <a:latin typeface="Courier New" pitchFamily="49" charset="0"/>
              </a:rPr>
              <a:t>             M</a:t>
            </a:r>
            <a:r>
              <a:rPr lang="en-US" sz="1700" baseline="-25000">
                <a:latin typeface="Courier New" pitchFamily="49" charset="0"/>
              </a:rPr>
              <a:t>e</a:t>
            </a:r>
            <a:r>
              <a:rPr lang="en-US" sz="1700">
                <a:latin typeface="Courier New" pitchFamily="49" charset="0"/>
              </a:rPr>
              <a:t>(&lt;binary_expr&gt;.&lt;right_expr&gt;, s)</a:t>
            </a:r>
          </a:p>
          <a:p>
            <a:pPr lvl="2">
              <a:lnSpc>
                <a:spcPct val="96000"/>
              </a:lnSpc>
              <a:spcBef>
                <a:spcPct val="0"/>
              </a:spcBef>
              <a:buFontTx/>
              <a:buNone/>
            </a:pPr>
            <a:r>
              <a:rPr lang="en-US" sz="1700">
                <a:latin typeface="Courier New" pitchFamily="49" charset="0"/>
              </a:rPr>
              <a:t>   else M</a:t>
            </a:r>
            <a:r>
              <a:rPr lang="en-US" sz="1700" baseline="-25000">
                <a:latin typeface="Courier New" pitchFamily="49" charset="0"/>
              </a:rPr>
              <a:t>e</a:t>
            </a:r>
            <a:r>
              <a:rPr lang="en-US" sz="1700">
                <a:latin typeface="Courier New" pitchFamily="49" charset="0"/>
              </a:rPr>
              <a:t>(&lt;binary_expr&gt;.&lt;left_expr&gt;, s) * </a:t>
            </a:r>
          </a:p>
          <a:p>
            <a:pPr lvl="2">
              <a:lnSpc>
                <a:spcPct val="96000"/>
              </a:lnSpc>
              <a:spcBef>
                <a:spcPct val="0"/>
              </a:spcBef>
              <a:buFontTx/>
              <a:buNone/>
            </a:pPr>
            <a:r>
              <a:rPr lang="en-US" sz="1700">
                <a:latin typeface="Courier New" pitchFamily="49" charset="0"/>
              </a:rPr>
              <a:t>       M</a:t>
            </a:r>
            <a:r>
              <a:rPr lang="en-US" sz="1700" baseline="-25000">
                <a:latin typeface="Courier New" pitchFamily="49" charset="0"/>
              </a:rPr>
              <a:t>e</a:t>
            </a:r>
            <a:r>
              <a:rPr lang="en-US" sz="1700">
                <a:latin typeface="Courier New" pitchFamily="49" charset="0"/>
              </a:rPr>
              <a:t>(&lt;binary_expr&gt;.&lt;right_expr&gt;, s)</a:t>
            </a:r>
          </a:p>
          <a:p>
            <a:pPr lvl="2">
              <a:lnSpc>
                <a:spcPct val="96000"/>
              </a:lnSpc>
              <a:spcBef>
                <a:spcPct val="0"/>
              </a:spcBef>
              <a:buFontTx/>
              <a:buNone/>
            </a:pPr>
            <a:r>
              <a:rPr lang="en-US" sz="1700" b="1">
                <a:latin typeface="Courier New" pitchFamily="49" charset="0"/>
                <a:cs typeface="Courier New" pitchFamily="49" charset="0"/>
              </a:rPr>
              <a:t>...</a:t>
            </a:r>
          </a:p>
          <a:p>
            <a:pPr eaLnBrk="1" hangingPunct="1"/>
            <a:endParaRPr lang="en-US"/>
          </a:p>
        </p:txBody>
      </p:sp>
      <p:sp>
        <p:nvSpPr>
          <p:cNvPr id="46084" name="Footer Placeholder 3"/>
          <p:cNvSpPr>
            <a:spLocks noGrp="1"/>
          </p:cNvSpPr>
          <p:nvPr>
            <p:ph type="ftr" sz="quarter" idx="10"/>
          </p:nvPr>
        </p:nvSpPr>
        <p:spPr>
          <a:noFill/>
        </p:spPr>
        <p:txBody>
          <a:bodyPr/>
          <a:lstStyle/>
          <a:p>
            <a:r>
              <a:rPr lang="en-US"/>
              <a:t>Copyright © 2012 Addison-Wesley. All rights reserved.</a:t>
            </a:r>
          </a:p>
        </p:txBody>
      </p:sp>
      <p:sp>
        <p:nvSpPr>
          <p:cNvPr id="46085" name="Slide Number Placeholder 4"/>
          <p:cNvSpPr>
            <a:spLocks noGrp="1"/>
          </p:cNvSpPr>
          <p:nvPr>
            <p:ph type="sldNum" sz="quarter" idx="11"/>
          </p:nvPr>
        </p:nvSpPr>
        <p:spPr>
          <a:noFill/>
        </p:spPr>
        <p:txBody>
          <a:bodyPr/>
          <a:lstStyle/>
          <a:p>
            <a:r>
              <a:rPr lang="en-US"/>
              <a:t>1-</a:t>
            </a:r>
            <a:fld id="{C327C7F0-0F9D-4ACE-A5CA-40F859C637FE}" type="slidenum">
              <a:rPr lang="en-US" smtClean="0"/>
              <a:pPr/>
              <a:t>40</a:t>
            </a:fld>
            <a:endParaRPr lang="en-US"/>
          </a:p>
        </p:txBody>
      </p:sp>
    </p:spTree>
    <p:extLst>
      <p:ext uri="{BB962C8B-B14F-4D97-AF65-F5344CB8AC3E}">
        <p14:creationId xmlns:p14="http://schemas.microsoft.com/office/powerpoint/2010/main" val="1588710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t>Assignment Statements</a:t>
            </a:r>
          </a:p>
        </p:txBody>
      </p:sp>
      <p:sp>
        <p:nvSpPr>
          <p:cNvPr id="47107" name="Content Placeholder 2"/>
          <p:cNvSpPr>
            <a:spLocks noGrp="1"/>
          </p:cNvSpPr>
          <p:nvPr>
            <p:ph idx="1"/>
          </p:nvPr>
        </p:nvSpPr>
        <p:spPr/>
        <p:txBody>
          <a:bodyPr/>
          <a:lstStyle/>
          <a:p>
            <a:pPr eaLnBrk="1" hangingPunct="1">
              <a:lnSpc>
                <a:spcPct val="90000"/>
              </a:lnSpc>
            </a:pPr>
            <a:r>
              <a:rPr lang="en-US" sz="2400"/>
              <a:t>Maps state sets to state sets U {</a:t>
            </a:r>
            <a:r>
              <a:rPr lang="en-US" sz="2000">
                <a:latin typeface="Courier New" pitchFamily="49" charset="0"/>
                <a:cs typeface="Courier New" pitchFamily="49" charset="0"/>
              </a:rPr>
              <a:t>error</a:t>
            </a:r>
            <a:r>
              <a:rPr lang="en-US" sz="2400"/>
              <a:t>}</a:t>
            </a:r>
          </a:p>
          <a:p>
            <a:pPr lvl="1" eaLnBrk="1" hangingPunct="1">
              <a:lnSpc>
                <a:spcPct val="90000"/>
              </a:lnSpc>
            </a:pPr>
            <a:endParaRPr lang="en-US" sz="2000"/>
          </a:p>
          <a:p>
            <a:pPr eaLnBrk="1" hangingPunct="1">
              <a:lnSpc>
                <a:spcPct val="90000"/>
              </a:lnSpc>
              <a:buFontTx/>
              <a:buNone/>
            </a:pPr>
            <a:r>
              <a:rPr lang="en-US" sz="2000">
                <a:latin typeface="Courier New" pitchFamily="49" charset="0"/>
              </a:rPr>
              <a:t>M</a:t>
            </a:r>
            <a:r>
              <a:rPr lang="en-US" sz="2000" baseline="-25000">
                <a:latin typeface="Courier New" pitchFamily="49" charset="0"/>
              </a:rPr>
              <a:t>a</a:t>
            </a:r>
            <a:r>
              <a:rPr lang="en-US" sz="2000">
                <a:latin typeface="Courier New" pitchFamily="49" charset="0"/>
              </a:rPr>
              <a:t>(x := E, s) </a:t>
            </a:r>
            <a:r>
              <a:rPr lang="en-US" sz="2000">
                <a:latin typeface="Courier New" pitchFamily="49" charset="0"/>
                <a:sym typeface="Symbol" pitchFamily="18" charset="2"/>
              </a:rPr>
              <a:t>=</a:t>
            </a:r>
          </a:p>
          <a:p>
            <a:pPr eaLnBrk="1" hangingPunct="1">
              <a:lnSpc>
                <a:spcPct val="90000"/>
              </a:lnSpc>
              <a:buFontTx/>
              <a:buNone/>
            </a:pPr>
            <a:r>
              <a:rPr lang="en-US" sz="2000">
                <a:latin typeface="Courier New" pitchFamily="49" charset="0"/>
              </a:rPr>
              <a:t>    if M</a:t>
            </a:r>
            <a:r>
              <a:rPr lang="en-US" sz="2000" baseline="-25000">
                <a:latin typeface="Courier New" pitchFamily="49" charset="0"/>
              </a:rPr>
              <a:t>e</a:t>
            </a:r>
            <a:r>
              <a:rPr lang="en-US" sz="2000">
                <a:latin typeface="Courier New" pitchFamily="49" charset="0"/>
              </a:rPr>
              <a:t>(E, s) == error</a:t>
            </a:r>
          </a:p>
          <a:p>
            <a:pPr eaLnBrk="1" hangingPunct="1">
              <a:lnSpc>
                <a:spcPct val="90000"/>
              </a:lnSpc>
              <a:buFontTx/>
              <a:buNone/>
            </a:pPr>
            <a:r>
              <a:rPr lang="en-US" sz="2000">
                <a:latin typeface="Courier New" pitchFamily="49" charset="0"/>
              </a:rPr>
              <a:t>       then error</a:t>
            </a:r>
          </a:p>
          <a:p>
            <a:pPr eaLnBrk="1" hangingPunct="1">
              <a:lnSpc>
                <a:spcPct val="90000"/>
              </a:lnSpc>
              <a:buFontTx/>
              <a:buNone/>
            </a:pPr>
            <a:r>
              <a:rPr lang="en-US" sz="2000">
                <a:latin typeface="Courier New" pitchFamily="49" charset="0"/>
              </a:rPr>
              <a:t>       else s’ =      			{&lt;i</a:t>
            </a:r>
            <a:r>
              <a:rPr lang="en-US" sz="2000" baseline="-25000">
                <a:latin typeface="Courier New" pitchFamily="49" charset="0"/>
              </a:rPr>
              <a:t>1</a:t>
            </a:r>
            <a:r>
              <a:rPr lang="en-US" sz="2000">
                <a:latin typeface="Courier New" pitchFamily="49" charset="0"/>
              </a:rPr>
              <a:t>,v</a:t>
            </a:r>
            <a:r>
              <a:rPr lang="en-US" sz="2000" baseline="-25000">
                <a:latin typeface="Courier New" pitchFamily="49" charset="0"/>
              </a:rPr>
              <a:t>1</a:t>
            </a:r>
            <a:r>
              <a:rPr lang="en-US" sz="2000">
                <a:latin typeface="Courier New" pitchFamily="49" charset="0"/>
              </a:rPr>
              <a:t>’&gt;,&lt;i</a:t>
            </a:r>
            <a:r>
              <a:rPr lang="en-US" sz="2000" baseline="-25000">
                <a:latin typeface="Courier New" pitchFamily="49" charset="0"/>
              </a:rPr>
              <a:t>2</a:t>
            </a:r>
            <a:r>
              <a:rPr lang="en-US" sz="2000">
                <a:latin typeface="Courier New" pitchFamily="49" charset="0"/>
              </a:rPr>
              <a:t>,v</a:t>
            </a:r>
            <a:r>
              <a:rPr lang="en-US" sz="2000" baseline="-25000">
                <a:latin typeface="Courier New" pitchFamily="49" charset="0"/>
              </a:rPr>
              <a:t>2</a:t>
            </a:r>
            <a:r>
              <a:rPr lang="en-US" sz="2000">
                <a:latin typeface="Courier New" pitchFamily="49" charset="0"/>
              </a:rPr>
              <a:t>’&gt;,...,&lt;i</a:t>
            </a:r>
            <a:r>
              <a:rPr lang="en-US" sz="2000" baseline="-25000">
                <a:latin typeface="Courier New" pitchFamily="49" charset="0"/>
              </a:rPr>
              <a:t>n</a:t>
            </a:r>
            <a:r>
              <a:rPr lang="en-US" sz="2000">
                <a:latin typeface="Courier New" pitchFamily="49" charset="0"/>
              </a:rPr>
              <a:t>,v</a:t>
            </a:r>
            <a:r>
              <a:rPr lang="en-US" sz="2000" baseline="-25000">
                <a:latin typeface="Courier New" pitchFamily="49" charset="0"/>
              </a:rPr>
              <a:t>n</a:t>
            </a:r>
            <a:r>
              <a:rPr lang="en-US" sz="2000">
                <a:latin typeface="Courier New" pitchFamily="49" charset="0"/>
              </a:rPr>
              <a:t>’&gt;},</a:t>
            </a:r>
          </a:p>
          <a:p>
            <a:pPr eaLnBrk="1" hangingPunct="1">
              <a:lnSpc>
                <a:spcPct val="90000"/>
              </a:lnSpc>
              <a:buFontTx/>
              <a:buNone/>
            </a:pPr>
            <a:r>
              <a:rPr lang="en-US" sz="2000">
                <a:latin typeface="Courier New" pitchFamily="49" charset="0"/>
              </a:rPr>
              <a:t>               where for j = 1, 2, ..., n,</a:t>
            </a:r>
          </a:p>
          <a:p>
            <a:pPr eaLnBrk="1" hangingPunct="1">
              <a:lnSpc>
                <a:spcPct val="90000"/>
              </a:lnSpc>
              <a:buFontTx/>
              <a:buNone/>
            </a:pPr>
            <a:r>
              <a:rPr lang="en-US" sz="2000">
                <a:latin typeface="Courier New" pitchFamily="49" charset="0"/>
              </a:rPr>
              <a:t>                   if i</a:t>
            </a:r>
            <a:r>
              <a:rPr lang="en-US" sz="2000" baseline="-25000">
                <a:latin typeface="Courier New" pitchFamily="49" charset="0"/>
              </a:rPr>
              <a:t>j</a:t>
            </a:r>
            <a:r>
              <a:rPr lang="en-US" sz="2000">
                <a:latin typeface="Courier New" pitchFamily="49" charset="0"/>
              </a:rPr>
              <a:t> == x</a:t>
            </a:r>
          </a:p>
          <a:p>
            <a:pPr eaLnBrk="1" hangingPunct="1">
              <a:lnSpc>
                <a:spcPct val="90000"/>
              </a:lnSpc>
              <a:buFontTx/>
              <a:buNone/>
            </a:pPr>
            <a:r>
              <a:rPr lang="en-US" sz="2000">
                <a:latin typeface="Courier New" pitchFamily="49" charset="0"/>
              </a:rPr>
              <a:t>                     then v</a:t>
            </a:r>
            <a:r>
              <a:rPr lang="en-US" sz="2000" baseline="-25000">
                <a:latin typeface="Courier New" pitchFamily="49" charset="0"/>
              </a:rPr>
              <a:t>j</a:t>
            </a:r>
            <a:r>
              <a:rPr lang="en-US" sz="2000">
                <a:latin typeface="Courier New" pitchFamily="49" charset="0"/>
              </a:rPr>
              <a:t>’ = M</a:t>
            </a:r>
            <a:r>
              <a:rPr lang="en-US" sz="2000" baseline="-25000">
                <a:latin typeface="Courier New" pitchFamily="49" charset="0"/>
              </a:rPr>
              <a:t>e</a:t>
            </a:r>
            <a:r>
              <a:rPr lang="en-US" sz="2000">
                <a:latin typeface="Courier New" pitchFamily="49" charset="0"/>
              </a:rPr>
              <a:t>(E, s) </a:t>
            </a:r>
          </a:p>
          <a:p>
            <a:pPr eaLnBrk="1" hangingPunct="1">
              <a:lnSpc>
                <a:spcPct val="90000"/>
              </a:lnSpc>
              <a:buFontTx/>
              <a:buNone/>
            </a:pPr>
            <a:r>
              <a:rPr lang="en-US" sz="2000">
                <a:latin typeface="Courier New" pitchFamily="49" charset="0"/>
              </a:rPr>
              <a:t>                     else v</a:t>
            </a:r>
            <a:r>
              <a:rPr lang="en-US" sz="2000" baseline="-25000">
                <a:latin typeface="Courier New" pitchFamily="49" charset="0"/>
              </a:rPr>
              <a:t>j</a:t>
            </a:r>
            <a:r>
              <a:rPr lang="en-US" sz="2000">
                <a:latin typeface="Courier New" pitchFamily="49" charset="0"/>
              </a:rPr>
              <a:t>’ = VARMAP(i</a:t>
            </a:r>
            <a:r>
              <a:rPr lang="en-US" sz="2000" baseline="-25000">
                <a:latin typeface="Courier New" pitchFamily="49" charset="0"/>
              </a:rPr>
              <a:t>j</a:t>
            </a:r>
            <a:r>
              <a:rPr lang="en-US" sz="2000">
                <a:latin typeface="Courier New" pitchFamily="49" charset="0"/>
              </a:rPr>
              <a:t>, s)</a:t>
            </a:r>
          </a:p>
          <a:p>
            <a:pPr eaLnBrk="1" hangingPunct="1"/>
            <a:endParaRPr lang="en-US"/>
          </a:p>
        </p:txBody>
      </p:sp>
      <p:sp>
        <p:nvSpPr>
          <p:cNvPr id="47108" name="Footer Placeholder 3"/>
          <p:cNvSpPr>
            <a:spLocks noGrp="1"/>
          </p:cNvSpPr>
          <p:nvPr>
            <p:ph type="ftr" sz="quarter" idx="10"/>
          </p:nvPr>
        </p:nvSpPr>
        <p:spPr>
          <a:noFill/>
        </p:spPr>
        <p:txBody>
          <a:bodyPr/>
          <a:lstStyle/>
          <a:p>
            <a:r>
              <a:rPr lang="en-US"/>
              <a:t>Copyright © 2012 Addison-Wesley. All rights reserved.</a:t>
            </a:r>
          </a:p>
        </p:txBody>
      </p:sp>
      <p:sp>
        <p:nvSpPr>
          <p:cNvPr id="47109" name="Slide Number Placeholder 4"/>
          <p:cNvSpPr>
            <a:spLocks noGrp="1"/>
          </p:cNvSpPr>
          <p:nvPr>
            <p:ph type="sldNum" sz="quarter" idx="11"/>
          </p:nvPr>
        </p:nvSpPr>
        <p:spPr>
          <a:noFill/>
        </p:spPr>
        <p:txBody>
          <a:bodyPr/>
          <a:lstStyle/>
          <a:p>
            <a:r>
              <a:rPr lang="en-US"/>
              <a:t>1-</a:t>
            </a:r>
            <a:fld id="{757BDB1B-DBA1-4ED5-882F-873521D9A94F}" type="slidenum">
              <a:rPr lang="en-US" smtClean="0"/>
              <a:pPr/>
              <a:t>41</a:t>
            </a:fld>
            <a:endParaRPr lang="en-US"/>
          </a:p>
        </p:txBody>
      </p:sp>
    </p:spTree>
    <p:extLst>
      <p:ext uri="{BB962C8B-B14F-4D97-AF65-F5344CB8AC3E}">
        <p14:creationId xmlns:p14="http://schemas.microsoft.com/office/powerpoint/2010/main" val="1878775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US"/>
              <a:t>Logical Pretest Loops</a:t>
            </a:r>
          </a:p>
        </p:txBody>
      </p:sp>
      <p:sp>
        <p:nvSpPr>
          <p:cNvPr id="48131" name="Content Placeholder 2"/>
          <p:cNvSpPr>
            <a:spLocks noGrp="1"/>
          </p:cNvSpPr>
          <p:nvPr>
            <p:ph idx="1"/>
          </p:nvPr>
        </p:nvSpPr>
        <p:spPr/>
        <p:txBody>
          <a:bodyPr/>
          <a:lstStyle/>
          <a:p>
            <a:pPr eaLnBrk="1" hangingPunct="1"/>
            <a:r>
              <a:rPr lang="en-US"/>
              <a:t>Maps state sets to state sets U {</a:t>
            </a:r>
            <a:r>
              <a:rPr lang="en-US" sz="2000">
                <a:latin typeface="Courier New" pitchFamily="49" charset="0"/>
                <a:cs typeface="Courier New" pitchFamily="49" charset="0"/>
              </a:rPr>
              <a:t>error</a:t>
            </a:r>
            <a:r>
              <a:rPr lang="en-US"/>
              <a:t>}</a:t>
            </a:r>
          </a:p>
          <a:p>
            <a:pPr lvl="1" eaLnBrk="1" hangingPunct="1"/>
            <a:endParaRPr lang="en-US"/>
          </a:p>
          <a:p>
            <a:pPr eaLnBrk="1" hangingPunct="1">
              <a:buFontTx/>
              <a:buNone/>
            </a:pPr>
            <a:r>
              <a:rPr lang="en-US" sz="2000"/>
              <a:t> </a:t>
            </a:r>
            <a:r>
              <a:rPr lang="en-US" sz="2000">
                <a:latin typeface="Courier New" pitchFamily="49" charset="0"/>
              </a:rPr>
              <a:t>M</a:t>
            </a:r>
            <a:r>
              <a:rPr lang="en-US" sz="2000" baseline="-25000">
                <a:latin typeface="Courier New" pitchFamily="49" charset="0"/>
              </a:rPr>
              <a:t>l</a:t>
            </a:r>
            <a:r>
              <a:rPr lang="en-US" sz="2000">
                <a:latin typeface="Courier New" pitchFamily="49" charset="0"/>
              </a:rPr>
              <a:t>(while B do L, s) </a:t>
            </a:r>
            <a:r>
              <a:rPr lang="en-US" sz="2000">
                <a:latin typeface="Courier New" pitchFamily="49" charset="0"/>
                <a:sym typeface="Symbol" pitchFamily="18" charset="2"/>
              </a:rPr>
              <a:t>=</a:t>
            </a:r>
            <a:r>
              <a:rPr lang="en-US" sz="2000">
                <a:latin typeface="Courier New" pitchFamily="49" charset="0"/>
              </a:rPr>
              <a:t> </a:t>
            </a:r>
          </a:p>
          <a:p>
            <a:pPr eaLnBrk="1" hangingPunct="1">
              <a:buFontTx/>
              <a:buNone/>
            </a:pPr>
            <a:r>
              <a:rPr lang="en-US" sz="2000">
                <a:latin typeface="Courier New" pitchFamily="49" charset="0"/>
              </a:rPr>
              <a:t>    if M</a:t>
            </a:r>
            <a:r>
              <a:rPr lang="en-US" sz="2000" baseline="-25000">
                <a:latin typeface="Courier New" pitchFamily="49" charset="0"/>
              </a:rPr>
              <a:t>b</a:t>
            </a:r>
            <a:r>
              <a:rPr lang="en-US" sz="2000">
                <a:latin typeface="Courier New" pitchFamily="49" charset="0"/>
              </a:rPr>
              <a:t>(B, s) == undef</a:t>
            </a:r>
          </a:p>
          <a:p>
            <a:pPr eaLnBrk="1" hangingPunct="1">
              <a:buFontTx/>
              <a:buNone/>
            </a:pPr>
            <a:r>
              <a:rPr lang="en-US" sz="2000">
                <a:latin typeface="Courier New" pitchFamily="49" charset="0"/>
              </a:rPr>
              <a:t>        then error</a:t>
            </a:r>
          </a:p>
          <a:p>
            <a:pPr eaLnBrk="1" hangingPunct="1">
              <a:buFontTx/>
              <a:buNone/>
            </a:pPr>
            <a:r>
              <a:rPr lang="en-US" sz="2000">
                <a:latin typeface="Courier New" pitchFamily="49" charset="0"/>
              </a:rPr>
              <a:t>        else if M</a:t>
            </a:r>
            <a:r>
              <a:rPr lang="en-US" sz="2000" baseline="-25000">
                <a:latin typeface="Courier New" pitchFamily="49" charset="0"/>
              </a:rPr>
              <a:t>b</a:t>
            </a:r>
            <a:r>
              <a:rPr lang="en-US" sz="2000">
                <a:latin typeface="Courier New" pitchFamily="49" charset="0"/>
              </a:rPr>
              <a:t>(B, s) == false</a:t>
            </a:r>
          </a:p>
          <a:p>
            <a:pPr eaLnBrk="1" hangingPunct="1">
              <a:buFontTx/>
              <a:buNone/>
            </a:pPr>
            <a:r>
              <a:rPr lang="en-US" sz="2000">
                <a:latin typeface="Courier New" pitchFamily="49" charset="0"/>
              </a:rPr>
              <a:t>            then s</a:t>
            </a:r>
          </a:p>
          <a:p>
            <a:pPr eaLnBrk="1" hangingPunct="1">
              <a:buFontTx/>
              <a:buNone/>
            </a:pPr>
            <a:r>
              <a:rPr lang="en-US" sz="2000">
                <a:latin typeface="Courier New" pitchFamily="49" charset="0"/>
              </a:rPr>
              <a:t>            else if M</a:t>
            </a:r>
            <a:r>
              <a:rPr lang="en-US" sz="2000" baseline="-25000">
                <a:latin typeface="Courier New" pitchFamily="49" charset="0"/>
              </a:rPr>
              <a:t>sl</a:t>
            </a:r>
            <a:r>
              <a:rPr lang="en-US" sz="2000">
                <a:latin typeface="Courier New" pitchFamily="49" charset="0"/>
              </a:rPr>
              <a:t>(L, s) == error</a:t>
            </a:r>
          </a:p>
          <a:p>
            <a:pPr eaLnBrk="1" hangingPunct="1">
              <a:buFontTx/>
              <a:buNone/>
            </a:pPr>
            <a:r>
              <a:rPr lang="en-US" sz="2000">
                <a:latin typeface="Courier New" pitchFamily="49" charset="0"/>
              </a:rPr>
              <a:t>                  then error</a:t>
            </a:r>
          </a:p>
          <a:p>
            <a:pPr eaLnBrk="1" hangingPunct="1">
              <a:buFontTx/>
              <a:buNone/>
            </a:pPr>
            <a:r>
              <a:rPr lang="en-US" sz="2000">
                <a:latin typeface="Courier New" pitchFamily="49" charset="0"/>
              </a:rPr>
              <a:t>                  else M</a:t>
            </a:r>
            <a:r>
              <a:rPr lang="en-US" sz="2000" baseline="-25000">
                <a:latin typeface="Courier New" pitchFamily="49" charset="0"/>
              </a:rPr>
              <a:t>l</a:t>
            </a:r>
            <a:r>
              <a:rPr lang="en-US" sz="2000">
                <a:latin typeface="Courier New" pitchFamily="49" charset="0"/>
              </a:rPr>
              <a:t>(while B do L, M</a:t>
            </a:r>
            <a:r>
              <a:rPr lang="en-US" sz="2000" baseline="-25000">
                <a:latin typeface="Courier New" pitchFamily="49" charset="0"/>
              </a:rPr>
              <a:t>sl</a:t>
            </a:r>
            <a:r>
              <a:rPr lang="en-US" sz="2000">
                <a:latin typeface="Courier New" pitchFamily="49" charset="0"/>
              </a:rPr>
              <a:t>(L, s))</a:t>
            </a:r>
          </a:p>
          <a:p>
            <a:pPr eaLnBrk="1" hangingPunct="1"/>
            <a:endParaRPr lang="en-US"/>
          </a:p>
        </p:txBody>
      </p:sp>
      <p:sp>
        <p:nvSpPr>
          <p:cNvPr id="48132" name="Footer Placeholder 3"/>
          <p:cNvSpPr>
            <a:spLocks noGrp="1"/>
          </p:cNvSpPr>
          <p:nvPr>
            <p:ph type="ftr" sz="quarter" idx="10"/>
          </p:nvPr>
        </p:nvSpPr>
        <p:spPr>
          <a:noFill/>
        </p:spPr>
        <p:txBody>
          <a:bodyPr/>
          <a:lstStyle/>
          <a:p>
            <a:r>
              <a:rPr lang="en-US"/>
              <a:t>Copyright © 2012 Addison-Wesley. All rights reserved.</a:t>
            </a:r>
          </a:p>
        </p:txBody>
      </p:sp>
      <p:sp>
        <p:nvSpPr>
          <p:cNvPr id="48133" name="Slide Number Placeholder 4"/>
          <p:cNvSpPr>
            <a:spLocks noGrp="1"/>
          </p:cNvSpPr>
          <p:nvPr>
            <p:ph type="sldNum" sz="quarter" idx="11"/>
          </p:nvPr>
        </p:nvSpPr>
        <p:spPr>
          <a:noFill/>
        </p:spPr>
        <p:txBody>
          <a:bodyPr/>
          <a:lstStyle/>
          <a:p>
            <a:r>
              <a:rPr lang="en-US"/>
              <a:t>1-</a:t>
            </a:r>
            <a:fld id="{43220DF3-DF76-4334-9F5B-E2EA9F3502C1}" type="slidenum">
              <a:rPr lang="en-US" smtClean="0"/>
              <a:pPr/>
              <a:t>42</a:t>
            </a:fld>
            <a:endParaRPr lang="en-US"/>
          </a:p>
        </p:txBody>
      </p:sp>
    </p:spTree>
    <p:extLst>
      <p:ext uri="{BB962C8B-B14F-4D97-AF65-F5344CB8AC3E}">
        <p14:creationId xmlns:p14="http://schemas.microsoft.com/office/powerpoint/2010/main" val="1897752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r>
              <a:rPr lang="en-US"/>
              <a:t>Loop Meaning</a:t>
            </a:r>
          </a:p>
        </p:txBody>
      </p:sp>
      <p:sp>
        <p:nvSpPr>
          <p:cNvPr id="49155" name="Content Placeholder 2"/>
          <p:cNvSpPr>
            <a:spLocks noGrp="1"/>
          </p:cNvSpPr>
          <p:nvPr>
            <p:ph idx="1"/>
          </p:nvPr>
        </p:nvSpPr>
        <p:spPr/>
        <p:txBody>
          <a:bodyPr>
            <a:normAutofit fontScale="92500"/>
          </a:bodyPr>
          <a:lstStyle/>
          <a:p>
            <a:pPr eaLnBrk="1" hangingPunct="1"/>
            <a:r>
              <a:rPr lang="en-US" sz="2400"/>
              <a:t>The meaning of the loop is the value of the program variables after the statements in the loop have been executed the prescribed number of  times, assuming there have been no errors</a:t>
            </a:r>
          </a:p>
          <a:p>
            <a:pPr eaLnBrk="1" hangingPunct="1"/>
            <a:r>
              <a:rPr lang="en-US" sz="2400"/>
              <a:t>In essence, the loop has been converted from  iteration to recursion, where the recursive control  is mathematically defined by other recursive state mapping functions</a:t>
            </a:r>
          </a:p>
          <a:p>
            <a:pPr eaLnBrk="1" hangingPunct="1"/>
            <a:endParaRPr lang="en-US" sz="2400"/>
          </a:p>
          <a:p>
            <a:pPr eaLnBrk="1" hangingPunct="1">
              <a:buFontTx/>
              <a:buNone/>
            </a:pPr>
            <a:r>
              <a:rPr lang="en-US" sz="2400"/>
              <a:t>    - Recursion, when compared to iteration, is easier</a:t>
            </a:r>
          </a:p>
          <a:p>
            <a:pPr eaLnBrk="1" hangingPunct="1">
              <a:buFontTx/>
              <a:buNone/>
            </a:pPr>
            <a:r>
              <a:rPr lang="en-US" sz="2400"/>
              <a:t>        to describe with mathematical rigor</a:t>
            </a:r>
          </a:p>
          <a:p>
            <a:pPr eaLnBrk="1" hangingPunct="1"/>
            <a:endParaRPr lang="en-US"/>
          </a:p>
        </p:txBody>
      </p:sp>
      <p:sp>
        <p:nvSpPr>
          <p:cNvPr id="49156" name="Footer Placeholder 3"/>
          <p:cNvSpPr>
            <a:spLocks noGrp="1"/>
          </p:cNvSpPr>
          <p:nvPr>
            <p:ph type="ftr" sz="quarter" idx="10"/>
          </p:nvPr>
        </p:nvSpPr>
        <p:spPr>
          <a:noFill/>
        </p:spPr>
        <p:txBody>
          <a:bodyPr/>
          <a:lstStyle/>
          <a:p>
            <a:r>
              <a:rPr lang="en-US"/>
              <a:t>Copyright © 2012 Addison-Wesley. All rights reserved.</a:t>
            </a:r>
          </a:p>
        </p:txBody>
      </p:sp>
      <p:sp>
        <p:nvSpPr>
          <p:cNvPr id="49157" name="Slide Number Placeholder 4"/>
          <p:cNvSpPr>
            <a:spLocks noGrp="1"/>
          </p:cNvSpPr>
          <p:nvPr>
            <p:ph type="sldNum" sz="quarter" idx="11"/>
          </p:nvPr>
        </p:nvSpPr>
        <p:spPr>
          <a:noFill/>
        </p:spPr>
        <p:txBody>
          <a:bodyPr/>
          <a:lstStyle/>
          <a:p>
            <a:r>
              <a:rPr lang="en-US"/>
              <a:t>1-</a:t>
            </a:r>
            <a:fld id="{EDB0A0FE-070B-4C4B-A2A0-6F9BBF81C49B}" type="slidenum">
              <a:rPr lang="en-US" smtClean="0"/>
              <a:pPr/>
              <a:t>43</a:t>
            </a:fld>
            <a:endParaRPr lang="en-US"/>
          </a:p>
        </p:txBody>
      </p:sp>
    </p:spTree>
    <p:extLst>
      <p:ext uri="{BB962C8B-B14F-4D97-AF65-F5344CB8AC3E}">
        <p14:creationId xmlns:p14="http://schemas.microsoft.com/office/powerpoint/2010/main" val="7634701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r>
              <a:rPr lang="en-US" sz="3200"/>
              <a:t>Evaluation of Denotational Semantics</a:t>
            </a:r>
          </a:p>
        </p:txBody>
      </p:sp>
      <p:sp>
        <p:nvSpPr>
          <p:cNvPr id="50179" name="Content Placeholder 2"/>
          <p:cNvSpPr>
            <a:spLocks noGrp="1"/>
          </p:cNvSpPr>
          <p:nvPr>
            <p:ph idx="1"/>
          </p:nvPr>
        </p:nvSpPr>
        <p:spPr/>
        <p:txBody>
          <a:bodyPr/>
          <a:lstStyle/>
          <a:p>
            <a:pPr eaLnBrk="1" hangingPunct="1"/>
            <a:r>
              <a:rPr lang="en-US"/>
              <a:t>Can be used to prove the correctness of programs</a:t>
            </a:r>
          </a:p>
          <a:p>
            <a:pPr eaLnBrk="1" hangingPunct="1"/>
            <a:r>
              <a:rPr lang="en-US"/>
              <a:t>Provides a rigorous way to think about programs</a:t>
            </a:r>
          </a:p>
          <a:p>
            <a:pPr eaLnBrk="1" hangingPunct="1"/>
            <a:r>
              <a:rPr lang="en-US"/>
              <a:t>Can be an aid to language design</a:t>
            </a:r>
          </a:p>
          <a:p>
            <a:pPr eaLnBrk="1" hangingPunct="1"/>
            <a:r>
              <a:rPr lang="en-US"/>
              <a:t>Has been used in compiler generation systems </a:t>
            </a:r>
          </a:p>
          <a:p>
            <a:pPr eaLnBrk="1" hangingPunct="1"/>
            <a:r>
              <a:rPr lang="en-US"/>
              <a:t>Because of its complexity, it are of little use to language users</a:t>
            </a:r>
          </a:p>
          <a:p>
            <a:pPr eaLnBrk="1" hangingPunct="1"/>
            <a:endParaRPr lang="en-US"/>
          </a:p>
        </p:txBody>
      </p:sp>
      <p:sp>
        <p:nvSpPr>
          <p:cNvPr id="50180" name="Footer Placeholder 3"/>
          <p:cNvSpPr>
            <a:spLocks noGrp="1"/>
          </p:cNvSpPr>
          <p:nvPr>
            <p:ph type="ftr" sz="quarter" idx="10"/>
          </p:nvPr>
        </p:nvSpPr>
        <p:spPr>
          <a:noFill/>
        </p:spPr>
        <p:txBody>
          <a:bodyPr/>
          <a:lstStyle/>
          <a:p>
            <a:r>
              <a:rPr lang="en-US"/>
              <a:t>Copyright © 2012 Addison-Wesley. All rights reserved.</a:t>
            </a:r>
          </a:p>
        </p:txBody>
      </p:sp>
      <p:sp>
        <p:nvSpPr>
          <p:cNvPr id="50181" name="Slide Number Placeholder 4"/>
          <p:cNvSpPr>
            <a:spLocks noGrp="1"/>
          </p:cNvSpPr>
          <p:nvPr>
            <p:ph type="sldNum" sz="quarter" idx="11"/>
          </p:nvPr>
        </p:nvSpPr>
        <p:spPr>
          <a:noFill/>
        </p:spPr>
        <p:txBody>
          <a:bodyPr/>
          <a:lstStyle/>
          <a:p>
            <a:r>
              <a:rPr lang="en-US"/>
              <a:t>1-</a:t>
            </a:r>
            <a:fld id="{5139D451-7E04-4A6A-BE84-0DB66E0D1A52}" type="slidenum">
              <a:rPr lang="en-US" smtClean="0"/>
              <a:pPr/>
              <a:t>44</a:t>
            </a:fld>
            <a:endParaRPr lang="en-US"/>
          </a:p>
        </p:txBody>
      </p:sp>
    </p:spTree>
    <p:extLst>
      <p:ext uri="{BB962C8B-B14F-4D97-AF65-F5344CB8AC3E}">
        <p14:creationId xmlns:p14="http://schemas.microsoft.com/office/powerpoint/2010/main" val="929611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p:spPr>
        <p:txBody>
          <a:bodyPr/>
          <a:lstStyle/>
          <a:p>
            <a:r>
              <a:rPr lang="en-US"/>
              <a:t>Copyright © 2012 Addison-Wesley. All rights reserved.</a:t>
            </a:r>
          </a:p>
        </p:txBody>
      </p:sp>
      <p:sp>
        <p:nvSpPr>
          <p:cNvPr id="51203" name="Slide Number Placeholder 4"/>
          <p:cNvSpPr>
            <a:spLocks noGrp="1"/>
          </p:cNvSpPr>
          <p:nvPr>
            <p:ph type="sldNum" sz="quarter" idx="11"/>
          </p:nvPr>
        </p:nvSpPr>
        <p:spPr>
          <a:noFill/>
        </p:spPr>
        <p:txBody>
          <a:bodyPr/>
          <a:lstStyle/>
          <a:p>
            <a:r>
              <a:rPr lang="en-US"/>
              <a:t>1-</a:t>
            </a:r>
            <a:fld id="{BE48B000-B759-4F41-BB17-5D8471892453}" type="slidenum">
              <a:rPr lang="en-US" smtClean="0"/>
              <a:pPr/>
              <a:t>45</a:t>
            </a:fld>
            <a:endParaRPr lang="en-US"/>
          </a:p>
        </p:txBody>
      </p:sp>
      <p:sp>
        <p:nvSpPr>
          <p:cNvPr id="51204" name="Rectangle 2"/>
          <p:cNvSpPr>
            <a:spLocks noGrp="1" noChangeArrowheads="1"/>
          </p:cNvSpPr>
          <p:nvPr>
            <p:ph type="title"/>
          </p:nvPr>
        </p:nvSpPr>
        <p:spPr/>
        <p:txBody>
          <a:bodyPr/>
          <a:lstStyle/>
          <a:p>
            <a:pPr eaLnBrk="1" hangingPunct="1"/>
            <a:r>
              <a:rPr lang="en-US"/>
              <a:t>Axiomatic Semantics</a:t>
            </a:r>
          </a:p>
        </p:txBody>
      </p:sp>
      <p:sp>
        <p:nvSpPr>
          <p:cNvPr id="51205" name="Rectangle 3"/>
          <p:cNvSpPr>
            <a:spLocks noGrp="1" noChangeArrowheads="1"/>
          </p:cNvSpPr>
          <p:nvPr>
            <p:ph type="body" idx="1"/>
          </p:nvPr>
        </p:nvSpPr>
        <p:spPr/>
        <p:txBody>
          <a:bodyPr/>
          <a:lstStyle/>
          <a:p>
            <a:pPr eaLnBrk="1" hangingPunct="1"/>
            <a:r>
              <a:rPr lang="en-US"/>
              <a:t>Based on formal logic (predicate calculus)</a:t>
            </a:r>
          </a:p>
          <a:p>
            <a:pPr eaLnBrk="1" hangingPunct="1"/>
            <a:r>
              <a:rPr lang="en-US"/>
              <a:t>Original purpose: formal program verification</a:t>
            </a:r>
          </a:p>
          <a:p>
            <a:pPr eaLnBrk="1" hangingPunct="1"/>
            <a:r>
              <a:rPr lang="en-US"/>
              <a:t>Axioms or inference rules are defined for each statement type in the language (to allow transformations of logic expressions into more formal logic expressions)</a:t>
            </a:r>
          </a:p>
          <a:p>
            <a:pPr eaLnBrk="1" hangingPunct="1"/>
            <a:r>
              <a:rPr lang="en-US"/>
              <a:t>The logic expressions are called </a:t>
            </a:r>
            <a:r>
              <a:rPr lang="en-US" i="1"/>
              <a:t>assertions</a:t>
            </a:r>
          </a:p>
          <a:p>
            <a:pPr lvl="1" eaLnBrk="1" hangingPunct="1"/>
            <a:endParaRPr lang="en-US"/>
          </a:p>
        </p:txBody>
      </p:sp>
    </p:spTree>
    <p:extLst>
      <p:ext uri="{BB962C8B-B14F-4D97-AF65-F5344CB8AC3E}">
        <p14:creationId xmlns:p14="http://schemas.microsoft.com/office/powerpoint/2010/main" val="1994504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p:spPr>
        <p:txBody>
          <a:bodyPr/>
          <a:lstStyle/>
          <a:p>
            <a:r>
              <a:rPr lang="en-US"/>
              <a:t>Copyright © 2012 Addison-Wesley. All rights reserved.</a:t>
            </a:r>
          </a:p>
        </p:txBody>
      </p:sp>
      <p:sp>
        <p:nvSpPr>
          <p:cNvPr id="52227" name="Slide Number Placeholder 4"/>
          <p:cNvSpPr>
            <a:spLocks noGrp="1"/>
          </p:cNvSpPr>
          <p:nvPr>
            <p:ph type="sldNum" sz="quarter" idx="11"/>
          </p:nvPr>
        </p:nvSpPr>
        <p:spPr>
          <a:noFill/>
        </p:spPr>
        <p:txBody>
          <a:bodyPr/>
          <a:lstStyle/>
          <a:p>
            <a:r>
              <a:rPr lang="en-US"/>
              <a:t>1-</a:t>
            </a:r>
            <a:fld id="{5821E520-E6B9-4838-A8EE-AA8473BFB5AE}" type="slidenum">
              <a:rPr lang="en-US" smtClean="0"/>
              <a:pPr/>
              <a:t>46</a:t>
            </a:fld>
            <a:endParaRPr lang="en-US"/>
          </a:p>
        </p:txBody>
      </p:sp>
      <p:sp>
        <p:nvSpPr>
          <p:cNvPr id="52228" name="Rectangle 2"/>
          <p:cNvSpPr>
            <a:spLocks noGrp="1" noChangeArrowheads="1"/>
          </p:cNvSpPr>
          <p:nvPr>
            <p:ph type="title"/>
          </p:nvPr>
        </p:nvSpPr>
        <p:spPr/>
        <p:txBody>
          <a:bodyPr/>
          <a:lstStyle/>
          <a:p>
            <a:pPr eaLnBrk="1" hangingPunct="1"/>
            <a:r>
              <a:rPr lang="en-US"/>
              <a:t>Axiomatic Semantics (continued)</a:t>
            </a:r>
          </a:p>
        </p:txBody>
      </p:sp>
      <p:sp>
        <p:nvSpPr>
          <p:cNvPr id="52229" name="Rectangle 3"/>
          <p:cNvSpPr>
            <a:spLocks noGrp="1" noChangeArrowheads="1"/>
          </p:cNvSpPr>
          <p:nvPr>
            <p:ph type="body" idx="1"/>
          </p:nvPr>
        </p:nvSpPr>
        <p:spPr>
          <a:xfrm>
            <a:off x="533400" y="1371600"/>
            <a:ext cx="8153400" cy="4572000"/>
          </a:xfrm>
        </p:spPr>
        <p:txBody>
          <a:bodyPr/>
          <a:lstStyle/>
          <a:p>
            <a:pPr eaLnBrk="1" hangingPunct="1"/>
            <a:r>
              <a:rPr lang="en-US"/>
              <a:t>An assertion before a statement (a </a:t>
            </a:r>
            <a:r>
              <a:rPr lang="en-US" i="1"/>
              <a:t>precondition</a:t>
            </a:r>
            <a:r>
              <a:rPr lang="en-US"/>
              <a:t>) states the relationships and constraints among variables that are true at that point in execution</a:t>
            </a:r>
          </a:p>
          <a:p>
            <a:pPr eaLnBrk="1" hangingPunct="1"/>
            <a:r>
              <a:rPr lang="en-US"/>
              <a:t>An assertion following a statement is a  </a:t>
            </a:r>
            <a:r>
              <a:rPr lang="en-US" i="1"/>
              <a:t>postcondition</a:t>
            </a:r>
          </a:p>
          <a:p>
            <a:pPr eaLnBrk="1" hangingPunct="1"/>
            <a:r>
              <a:rPr lang="en-US"/>
              <a:t>A </a:t>
            </a:r>
            <a:r>
              <a:rPr lang="en-US" i="1"/>
              <a:t>weakest precondition</a:t>
            </a:r>
            <a:r>
              <a:rPr lang="en-US"/>
              <a:t> is the least restrictive precondition that will guarantee the postcondition</a:t>
            </a:r>
          </a:p>
        </p:txBody>
      </p:sp>
    </p:spTree>
    <p:extLst>
      <p:ext uri="{BB962C8B-B14F-4D97-AF65-F5344CB8AC3E}">
        <p14:creationId xmlns:p14="http://schemas.microsoft.com/office/powerpoint/2010/main" val="389928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p:spPr>
        <p:txBody>
          <a:bodyPr/>
          <a:lstStyle/>
          <a:p>
            <a:r>
              <a:rPr lang="en-US"/>
              <a:t>Copyright © 2012 Addison-Wesley. All rights reserved.</a:t>
            </a:r>
          </a:p>
        </p:txBody>
      </p:sp>
      <p:sp>
        <p:nvSpPr>
          <p:cNvPr id="53251" name="Slide Number Placeholder 4"/>
          <p:cNvSpPr>
            <a:spLocks noGrp="1"/>
          </p:cNvSpPr>
          <p:nvPr>
            <p:ph type="sldNum" sz="quarter" idx="11"/>
          </p:nvPr>
        </p:nvSpPr>
        <p:spPr>
          <a:noFill/>
        </p:spPr>
        <p:txBody>
          <a:bodyPr/>
          <a:lstStyle/>
          <a:p>
            <a:r>
              <a:rPr lang="en-US"/>
              <a:t>1-</a:t>
            </a:r>
            <a:fld id="{92D1D0C1-47E9-4ED8-ABE5-4FDFA3F6C553}" type="slidenum">
              <a:rPr lang="en-US" smtClean="0"/>
              <a:pPr/>
              <a:t>47</a:t>
            </a:fld>
            <a:endParaRPr lang="en-US"/>
          </a:p>
        </p:txBody>
      </p:sp>
      <p:sp>
        <p:nvSpPr>
          <p:cNvPr id="53252" name="Rectangle 2"/>
          <p:cNvSpPr>
            <a:spLocks noGrp="1" noChangeArrowheads="1"/>
          </p:cNvSpPr>
          <p:nvPr>
            <p:ph type="title"/>
          </p:nvPr>
        </p:nvSpPr>
        <p:spPr/>
        <p:txBody>
          <a:bodyPr/>
          <a:lstStyle/>
          <a:p>
            <a:pPr eaLnBrk="1" hangingPunct="1"/>
            <a:r>
              <a:rPr lang="en-US"/>
              <a:t>Axiomatic Semantics Form</a:t>
            </a:r>
          </a:p>
        </p:txBody>
      </p:sp>
      <p:sp>
        <p:nvSpPr>
          <p:cNvPr id="53253" name="Rectangle 3"/>
          <p:cNvSpPr>
            <a:spLocks noGrp="1" noChangeArrowheads="1"/>
          </p:cNvSpPr>
          <p:nvPr>
            <p:ph type="body" idx="1"/>
          </p:nvPr>
        </p:nvSpPr>
        <p:spPr/>
        <p:txBody>
          <a:bodyPr/>
          <a:lstStyle/>
          <a:p>
            <a:pPr eaLnBrk="1" hangingPunct="1"/>
            <a:r>
              <a:rPr lang="en-US"/>
              <a:t>Pre-, post form:  </a:t>
            </a:r>
            <a:r>
              <a:rPr lang="en-US">
                <a:latin typeface="Courier New" pitchFamily="49" charset="0"/>
                <a:cs typeface="Courier New" pitchFamily="49" charset="0"/>
              </a:rPr>
              <a:t>{P} statement {Q}</a:t>
            </a:r>
          </a:p>
          <a:p>
            <a:pPr eaLnBrk="1" hangingPunct="1"/>
            <a:endParaRPr lang="en-US"/>
          </a:p>
          <a:p>
            <a:pPr eaLnBrk="1" hangingPunct="1"/>
            <a:r>
              <a:rPr lang="en-US"/>
              <a:t>An example</a:t>
            </a:r>
          </a:p>
          <a:p>
            <a:pPr lvl="1" eaLnBrk="1" hangingPunct="1"/>
            <a:r>
              <a:rPr lang="en-US">
                <a:latin typeface="Courier New" pitchFamily="49" charset="0"/>
                <a:cs typeface="Courier New" pitchFamily="49" charset="0"/>
              </a:rPr>
              <a:t>a = b + 1  {a &gt; 1}</a:t>
            </a:r>
          </a:p>
          <a:p>
            <a:pPr lvl="1" eaLnBrk="1" hangingPunct="1"/>
            <a:r>
              <a:rPr lang="en-US"/>
              <a:t>One possible precondition: </a:t>
            </a:r>
            <a:r>
              <a:rPr lang="en-US">
                <a:latin typeface="Courier New" pitchFamily="49" charset="0"/>
                <a:cs typeface="Courier New" pitchFamily="49" charset="0"/>
              </a:rPr>
              <a:t>{b &gt; 10}</a:t>
            </a:r>
          </a:p>
          <a:p>
            <a:pPr lvl="1" eaLnBrk="1" hangingPunct="1"/>
            <a:r>
              <a:rPr lang="en-US"/>
              <a:t>Weakest precondition:        </a:t>
            </a:r>
            <a:r>
              <a:rPr lang="en-US">
                <a:latin typeface="Courier New" pitchFamily="49" charset="0"/>
                <a:cs typeface="Courier New" pitchFamily="49" charset="0"/>
              </a:rPr>
              <a:t>{b &gt; 0}</a:t>
            </a:r>
          </a:p>
        </p:txBody>
      </p:sp>
    </p:spTree>
    <p:extLst>
      <p:ext uri="{BB962C8B-B14F-4D97-AF65-F5344CB8AC3E}">
        <p14:creationId xmlns:p14="http://schemas.microsoft.com/office/powerpoint/2010/main" val="731899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p:spPr>
        <p:txBody>
          <a:bodyPr/>
          <a:lstStyle/>
          <a:p>
            <a:r>
              <a:rPr lang="en-US"/>
              <a:t>Copyright © 2012 Addison-Wesley. All rights reserved.</a:t>
            </a:r>
          </a:p>
        </p:txBody>
      </p:sp>
      <p:sp>
        <p:nvSpPr>
          <p:cNvPr id="54275" name="Slide Number Placeholder 4"/>
          <p:cNvSpPr>
            <a:spLocks noGrp="1"/>
          </p:cNvSpPr>
          <p:nvPr>
            <p:ph type="sldNum" sz="quarter" idx="11"/>
          </p:nvPr>
        </p:nvSpPr>
        <p:spPr>
          <a:noFill/>
        </p:spPr>
        <p:txBody>
          <a:bodyPr/>
          <a:lstStyle/>
          <a:p>
            <a:r>
              <a:rPr lang="en-US"/>
              <a:t>1-</a:t>
            </a:r>
            <a:fld id="{5FD165DF-3B8D-4A34-B9F3-03379CF6BC76}" type="slidenum">
              <a:rPr lang="en-US" smtClean="0"/>
              <a:pPr/>
              <a:t>48</a:t>
            </a:fld>
            <a:endParaRPr lang="en-US"/>
          </a:p>
        </p:txBody>
      </p:sp>
      <p:sp>
        <p:nvSpPr>
          <p:cNvPr id="54276" name="Rectangle 2"/>
          <p:cNvSpPr>
            <a:spLocks noGrp="1" noChangeArrowheads="1"/>
          </p:cNvSpPr>
          <p:nvPr>
            <p:ph type="title"/>
          </p:nvPr>
        </p:nvSpPr>
        <p:spPr/>
        <p:txBody>
          <a:bodyPr/>
          <a:lstStyle/>
          <a:p>
            <a:pPr eaLnBrk="1" hangingPunct="1"/>
            <a:r>
              <a:rPr lang="en-US"/>
              <a:t>Program Proof Process</a:t>
            </a:r>
          </a:p>
        </p:txBody>
      </p:sp>
      <p:sp>
        <p:nvSpPr>
          <p:cNvPr id="54277" name="Rectangle 3"/>
          <p:cNvSpPr>
            <a:spLocks noGrp="1" noChangeArrowheads="1"/>
          </p:cNvSpPr>
          <p:nvPr>
            <p:ph type="body" idx="1"/>
          </p:nvPr>
        </p:nvSpPr>
        <p:spPr>
          <a:xfrm>
            <a:off x="304800" y="1524000"/>
            <a:ext cx="8153400" cy="4572000"/>
          </a:xfrm>
        </p:spPr>
        <p:txBody>
          <a:bodyPr/>
          <a:lstStyle/>
          <a:p>
            <a:pPr eaLnBrk="1" hangingPunct="1"/>
            <a:r>
              <a:rPr lang="en-US"/>
              <a:t>The postcondition for the entire program is the desired result</a:t>
            </a:r>
          </a:p>
          <a:p>
            <a:pPr lvl="1" eaLnBrk="1" hangingPunct="1"/>
            <a:r>
              <a:rPr lang="en-US"/>
              <a:t>Work back through the program to the first statement.  If the precondition on the first statement is the same as the program specification, the program is correct.</a:t>
            </a:r>
          </a:p>
        </p:txBody>
      </p:sp>
    </p:spTree>
    <p:extLst>
      <p:ext uri="{BB962C8B-B14F-4D97-AF65-F5344CB8AC3E}">
        <p14:creationId xmlns:p14="http://schemas.microsoft.com/office/powerpoint/2010/main" val="2911182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p:spPr>
        <p:txBody>
          <a:bodyPr/>
          <a:lstStyle/>
          <a:p>
            <a:r>
              <a:rPr lang="en-US"/>
              <a:t>Copyright © 2012 Addison-Wesley. All rights reserved.</a:t>
            </a:r>
          </a:p>
        </p:txBody>
      </p:sp>
      <p:sp>
        <p:nvSpPr>
          <p:cNvPr id="60419" name="Slide Number Placeholder 4"/>
          <p:cNvSpPr>
            <a:spLocks noGrp="1"/>
          </p:cNvSpPr>
          <p:nvPr>
            <p:ph type="sldNum" sz="quarter" idx="11"/>
          </p:nvPr>
        </p:nvSpPr>
        <p:spPr>
          <a:noFill/>
        </p:spPr>
        <p:txBody>
          <a:bodyPr/>
          <a:lstStyle/>
          <a:p>
            <a:r>
              <a:rPr lang="en-US"/>
              <a:t>1-</a:t>
            </a:r>
            <a:fld id="{2F405FAA-E64E-4E37-8EEB-499A0E98BBAE}" type="slidenum">
              <a:rPr lang="en-US" smtClean="0"/>
              <a:pPr/>
              <a:t>49</a:t>
            </a:fld>
            <a:endParaRPr lang="en-US"/>
          </a:p>
        </p:txBody>
      </p:sp>
      <p:sp>
        <p:nvSpPr>
          <p:cNvPr id="60420" name="Rectangle 2"/>
          <p:cNvSpPr>
            <a:spLocks noGrp="1" noChangeArrowheads="1"/>
          </p:cNvSpPr>
          <p:nvPr>
            <p:ph type="title"/>
          </p:nvPr>
        </p:nvSpPr>
        <p:spPr/>
        <p:txBody>
          <a:bodyPr/>
          <a:lstStyle/>
          <a:p>
            <a:pPr eaLnBrk="1" hangingPunct="1"/>
            <a:r>
              <a:rPr lang="en-US"/>
              <a:t>Summary</a:t>
            </a:r>
          </a:p>
        </p:txBody>
      </p:sp>
      <p:sp>
        <p:nvSpPr>
          <p:cNvPr id="60421" name="Rectangle 3"/>
          <p:cNvSpPr>
            <a:spLocks noGrp="1" noChangeArrowheads="1"/>
          </p:cNvSpPr>
          <p:nvPr>
            <p:ph type="body" idx="1"/>
          </p:nvPr>
        </p:nvSpPr>
        <p:spPr/>
        <p:txBody>
          <a:bodyPr/>
          <a:lstStyle/>
          <a:p>
            <a:pPr eaLnBrk="1" hangingPunct="1"/>
            <a:r>
              <a:rPr lang="en-US"/>
              <a:t>BNF and context-free grammars are equivalent meta-languages</a:t>
            </a:r>
          </a:p>
          <a:p>
            <a:pPr lvl="1" eaLnBrk="1" hangingPunct="1"/>
            <a:r>
              <a:rPr lang="en-US"/>
              <a:t>Well-suited for describing the syntax of programming languages</a:t>
            </a:r>
          </a:p>
          <a:p>
            <a:pPr eaLnBrk="1" hangingPunct="1"/>
            <a:r>
              <a:rPr lang="en-US"/>
              <a:t>An attribute grammar is a descriptive formalism that can describe both the syntax and the semantics of a language</a:t>
            </a:r>
          </a:p>
          <a:p>
            <a:pPr eaLnBrk="1" hangingPunct="1"/>
            <a:r>
              <a:rPr lang="en-US"/>
              <a:t>Three primary methods of semantics description</a:t>
            </a:r>
          </a:p>
          <a:p>
            <a:pPr lvl="1" eaLnBrk="1" hangingPunct="1"/>
            <a:r>
              <a:rPr lang="en-US"/>
              <a:t>Operation, axiomatic, denotational</a:t>
            </a:r>
          </a:p>
        </p:txBody>
      </p:sp>
    </p:spTree>
    <p:extLst>
      <p:ext uri="{BB962C8B-B14F-4D97-AF65-F5344CB8AC3E}">
        <p14:creationId xmlns:p14="http://schemas.microsoft.com/office/powerpoint/2010/main" val="3037050904"/>
      </p:ext>
    </p:extLst>
  </p:cSld>
  <p:clrMapOvr>
    <a:masterClrMapping/>
  </p:clrMapOvr>
</p:sld>
</file>

<file path=ppt/theme/theme1.xml><?xml version="1.0" encoding="utf-8"?>
<a:theme xmlns:a="http://schemas.openxmlformats.org/drawingml/2006/main" name="hsleiden_nl">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AB2A5A18D8404DBA73EF508DB4A06C" ma:contentTypeVersion="10" ma:contentTypeDescription="Een nieuw document maken." ma:contentTypeScope="" ma:versionID="373d39ad46615713677e9c3b89cd816b">
  <xsd:schema xmlns:xsd="http://www.w3.org/2001/XMLSchema" xmlns:xs="http://www.w3.org/2001/XMLSchema" xmlns:p="http://schemas.microsoft.com/office/2006/metadata/properties" xmlns:ns2="29d2fd08-a643-4874-a881-64648cdec31e" xmlns:ns3="65ea3e1d-5866-4f28-856d-8de3ded6bbfa" targetNamespace="http://schemas.microsoft.com/office/2006/metadata/properties" ma:root="true" ma:fieldsID="d9c0c6368d671c97b5cbddb522b225cb" ns2:_="" ns3:_="">
    <xsd:import namespace="29d2fd08-a643-4874-a881-64648cdec31e"/>
    <xsd:import namespace="65ea3e1d-5866-4f28-856d-8de3ded6bbf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d2fd08-a643-4874-a881-64648cdec3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ea3e1d-5866-4f28-856d-8de3ded6bbfa" elementFormDefault="qualified">
    <xsd:import namespace="http://schemas.microsoft.com/office/2006/documentManagement/types"/>
    <xsd:import namespace="http://schemas.microsoft.com/office/infopath/2007/PartnerControls"/>
    <xsd:element name="SharedWithUsers" ma:index="15"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8130F2-92D0-4333-A6FF-A79285A502B7}"/>
</file>

<file path=customXml/itemProps2.xml><?xml version="1.0" encoding="utf-8"?>
<ds:datastoreItem xmlns:ds="http://schemas.openxmlformats.org/officeDocument/2006/customXml" ds:itemID="{30F88056-8163-47F8-8534-83A82DE70DCA}">
  <ds:schemaRefs>
    <ds:schemaRef ds:uri="http://schemas.microsoft.com/sharepoint/v3/contenttype/forms"/>
  </ds:schemaRefs>
</ds:datastoreItem>
</file>

<file path=customXml/itemProps3.xml><?xml version="1.0" encoding="utf-8"?>
<ds:datastoreItem xmlns:ds="http://schemas.openxmlformats.org/officeDocument/2006/customXml" ds:itemID="{48911042-93FC-4795-BFDF-29FF8CD6C1E8}">
  <ds:schemaRefs>
    <ds:schemaRef ds:uri="http://purl.org/dc/elements/1.1/"/>
    <ds:schemaRef ds:uri="http://schemas.microsoft.com/office/2006/documentManagement/types"/>
    <ds:schemaRef ds:uri="http://www.w3.org/XML/1998/namespace"/>
    <ds:schemaRef ds:uri="http://schemas.microsoft.com/office/2006/metadata/properties"/>
    <ds:schemaRef ds:uri="http://purl.org/dc/terms/"/>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hsleiden_nl.potx</Template>
  <TotalTime>5769</TotalTime>
  <Words>3213</Words>
  <Application>Microsoft Macintosh PowerPoint</Application>
  <PresentationFormat>Diavoorstelling (4:3)</PresentationFormat>
  <Paragraphs>516</Paragraphs>
  <Slides>49</Slides>
  <Notes>28</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49</vt:i4>
      </vt:variant>
    </vt:vector>
  </HeadingPairs>
  <TitlesOfParts>
    <vt:vector size="57" baseType="lpstr">
      <vt:lpstr>Arial</vt:lpstr>
      <vt:lpstr>Arial Narrow</vt:lpstr>
      <vt:lpstr>Calibri</vt:lpstr>
      <vt:lpstr>Courier</vt:lpstr>
      <vt:lpstr>Courier New</vt:lpstr>
      <vt:lpstr>Lucida Sans Unicode</vt:lpstr>
      <vt:lpstr>Verdana</vt:lpstr>
      <vt:lpstr>hsleiden_nl</vt:lpstr>
      <vt:lpstr>ICPT – Concepten in Programmeertalen</vt:lpstr>
      <vt:lpstr>Topics lesson 2</vt:lpstr>
      <vt:lpstr>Introduction</vt:lpstr>
      <vt:lpstr>Voorbeeld</vt:lpstr>
      <vt:lpstr>Compilation</vt:lpstr>
      <vt:lpstr>Lexical analysis</vt:lpstr>
      <vt:lpstr>The General Problem of Describing Syntax: Terminology</vt:lpstr>
      <vt:lpstr>Example</vt:lpstr>
      <vt:lpstr>Voorbeeld - Lexicale analyse</vt:lpstr>
      <vt:lpstr>Formal Definition of Languages</vt:lpstr>
      <vt:lpstr>BNF and Context-Free Grammars</vt:lpstr>
      <vt:lpstr>BNF Fundamentals</vt:lpstr>
      <vt:lpstr>BNF Fundamentals (continued)</vt:lpstr>
      <vt:lpstr>BNF Rules</vt:lpstr>
      <vt:lpstr>Describing Lists</vt:lpstr>
      <vt:lpstr>An Example Grammar</vt:lpstr>
      <vt:lpstr>An Example Derivation</vt:lpstr>
      <vt:lpstr>Derivations</vt:lpstr>
      <vt:lpstr>Maak een parse tree</vt:lpstr>
      <vt:lpstr>Parse Tree</vt:lpstr>
      <vt:lpstr>Rekensom</vt:lpstr>
      <vt:lpstr>Ambiguity in Grammars</vt:lpstr>
      <vt:lpstr>Resultaat</vt:lpstr>
      <vt:lpstr>An Ambiguous Expression Grammar</vt:lpstr>
      <vt:lpstr>An Unambiguous Expression Grammar</vt:lpstr>
      <vt:lpstr>Associativity of Operators</vt:lpstr>
      <vt:lpstr>Extended BNF</vt:lpstr>
      <vt:lpstr>BNF and EBNF</vt:lpstr>
      <vt:lpstr>Recent Variations in EBNF</vt:lpstr>
      <vt:lpstr>Semantics</vt:lpstr>
      <vt:lpstr>Operational Semantics </vt:lpstr>
      <vt:lpstr>Operational Semantics</vt:lpstr>
      <vt:lpstr>Operational Semantics (continued)</vt:lpstr>
      <vt:lpstr>Operational Semantics (continued)</vt:lpstr>
      <vt:lpstr>Denotational Semantics</vt:lpstr>
      <vt:lpstr>Denotational Semantics - continued</vt:lpstr>
      <vt:lpstr>Denotational Semantics: program state</vt:lpstr>
      <vt:lpstr>Decimal Numbers</vt:lpstr>
      <vt:lpstr>Expressions</vt:lpstr>
      <vt:lpstr>Expressions</vt:lpstr>
      <vt:lpstr>Assignment Statements</vt:lpstr>
      <vt:lpstr>Logical Pretest Loops</vt:lpstr>
      <vt:lpstr>Loop Meaning</vt:lpstr>
      <vt:lpstr>Evaluation of Denotational Semantics</vt:lpstr>
      <vt:lpstr>Axiomatic Semantics</vt:lpstr>
      <vt:lpstr>Axiomatic Semantics (continued)</vt:lpstr>
      <vt:lpstr>Axiomatic Semantics Form</vt:lpstr>
      <vt:lpstr>Program Proof Process</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Lars Wildenberg</dc:creator>
  <cp:lastModifiedBy>Arts, Ron</cp:lastModifiedBy>
  <cp:revision>45</cp:revision>
  <dcterms:created xsi:type="dcterms:W3CDTF">2013-11-07T10:07:57Z</dcterms:created>
  <dcterms:modified xsi:type="dcterms:W3CDTF">2019-11-27T10:49:34Z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0x010100E8AB2A5A18D8404DBA73EF508DB4A06C</vt:lpwstr>
  </property>
  <property fmtid="{D5CDD505-2E9C-101B-9397-08002B2CF9AE}" pid="3" name="EducationCourse">
    <vt:lpwstr/>
  </property>
  <property fmtid="{D5CDD505-2E9C-101B-9397-08002B2CF9AE}" pid="4" name="EducationYear">
    <vt:lpwstr/>
  </property>
  <property fmtid="{D5CDD505-2E9C-101B-9397-08002B2CF9AE}" pid="5" name="Order">
    <vt:r8>1700</vt:r8>
  </property>
  <property fmtid="{D5CDD505-2E9C-101B-9397-08002B2CF9AE}" pid="6" name="xd_Signature">
    <vt:bool>false</vt:bool>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