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18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50.xml" ContentType="application/vnd.openxmlformats-officedocument.presentationml.slide+xml"/>
  <Override PartName="/ppt/slides/slide48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9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6.xml" ContentType="application/vnd.openxmlformats-officedocument.presentationml.slide+xml"/>
  <Override PartName="/ppt/slides/slide41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366" r:id="rId2"/>
    <p:sldId id="267" r:id="rId3"/>
    <p:sldId id="268" r:id="rId4"/>
    <p:sldId id="306" r:id="rId5"/>
    <p:sldId id="308" r:id="rId6"/>
    <p:sldId id="307" r:id="rId7"/>
    <p:sldId id="309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50" r:id="rId47"/>
    <p:sldId id="349" r:id="rId48"/>
    <p:sldId id="351" r:id="rId49"/>
    <p:sldId id="352" r:id="rId50"/>
    <p:sldId id="353" r:id="rId51"/>
    <p:sldId id="354" r:id="rId52"/>
    <p:sldId id="355" r:id="rId53"/>
    <p:sldId id="356" r:id="rId54"/>
    <p:sldId id="357" r:id="rId55"/>
    <p:sldId id="358" r:id="rId56"/>
    <p:sldId id="359" r:id="rId57"/>
    <p:sldId id="360" r:id="rId58"/>
    <p:sldId id="361" r:id="rId59"/>
    <p:sldId id="362" r:id="rId60"/>
    <p:sldId id="363" r:id="rId61"/>
    <p:sldId id="364" r:id="rId62"/>
    <p:sldId id="365" r:id="rId63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8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21" Type="http://schemas.openxmlformats.org/officeDocument/2006/relationships/slide" Target="slides/slide20.xml"/><Relationship Id="rId16" Type="http://schemas.openxmlformats.org/officeDocument/2006/relationships/slide" Target="slides/slide15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66" Type="http://schemas.openxmlformats.org/officeDocument/2006/relationships/printerSettings" Target="printerSettings/printerSettings1.bin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24" Type="http://schemas.openxmlformats.org/officeDocument/2006/relationships/slide" Target="slides/slide23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56" Type="http://schemas.openxmlformats.org/officeDocument/2006/relationships/slide" Target="slides/slide55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1" Type="http://schemas.openxmlformats.org/officeDocument/2006/relationships/slide" Target="slides/slide50.xml"/><Relationship Id="rId8" Type="http://schemas.openxmlformats.org/officeDocument/2006/relationships/slide" Target="slides/slide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59" Type="http://schemas.openxmlformats.org/officeDocument/2006/relationships/slide" Target="slides/slide58.xml"/><Relationship Id="rId46" Type="http://schemas.openxmlformats.org/officeDocument/2006/relationships/slide" Target="slides/slide45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5" Type="http://schemas.openxmlformats.org/officeDocument/2006/relationships/slide" Target="slides/slide24.xml"/><Relationship Id="rId12" Type="http://schemas.openxmlformats.org/officeDocument/2006/relationships/slide" Target="slides/slide11.xml"/><Relationship Id="rId54" Type="http://schemas.openxmlformats.org/officeDocument/2006/relationships/slide" Target="slides/slide53.xml"/><Relationship Id="rId41" Type="http://schemas.openxmlformats.org/officeDocument/2006/relationships/slide" Target="slides/slide40.xml"/><Relationship Id="rId70" Type="http://schemas.openxmlformats.org/officeDocument/2006/relationships/tableStyles" Target="tableStyles.xml"/><Relationship Id="rId20" Type="http://schemas.openxmlformats.org/officeDocument/2006/relationships/slide" Target="slides/slide19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49" Type="http://schemas.openxmlformats.org/officeDocument/2006/relationships/slide" Target="slides/slide48.xml"/><Relationship Id="rId36" Type="http://schemas.openxmlformats.org/officeDocument/2006/relationships/slide" Target="slides/slide3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65" Type="http://schemas.openxmlformats.org/officeDocument/2006/relationships/handoutMaster" Target="handoutMasters/handoutMaster1.xml"/><Relationship Id="rId52" Type="http://schemas.openxmlformats.org/officeDocument/2006/relationships/slide" Target="slides/slide51.xml"/><Relationship Id="rId44" Type="http://schemas.openxmlformats.org/officeDocument/2006/relationships/slide" Target="slides/slide43.xml"/><Relationship Id="rId31" Type="http://schemas.openxmlformats.org/officeDocument/2006/relationships/slide" Target="slides/slide30.xml"/><Relationship Id="rId60" Type="http://schemas.openxmlformats.org/officeDocument/2006/relationships/slide" Target="slides/slide59.xml"/><Relationship Id="rId10" Type="http://schemas.openxmlformats.org/officeDocument/2006/relationships/slide" Target="slides/slide9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71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14-02-18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14-02-18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FA6AA00D-08DF-2644-A878-28F3E71354BD}" type="slidenum">
              <a:rPr lang="en-US" sz="1200"/>
              <a:pPr eaLnBrk="1" hangingPunct="1"/>
              <a:t>2</a:t>
            </a:fld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</a:t>
            </a:fld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</a:t>
            </a:fld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6</a:t>
            </a:fld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7</a:t>
            </a:fld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8</a:t>
            </a:fld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9</a:t>
            </a:fld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11</a:t>
            </a:fld>
            <a:endParaRPr 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12</a:t>
            </a:fld>
            <a:endParaRPr 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13</a:t>
            </a:fld>
            <a:endParaRPr 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14</a:t>
            </a:fld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15</a:t>
            </a:fld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16</a:t>
            </a:fld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17</a:t>
            </a:fld>
            <a:endParaRPr 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18</a:t>
            </a:fld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19</a:t>
            </a:fld>
            <a:endParaRPr 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20</a:t>
            </a:fld>
            <a:endParaRPr 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21</a:t>
            </a:fld>
            <a:endParaRPr 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22</a:t>
            </a:fld>
            <a:endParaRPr 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23</a:t>
            </a:fld>
            <a:endParaRPr lang="en-US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24</a:t>
            </a:fld>
            <a:endParaRPr 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25</a:t>
            </a:fld>
            <a:endParaRPr 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26</a:t>
            </a:fld>
            <a:endParaRPr 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27</a:t>
            </a:fld>
            <a:endParaRPr 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28</a:t>
            </a:fld>
            <a:endParaRPr 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29</a:t>
            </a:fld>
            <a:endParaRPr lang="en-US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30</a:t>
            </a:fld>
            <a:endParaRPr lang="en-US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31</a:t>
            </a:fld>
            <a:endParaRPr lang="en-US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32</a:t>
            </a:fld>
            <a:endParaRPr 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33</a:t>
            </a:fld>
            <a:endParaRPr 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34</a:t>
            </a:fld>
            <a:endParaRPr lang="en-US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35</a:t>
            </a:fld>
            <a:endParaRPr 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36</a:t>
            </a:fld>
            <a:endParaRPr lang="en-US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37</a:t>
            </a:fld>
            <a:endParaRPr lang="en-US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38</a:t>
            </a:fld>
            <a:endParaRPr lang="en-US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39</a:t>
            </a:fld>
            <a:endParaRPr lang="en-US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40</a:t>
            </a:fld>
            <a:endParaRPr lang="en-US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41</a:t>
            </a:fld>
            <a:endParaRPr lang="en-US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42</a:t>
            </a:fld>
            <a:endParaRPr lang="en-US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43</a:t>
            </a:fld>
            <a:endParaRPr lang="en-US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44</a:t>
            </a:fld>
            <a:endParaRPr lang="en-US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45</a:t>
            </a:fld>
            <a:endParaRPr lang="en-US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47</a:t>
            </a:fld>
            <a:endParaRPr lang="en-US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48</a:t>
            </a:fld>
            <a:endParaRPr lang="en-US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49</a:t>
            </a:fld>
            <a:endParaRPr lang="en-US" sz="12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50</a:t>
            </a:fld>
            <a:endParaRPr lang="en-US" sz="12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51</a:t>
            </a:fld>
            <a:endParaRPr lang="en-US" sz="12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52</a:t>
            </a:fld>
            <a:endParaRPr lang="en-US" sz="12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53</a:t>
            </a:fld>
            <a:endParaRPr lang="en-US" sz="12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54</a:t>
            </a:fld>
            <a:endParaRPr lang="en-US" sz="12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55</a:t>
            </a:fld>
            <a:endParaRPr lang="en-US" sz="12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56</a:t>
            </a:fld>
            <a:endParaRPr lang="en-US" sz="12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57</a:t>
            </a:fld>
            <a:endParaRPr lang="en-US" sz="12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58</a:t>
            </a:fld>
            <a:endParaRPr lang="en-US" sz="12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59</a:t>
            </a:fld>
            <a:endParaRPr lang="en-US" sz="12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60</a:t>
            </a:fld>
            <a:endParaRPr lang="en-US" sz="12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61</a:t>
            </a:fld>
            <a:endParaRPr lang="en-US" sz="12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lvl="1"/>
            <a:endParaRPr lang="en-US">
              <a:latin typeface="Calibri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588407F3-996D-A945-ACC7-99DCA2794877}" type="slidenum">
              <a:rPr lang="en-US" sz="1200"/>
              <a:pPr eaLnBrk="1" hangingPunct="1"/>
              <a:t>62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3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[Titel van de presentatie]</a:t>
            </a:r>
            <a:endParaRPr lang="nl-NL" dirty="0"/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3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19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[Periode]</a:t>
            </a:r>
            <a:endParaRPr lang="nl-NL" dirty="0"/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4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smtClean="0"/>
              <a:t>[Jaargang]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1" y="476473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 smtClean="0"/>
              <a:t>[Hier komt de kop van de </a:t>
            </a:r>
            <a:r>
              <a:rPr lang="nl-NL" dirty="0" err="1" smtClean="0"/>
              <a:t>slide</a:t>
            </a:r>
            <a:r>
              <a:rPr lang="nl-NL" dirty="0" smtClean="0"/>
              <a:t>]</a:t>
            </a:r>
            <a:endParaRPr lang="nl-NL" dirty="0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7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 smtClean="0"/>
              <a:t>Tekstuele content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  <a:p>
            <a:pPr lvl="0"/>
            <a:endParaRPr lang="nl-NL" dirty="0" smtClean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 smtClean="0"/>
              <a:t>Afbeelding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02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 smtClean="0"/>
              <a:t>Tekstuele content met </a:t>
            </a:r>
            <a:r>
              <a:rPr lang="nl-NL" dirty="0" err="1" smtClean="0"/>
              <a:t>bullits</a:t>
            </a:r>
            <a:endParaRPr lang="nl-NL" dirty="0" smtClean="0"/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</a:p>
          <a:p>
            <a:pPr lvl="5"/>
            <a:r>
              <a:rPr lang="nl-NL" dirty="0" smtClean="0"/>
              <a:t>Zesde niveau</a:t>
            </a:r>
          </a:p>
          <a:p>
            <a:pPr lvl="6"/>
            <a:r>
              <a:rPr lang="nl-NL" dirty="0" smtClean="0"/>
              <a:t>Zevende niveau</a:t>
            </a:r>
          </a:p>
          <a:p>
            <a:pPr lvl="7"/>
            <a:r>
              <a:rPr lang="nl-NL" dirty="0" smtClean="0"/>
              <a:t>Achtste niveau</a:t>
            </a:r>
          </a:p>
          <a:p>
            <a:pPr lvl="8"/>
            <a:r>
              <a:rPr lang="nl-NL" dirty="0" smtClean="0"/>
              <a:t>Negende niveau</a:t>
            </a:r>
          </a:p>
          <a:p>
            <a:pPr lvl="8"/>
            <a:r>
              <a:rPr lang="nl-NL" dirty="0" smtClean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huffman.ooz.ie/" TargetMode="External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nl-NL" sz="2400" dirty="0"/>
              <a:t>Algoritme </a:t>
            </a:r>
            <a:r>
              <a:rPr lang="nl-NL" sz="2400"/>
              <a:t>en </a:t>
            </a:r>
            <a:r>
              <a:rPr lang="nl-NL" sz="2400" smtClean="0"/>
              <a:t>Datastructuren</a:t>
            </a:r>
            <a:endParaRPr lang="nl-NL" sz="24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smtClean="0"/>
              <a:t>Compressie Huffman algoritmen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3789040"/>
            <a:ext cx="3301380" cy="278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57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jdelijke aanduiding voor dianumm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E74BC181-3268-224A-9AE8-47D10ACADA9B}" type="slidenum">
              <a:rPr lang="en-US" sz="1400">
                <a:solidFill>
                  <a:schemeClr val="tx1"/>
                </a:solidFill>
                <a:latin typeface="Times" charset="0"/>
              </a:rPr>
              <a:pPr eaLnBrk="1" hangingPunct="1"/>
              <a:t>2</a:t>
            </a:fld>
            <a:endParaRPr lang="en-US" sz="1400">
              <a:solidFill>
                <a:schemeClr val="tx1"/>
              </a:solidFill>
              <a:latin typeface="Times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116013" y="1676400"/>
            <a:ext cx="7920037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A 000	C 010	E 100	G 110</a:t>
            </a: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B 001	D 011	F 101	H 111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Het </a:t>
            </a:r>
            <a:r>
              <a:rPr lang="en-US" sz="2000" b="1" dirty="0" err="1" smtClean="0">
                <a:solidFill>
                  <a:srgbClr val="000102"/>
                </a:solidFill>
                <a:latin typeface="Arial" charset="0"/>
              </a:rPr>
              <a:t>volgende</a:t>
            </a:r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b="1" dirty="0" err="1" smtClean="0">
                <a:solidFill>
                  <a:srgbClr val="000102"/>
                </a:solidFill>
                <a:latin typeface="Arial" charset="0"/>
              </a:rPr>
              <a:t>bericht</a:t>
            </a:r>
            <a:endParaRPr lang="en-US" sz="2000" b="1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BACADAEAFABBAAAGH</a:t>
            </a:r>
          </a:p>
          <a:p>
            <a:pPr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/>
            <a:r>
              <a:rPr lang="en-US" sz="2000" b="1" dirty="0" err="1" smtClean="0">
                <a:solidFill>
                  <a:srgbClr val="000102"/>
                </a:solidFill>
                <a:latin typeface="Arial" charset="0"/>
              </a:rPr>
              <a:t>Wordt</a:t>
            </a:r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b="1" dirty="0" err="1" smtClean="0">
                <a:solidFill>
                  <a:srgbClr val="000102"/>
                </a:solidFill>
                <a:latin typeface="Arial" charset="0"/>
              </a:rPr>
              <a:t>opgeslagen</a:t>
            </a:r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b="1" dirty="0" err="1" smtClean="0">
                <a:solidFill>
                  <a:srgbClr val="000102"/>
                </a:solidFill>
                <a:latin typeface="Arial" charset="0"/>
              </a:rPr>
              <a:t>als</a:t>
            </a:r>
            <a:r>
              <a:rPr lang="en-US" sz="2000" b="1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b="1" dirty="0">
                <a:solidFill>
                  <a:srgbClr val="000102"/>
                </a:solidFill>
                <a:latin typeface="Arial" charset="0"/>
              </a:rPr>
              <a:t>51 bits</a:t>
            </a:r>
          </a:p>
          <a:p>
            <a:pPr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001000010000011000100000101000001001000000000110111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Een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mogelijke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manier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van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opslaan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6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jdelijke aanduiding voor dianumm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/>
            <a:fld id="{652F61FF-9EE9-F840-8BB6-E046FE9751E1}" type="slidenum">
              <a:rPr lang="en-US" sz="1400">
                <a:solidFill>
                  <a:schemeClr val="tx1"/>
                </a:solidFill>
                <a:latin typeface="Times" charset="0"/>
              </a:rPr>
              <a:pPr eaLnBrk="1" hangingPunct="1"/>
              <a:t>3</a:t>
            </a:fld>
            <a:endParaRPr lang="en-US" sz="1400">
              <a:solidFill>
                <a:schemeClr val="tx1"/>
              </a:solidFill>
              <a:latin typeface="Times" charset="0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6013" y="1676400"/>
            <a:ext cx="701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Vernoemd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naar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David 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A. Huffman.</a:t>
            </a:r>
          </a:p>
          <a:p>
            <a:pPr eaLnBrk="1" hangingPunct="1">
              <a:buFont typeface="Arial" charset="0"/>
              <a:buChar char="•"/>
            </a:pPr>
            <a:r>
              <a:rPr lang="en-US" sz="2000" dirty="0">
                <a:solidFill>
                  <a:srgbClr val="000102"/>
                </a:solidFill>
                <a:latin typeface="Arial" charset="0"/>
              </a:rPr>
              <a:t>Ph.D. student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bij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MIT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Gepubliseerd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in1952 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latin typeface="Arial" charset="0"/>
                <a:cs typeface="Times New Roman" charset="0"/>
              </a:rPr>
              <a:t>Huffman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529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Tel/turf hoe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vaak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karakter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voorkomt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in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tekst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in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van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elementen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van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op basis van het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aantal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keer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dat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karakter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voorkomt</a:t>
            </a:r>
            <a:endParaRPr lang="en-US" sz="2000" dirty="0" smtClean="0">
              <a:solidFill>
                <a:srgbClr val="000102"/>
              </a:solidFill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Maak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boomstructuur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door het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volgende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doen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:</a:t>
            </a:r>
          </a:p>
          <a:p>
            <a:pPr marL="857250" lvl="1" indent="-457200" eaLnBrk="1" hangingPunct="1">
              <a:buFont typeface="+mj-lt"/>
              <a:buAutoNum type="alphaL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857250" lvl="1" indent="-457200" eaLnBrk="1" hangingPunct="1">
              <a:buFont typeface="+mj-lt"/>
              <a:buAutoNum type="alphaLcPeriod"/>
            </a:pP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857250" lvl="1" indent="-457200" eaLnBrk="1" hangingPunct="1">
              <a:buFont typeface="+mj-lt"/>
              <a:buAutoNum type="alphaL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857250" lvl="1" indent="-457200" eaLnBrk="1" hangingPunct="1">
              <a:buFont typeface="+mj-lt"/>
              <a:buAutoNum type="alphaL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857250" lvl="1" indent="-457200" eaLnBrk="1" hangingPunct="1">
              <a:buFont typeface="+mj-lt"/>
              <a:buAutoNum type="alphaL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elk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bitwaarde</a:t>
            </a:r>
            <a:endParaRPr lang="en-US" sz="2000" dirty="0" smtClean="0">
              <a:solidFill>
                <a:srgbClr val="000102"/>
              </a:solidFill>
              <a:latin typeface="Arial" charset="0"/>
            </a:endParaRP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Comprimeer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tekst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behulp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bitwaarde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latin typeface="Arial" charset="0"/>
                <a:cs typeface="Times New Roman" charset="0"/>
              </a:rPr>
              <a:t>Het Huffman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206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0" indent="0" algn="ctr" eaLnBrk="1" hangingPunct="1"/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“</a:t>
            </a:r>
            <a:r>
              <a:rPr lang="en-US" sz="2800" dirty="0" err="1" smtClean="0">
                <a:solidFill>
                  <a:srgbClr val="000102"/>
                </a:solidFill>
                <a:latin typeface="Arial" charset="0"/>
              </a:rPr>
              <a:t>vier</a:t>
            </a:r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800" dirty="0" err="1" smtClean="0">
                <a:solidFill>
                  <a:srgbClr val="000102"/>
                </a:solidFill>
                <a:latin typeface="Arial" charset="0"/>
              </a:rPr>
              <a:t>vooral</a:t>
            </a:r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800" dirty="0" err="1" smtClean="0">
                <a:solidFill>
                  <a:srgbClr val="000102"/>
                </a:solidFill>
                <a:latin typeface="Arial" charset="0"/>
              </a:rPr>
              <a:t>vakantie</a:t>
            </a:r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”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latin typeface="Arial" charset="0"/>
                <a:cs typeface="Times New Roman" charset="0"/>
              </a:rPr>
              <a:t>We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gaan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de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volgende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tekst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comprimeren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909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0" indent="0" eaLnBrk="1" hangingPunct="1"/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Tel/turf hoe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vaak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karakter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voorkomt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in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tekst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in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van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elementen</a:t>
            </a:r>
            <a:endParaRPr lang="en-US" sz="2000" dirty="0" smtClean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 smtClean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Resultaat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bij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tekst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“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vier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vooral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vakantie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” is: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1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555179"/>
              </p:ext>
            </p:extLst>
          </p:nvPr>
        </p:nvGraphicFramePr>
        <p:xfrm>
          <a:off x="1331640" y="2708920"/>
          <a:ext cx="35283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756"/>
                <a:gridCol w="20236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|||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|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4139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0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op basis van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aantal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keer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karakter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voorkomt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2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850982"/>
              </p:ext>
            </p:extLst>
          </p:nvPr>
        </p:nvGraphicFramePr>
        <p:xfrm>
          <a:off x="1187624" y="2204864"/>
          <a:ext cx="35283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756"/>
                <a:gridCol w="20236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9620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0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Maak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boomstructuur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door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volgende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doen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:</a:t>
            </a:r>
          </a:p>
          <a:p>
            <a:pPr marL="857250" lvl="1" indent="-457200" eaLnBrk="1" hangingPunct="1">
              <a:buFont typeface="+mj-lt"/>
              <a:buAutoNum type="alphaLcPeriod"/>
            </a:pP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09026"/>
              </p:ext>
            </p:extLst>
          </p:nvPr>
        </p:nvGraphicFramePr>
        <p:xfrm>
          <a:off x="1187624" y="2204864"/>
          <a:ext cx="24482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Rechte verbindingslijn met pijl 10"/>
          <p:cNvCxnSpPr/>
          <p:nvPr/>
        </p:nvCxnSpPr>
        <p:spPr>
          <a:xfrm flipH="1">
            <a:off x="3347864" y="573325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/>
          <p:cNvCxnSpPr/>
          <p:nvPr/>
        </p:nvCxnSpPr>
        <p:spPr>
          <a:xfrm flipH="1">
            <a:off x="3347864" y="609329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756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420549"/>
              </p:ext>
            </p:extLst>
          </p:nvPr>
        </p:nvGraphicFramePr>
        <p:xfrm>
          <a:off x="1187624" y="2204864"/>
          <a:ext cx="24482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cxnSp>
        <p:nvCxnSpPr>
          <p:cNvPr id="11" name="Rechte verbindingslijn met pijl 10"/>
          <p:cNvCxnSpPr/>
          <p:nvPr/>
        </p:nvCxnSpPr>
        <p:spPr>
          <a:xfrm flipH="1">
            <a:off x="3347864" y="573325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/>
          <p:cNvCxnSpPr/>
          <p:nvPr/>
        </p:nvCxnSpPr>
        <p:spPr>
          <a:xfrm flipH="1">
            <a:off x="3347864" y="609329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955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139218"/>
              </p:ext>
            </p:extLst>
          </p:nvPr>
        </p:nvGraphicFramePr>
        <p:xfrm>
          <a:off x="1187624" y="2204864"/>
          <a:ext cx="244827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cxnSp>
        <p:nvCxnSpPr>
          <p:cNvPr id="14" name="Rechte verbindingslijn met pijl 13"/>
          <p:cNvCxnSpPr/>
          <p:nvPr/>
        </p:nvCxnSpPr>
        <p:spPr>
          <a:xfrm flipH="1">
            <a:off x="3779912" y="566124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08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90556"/>
              </p:ext>
            </p:extLst>
          </p:nvPr>
        </p:nvGraphicFramePr>
        <p:xfrm>
          <a:off x="1187624" y="2204864"/>
          <a:ext cx="244827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430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503459"/>
              </p:ext>
            </p:extLst>
          </p:nvPr>
        </p:nvGraphicFramePr>
        <p:xfrm>
          <a:off x="1187624" y="2204864"/>
          <a:ext cx="244827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kstvak 2"/>
          <p:cNvSpPr txBox="1"/>
          <p:nvPr/>
        </p:nvSpPr>
        <p:spPr>
          <a:xfrm>
            <a:off x="4139952" y="3068960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643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364910"/>
              </p:ext>
            </p:extLst>
          </p:nvPr>
        </p:nvGraphicFramePr>
        <p:xfrm>
          <a:off x="1187624" y="2204864"/>
          <a:ext cx="244827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/>
          <p:nvPr/>
        </p:nvCxnSpPr>
        <p:spPr>
          <a:xfrm flipH="1">
            <a:off x="3347864" y="537321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/>
          <p:cNvCxnSpPr/>
          <p:nvPr/>
        </p:nvCxnSpPr>
        <p:spPr>
          <a:xfrm flipH="1">
            <a:off x="3347864" y="573325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166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545747"/>
              </p:ext>
            </p:extLst>
          </p:nvPr>
        </p:nvGraphicFramePr>
        <p:xfrm>
          <a:off x="1187624" y="2204864"/>
          <a:ext cx="244827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/>
          <p:nvPr/>
        </p:nvCxnSpPr>
        <p:spPr>
          <a:xfrm flipH="1">
            <a:off x="3347864" y="537321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11"/>
          <p:cNvCxnSpPr/>
          <p:nvPr/>
        </p:nvCxnSpPr>
        <p:spPr>
          <a:xfrm flipH="1">
            <a:off x="3347864" y="573325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186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72108"/>
              </p:ext>
            </p:extLst>
          </p:nvPr>
        </p:nvGraphicFramePr>
        <p:xfrm>
          <a:off x="1187624" y="2204864"/>
          <a:ext cx="244827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/>
          <p:nvPr/>
        </p:nvCxnSpPr>
        <p:spPr>
          <a:xfrm flipH="1">
            <a:off x="3347864" y="537321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016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49564"/>
              </p:ext>
            </p:extLst>
          </p:nvPr>
        </p:nvGraphicFramePr>
        <p:xfrm>
          <a:off x="1187624" y="2204864"/>
          <a:ext cx="244827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726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709038"/>
              </p:ext>
            </p:extLst>
          </p:nvPr>
        </p:nvGraphicFramePr>
        <p:xfrm>
          <a:off x="1187624" y="2204864"/>
          <a:ext cx="244827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20" name="Tekstvak 19"/>
          <p:cNvSpPr txBox="1"/>
          <p:nvPr/>
        </p:nvSpPr>
        <p:spPr>
          <a:xfrm>
            <a:off x="4139952" y="3068960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512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13309"/>
              </p:ext>
            </p:extLst>
          </p:nvPr>
        </p:nvGraphicFramePr>
        <p:xfrm>
          <a:off x="1187624" y="2204864"/>
          <a:ext cx="244827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21" name="Rechte verbindingslijn met pijl 20"/>
          <p:cNvCxnSpPr/>
          <p:nvPr/>
        </p:nvCxnSpPr>
        <p:spPr>
          <a:xfrm flipH="1">
            <a:off x="3347864" y="494116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/>
          <p:cNvCxnSpPr/>
          <p:nvPr/>
        </p:nvCxnSpPr>
        <p:spPr>
          <a:xfrm flipH="1">
            <a:off x="3347864" y="530120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449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81741"/>
              </p:ext>
            </p:extLst>
          </p:nvPr>
        </p:nvGraphicFramePr>
        <p:xfrm>
          <a:off x="1187624" y="2204864"/>
          <a:ext cx="244827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21" name="Rechte verbindingslijn met pijl 20"/>
          <p:cNvCxnSpPr/>
          <p:nvPr/>
        </p:nvCxnSpPr>
        <p:spPr>
          <a:xfrm flipH="1">
            <a:off x="3347864" y="494116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/>
          <p:cNvCxnSpPr/>
          <p:nvPr/>
        </p:nvCxnSpPr>
        <p:spPr>
          <a:xfrm flipH="1">
            <a:off x="3347864" y="530120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5772431" y="335699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112726" y="372632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324344" y="372632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787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889991"/>
              </p:ext>
            </p:extLst>
          </p:nvPr>
        </p:nvGraphicFramePr>
        <p:xfrm>
          <a:off x="1187624" y="2204864"/>
          <a:ext cx="24482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21" name="Rechte verbindingslijn met pijl 20"/>
          <p:cNvCxnSpPr/>
          <p:nvPr/>
        </p:nvCxnSpPr>
        <p:spPr>
          <a:xfrm flipH="1">
            <a:off x="3419872" y="5013176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5772431" y="335699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112726" y="372632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324344" y="372632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414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526923"/>
              </p:ext>
            </p:extLst>
          </p:nvPr>
        </p:nvGraphicFramePr>
        <p:xfrm>
          <a:off x="1187624" y="2204864"/>
          <a:ext cx="24482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25" name="Tekstvak 24"/>
          <p:cNvSpPr txBox="1"/>
          <p:nvPr/>
        </p:nvSpPr>
        <p:spPr>
          <a:xfrm>
            <a:off x="5772431" y="335699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112726" y="372632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324344" y="372632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3624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623033"/>
              </p:ext>
            </p:extLst>
          </p:nvPr>
        </p:nvGraphicFramePr>
        <p:xfrm>
          <a:off x="1187624" y="2204864"/>
          <a:ext cx="24482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5772431" y="335699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112726" y="372632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324344" y="372632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21" name="Tekstvak 20"/>
          <p:cNvSpPr txBox="1"/>
          <p:nvPr/>
        </p:nvSpPr>
        <p:spPr>
          <a:xfrm>
            <a:off x="4139952" y="263691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6519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33237"/>
              </p:ext>
            </p:extLst>
          </p:nvPr>
        </p:nvGraphicFramePr>
        <p:xfrm>
          <a:off x="1187624" y="2204864"/>
          <a:ext cx="24482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7596336" y="544522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372200" y="544522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6948264" y="443711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6757808" y="480644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404992" y="480644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364088" y="543593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139952" y="543593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4716016" y="442782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503468" y="479715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112726" y="479715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5772431" y="335699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112726" y="372632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324344" y="372632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19" name="Rechte verbindingslijn met pijl 18"/>
          <p:cNvCxnSpPr/>
          <p:nvPr/>
        </p:nvCxnSpPr>
        <p:spPr>
          <a:xfrm flipH="1">
            <a:off x="3275856" y="472514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/>
          <p:cNvCxnSpPr/>
          <p:nvPr/>
        </p:nvCxnSpPr>
        <p:spPr>
          <a:xfrm flipH="1">
            <a:off x="3275856" y="508518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142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08917"/>
              </p:ext>
            </p:extLst>
          </p:nvPr>
        </p:nvGraphicFramePr>
        <p:xfrm>
          <a:off x="251520" y="3651840"/>
          <a:ext cx="24482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19" name="Rechte verbindingslijn met pijl 18"/>
          <p:cNvCxnSpPr/>
          <p:nvPr/>
        </p:nvCxnSpPr>
        <p:spPr>
          <a:xfrm flipH="1">
            <a:off x="2339752" y="6172120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/>
          <p:cNvCxnSpPr/>
          <p:nvPr/>
        </p:nvCxnSpPr>
        <p:spPr>
          <a:xfrm flipH="1">
            <a:off x="2339752" y="6532160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671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848696"/>
              </p:ext>
            </p:extLst>
          </p:nvPr>
        </p:nvGraphicFramePr>
        <p:xfrm>
          <a:off x="251520" y="3651840"/>
          <a:ext cx="244827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19" name="Rechte verbindingslijn met pijl 18"/>
          <p:cNvCxnSpPr/>
          <p:nvPr/>
        </p:nvCxnSpPr>
        <p:spPr>
          <a:xfrm flipH="1">
            <a:off x="2339752" y="6172120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78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260146"/>
              </p:ext>
            </p:extLst>
          </p:nvPr>
        </p:nvGraphicFramePr>
        <p:xfrm>
          <a:off x="251520" y="3651840"/>
          <a:ext cx="244827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923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171687"/>
              </p:ext>
            </p:extLst>
          </p:nvPr>
        </p:nvGraphicFramePr>
        <p:xfrm>
          <a:off x="251520" y="3651840"/>
          <a:ext cx="244827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31" name="Tekstvak 30"/>
          <p:cNvSpPr txBox="1"/>
          <p:nvPr/>
        </p:nvSpPr>
        <p:spPr>
          <a:xfrm>
            <a:off x="4139952" y="263691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9823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985738"/>
              </p:ext>
            </p:extLst>
          </p:nvPr>
        </p:nvGraphicFramePr>
        <p:xfrm>
          <a:off x="251520" y="3651840"/>
          <a:ext cx="244827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2" name="Rechte verbindingslijn met pijl 31"/>
          <p:cNvCxnSpPr/>
          <p:nvPr/>
        </p:nvCxnSpPr>
        <p:spPr>
          <a:xfrm flipH="1">
            <a:off x="2339752" y="580526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/>
          <p:cNvCxnSpPr/>
          <p:nvPr/>
        </p:nvCxnSpPr>
        <p:spPr>
          <a:xfrm flipH="1">
            <a:off x="2339752" y="616530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3016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025041"/>
              </p:ext>
            </p:extLst>
          </p:nvPr>
        </p:nvGraphicFramePr>
        <p:xfrm>
          <a:off x="251520" y="3651840"/>
          <a:ext cx="2448272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2" name="Rechte verbindingslijn met pijl 31"/>
          <p:cNvCxnSpPr/>
          <p:nvPr/>
        </p:nvCxnSpPr>
        <p:spPr>
          <a:xfrm flipH="1">
            <a:off x="2339752" y="580526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/>
          <p:cNvCxnSpPr/>
          <p:nvPr/>
        </p:nvCxnSpPr>
        <p:spPr>
          <a:xfrm flipH="1">
            <a:off x="2339752" y="616530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1691680" y="3131676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467544" y="313167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1043608" y="21235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853152" y="2492896"/>
            <a:ext cx="59674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1449898" y="2492896"/>
            <a:ext cx="6213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000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119140"/>
              </p:ext>
            </p:extLst>
          </p:nvPr>
        </p:nvGraphicFramePr>
        <p:xfrm>
          <a:off x="251520" y="3651840"/>
          <a:ext cx="244827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2" name="Rechte verbindingslijn met pijl 31"/>
          <p:cNvCxnSpPr/>
          <p:nvPr/>
        </p:nvCxnSpPr>
        <p:spPr>
          <a:xfrm flipH="1">
            <a:off x="2339752" y="580526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1691680" y="3131676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467544" y="313167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1043608" y="21235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853152" y="2492896"/>
            <a:ext cx="59674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1449898" y="2492896"/>
            <a:ext cx="6213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837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669704"/>
              </p:ext>
            </p:extLst>
          </p:nvPr>
        </p:nvGraphicFramePr>
        <p:xfrm>
          <a:off x="251520" y="3651840"/>
          <a:ext cx="244827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31" name="Tekstvak 30"/>
          <p:cNvSpPr txBox="1"/>
          <p:nvPr/>
        </p:nvSpPr>
        <p:spPr>
          <a:xfrm>
            <a:off x="1691680" y="3131676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467544" y="313167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1043608" y="21235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853152" y="2492896"/>
            <a:ext cx="59674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1449898" y="2492896"/>
            <a:ext cx="6213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157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806866"/>
              </p:ext>
            </p:extLst>
          </p:nvPr>
        </p:nvGraphicFramePr>
        <p:xfrm>
          <a:off x="251520" y="3651840"/>
          <a:ext cx="244827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079689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6855553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431617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241161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7888345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5847441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623305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99369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4986821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596079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255784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596079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6807697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211960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699792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275856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305750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077480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1691680" y="3131676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467544" y="313167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1043608" y="21235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853152" y="2492896"/>
            <a:ext cx="59674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1449898" y="2492896"/>
            <a:ext cx="6213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39" name="Tekstvak 38"/>
          <p:cNvSpPr txBox="1"/>
          <p:nvPr/>
        </p:nvSpPr>
        <p:spPr>
          <a:xfrm>
            <a:off x="4139952" y="263691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87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775634"/>
              </p:ext>
            </p:extLst>
          </p:nvPr>
        </p:nvGraphicFramePr>
        <p:xfrm>
          <a:off x="179512" y="4497848"/>
          <a:ext cx="244827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34675" y="572396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110539" y="57239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686603" y="471585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496147" y="5085184"/>
            <a:ext cx="64718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143331" y="5085184"/>
            <a:ext cx="56173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102427" y="571467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4878291" y="571467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454355" y="470656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5241807" y="5075892"/>
            <a:ext cx="60925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5851065" y="5075892"/>
            <a:ext cx="63060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510770" y="363573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5851065" y="4005064"/>
            <a:ext cx="1211618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062683" y="4005064"/>
            <a:ext cx="1080648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4466946" y="4715852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2954778" y="4715852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3530842" y="3707740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3560736" y="4077072"/>
            <a:ext cx="771730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4332466" y="4077072"/>
            <a:ext cx="52459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2699792" y="39957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1475656" y="39957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051720" y="2987660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1861264" y="3356992"/>
            <a:ext cx="59674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2458010" y="3356992"/>
            <a:ext cx="6213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0" name="Rechte verbindingslijn met pijl 29"/>
          <p:cNvCxnSpPr/>
          <p:nvPr/>
        </p:nvCxnSpPr>
        <p:spPr>
          <a:xfrm flipH="1">
            <a:off x="2339752" y="638132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met pijl 31"/>
          <p:cNvCxnSpPr/>
          <p:nvPr/>
        </p:nvCxnSpPr>
        <p:spPr>
          <a:xfrm flipH="1">
            <a:off x="2339752" y="674136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033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77025"/>
              </p:ext>
            </p:extLst>
          </p:nvPr>
        </p:nvGraphicFramePr>
        <p:xfrm>
          <a:off x="179512" y="4497848"/>
          <a:ext cx="244827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299695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366284"/>
            <a:ext cx="727701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366284"/>
            <a:ext cx="862010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2996952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366284"/>
            <a:ext cx="59642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366284"/>
            <a:ext cx="483516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068960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438292"/>
            <a:ext cx="4649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438292"/>
            <a:ext cx="44424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0" name="Rechte verbindingslijn met pijl 29"/>
          <p:cNvCxnSpPr/>
          <p:nvPr/>
        </p:nvCxnSpPr>
        <p:spPr>
          <a:xfrm flipH="1">
            <a:off x="2339752" y="638132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met pijl 31"/>
          <p:cNvCxnSpPr/>
          <p:nvPr/>
        </p:nvCxnSpPr>
        <p:spPr>
          <a:xfrm flipH="1">
            <a:off x="2339752" y="674136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356022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512799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923974" y="3059668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890968" y="3429000"/>
            <a:ext cx="417487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1308455" y="3429000"/>
            <a:ext cx="39541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346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350229"/>
              </p:ext>
            </p:extLst>
          </p:nvPr>
        </p:nvGraphicFramePr>
        <p:xfrm>
          <a:off x="179512" y="4497848"/>
          <a:ext cx="24482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299695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366284"/>
            <a:ext cx="727701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366284"/>
            <a:ext cx="862010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2996952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366284"/>
            <a:ext cx="59642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366284"/>
            <a:ext cx="483516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068960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438292"/>
            <a:ext cx="4649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438292"/>
            <a:ext cx="44424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0" name="Rechte verbindingslijn met pijl 29"/>
          <p:cNvCxnSpPr/>
          <p:nvPr/>
        </p:nvCxnSpPr>
        <p:spPr>
          <a:xfrm flipH="1">
            <a:off x="2339752" y="638132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356022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512799" y="4067780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923974" y="3059668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898407" y="3429000"/>
            <a:ext cx="41004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1308455" y="3429000"/>
            <a:ext cx="39541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7270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473671"/>
              </p:ext>
            </p:extLst>
          </p:nvPr>
        </p:nvGraphicFramePr>
        <p:xfrm>
          <a:off x="179512" y="4497848"/>
          <a:ext cx="24482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299695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366284"/>
            <a:ext cx="727701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366284"/>
            <a:ext cx="862010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2996952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366284"/>
            <a:ext cx="59642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366284"/>
            <a:ext cx="483516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068960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438292"/>
            <a:ext cx="4649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438292"/>
            <a:ext cx="44424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33" name="Tekstvak 32"/>
          <p:cNvSpPr txBox="1"/>
          <p:nvPr/>
        </p:nvSpPr>
        <p:spPr>
          <a:xfrm>
            <a:off x="1356022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512799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923974" y="3059668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890968" y="3429000"/>
            <a:ext cx="417487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1308455" y="3429000"/>
            <a:ext cx="39541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857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172305"/>
              </p:ext>
            </p:extLst>
          </p:nvPr>
        </p:nvGraphicFramePr>
        <p:xfrm>
          <a:off x="179512" y="4497848"/>
          <a:ext cx="24482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299695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366284"/>
            <a:ext cx="727701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366284"/>
            <a:ext cx="862010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2996952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366284"/>
            <a:ext cx="59642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366284"/>
            <a:ext cx="483516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068960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438292"/>
            <a:ext cx="4649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438292"/>
            <a:ext cx="44424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356022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512799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923974" y="3059668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890968" y="3429000"/>
            <a:ext cx="417487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1308455" y="3429000"/>
            <a:ext cx="39541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46" name="Tekstvak 45"/>
          <p:cNvSpPr txBox="1"/>
          <p:nvPr/>
        </p:nvSpPr>
        <p:spPr>
          <a:xfrm>
            <a:off x="4139952" y="227687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373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30486"/>
              </p:ext>
            </p:extLst>
          </p:nvPr>
        </p:nvGraphicFramePr>
        <p:xfrm>
          <a:off x="179512" y="4497848"/>
          <a:ext cx="24482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2996952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366284"/>
            <a:ext cx="727701" cy="701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366284"/>
            <a:ext cx="862010" cy="710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2996952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366284"/>
            <a:ext cx="596421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366284"/>
            <a:ext cx="483516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068960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438292"/>
            <a:ext cx="46490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438292"/>
            <a:ext cx="44424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356022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512799" y="4067780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923974" y="3059668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898407" y="3429000"/>
            <a:ext cx="410048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1308455" y="3429000"/>
            <a:ext cx="395416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8" name="Rechte verbindingslijn met pijl 37"/>
          <p:cNvCxnSpPr/>
          <p:nvPr/>
        </p:nvCxnSpPr>
        <p:spPr>
          <a:xfrm flipH="1">
            <a:off x="2339752" y="602128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chte verbindingslijn met pijl 42"/>
          <p:cNvCxnSpPr/>
          <p:nvPr/>
        </p:nvCxnSpPr>
        <p:spPr>
          <a:xfrm flipH="1">
            <a:off x="2339752" y="638132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388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21512"/>
              </p:ext>
            </p:extLst>
          </p:nvPr>
        </p:nvGraphicFramePr>
        <p:xfrm>
          <a:off x="179512" y="4497848"/>
          <a:ext cx="24482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indent="0" eaLnBrk="1" hangingPunct="1"/>
                      <a:r>
                        <a:rPr lang="en-US" sz="1600" dirty="0" smtClean="0">
                          <a:solidFill>
                            <a:srgbClr val="000102"/>
                          </a:solidFill>
                          <a:latin typeface="Arial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3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8" name="Rechte verbindingslijn met pijl 37"/>
          <p:cNvCxnSpPr/>
          <p:nvPr/>
        </p:nvCxnSpPr>
        <p:spPr>
          <a:xfrm flipH="1">
            <a:off x="2339752" y="602128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chte verbindingslijn met pijl 42"/>
          <p:cNvCxnSpPr/>
          <p:nvPr/>
        </p:nvCxnSpPr>
        <p:spPr>
          <a:xfrm flipH="1">
            <a:off x="2339752" y="638132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2479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691222"/>
              </p:ext>
            </p:extLst>
          </p:nvPr>
        </p:nvGraphicFramePr>
        <p:xfrm>
          <a:off x="179512" y="4497848"/>
          <a:ext cx="244827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38" name="Rechte verbindingslijn met pijl 37"/>
          <p:cNvCxnSpPr/>
          <p:nvPr/>
        </p:nvCxnSpPr>
        <p:spPr>
          <a:xfrm flipH="1">
            <a:off x="2339752" y="602128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129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941619"/>
              </p:ext>
            </p:extLst>
          </p:nvPr>
        </p:nvGraphicFramePr>
        <p:xfrm>
          <a:off x="179512" y="4497848"/>
          <a:ext cx="244827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515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69536"/>
              </p:ext>
            </p:extLst>
          </p:nvPr>
        </p:nvGraphicFramePr>
        <p:xfrm>
          <a:off x="179512" y="4497848"/>
          <a:ext cx="244827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400050" lvl="1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43" name="Tekstvak 42"/>
          <p:cNvSpPr txBox="1"/>
          <p:nvPr/>
        </p:nvSpPr>
        <p:spPr>
          <a:xfrm>
            <a:off x="4139952" y="227687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605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47417"/>
              </p:ext>
            </p:extLst>
          </p:nvPr>
        </p:nvGraphicFramePr>
        <p:xfrm>
          <a:off x="179512" y="4497848"/>
          <a:ext cx="244827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45" name="Rechte verbindingslijn met pijl 44"/>
          <p:cNvCxnSpPr/>
          <p:nvPr/>
        </p:nvCxnSpPr>
        <p:spPr>
          <a:xfrm flipH="1">
            <a:off x="2339752" y="566124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met pijl 48"/>
          <p:cNvCxnSpPr/>
          <p:nvPr/>
        </p:nvCxnSpPr>
        <p:spPr>
          <a:xfrm flipH="1">
            <a:off x="2339752" y="602128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861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043484"/>
              </p:ext>
            </p:extLst>
          </p:nvPr>
        </p:nvGraphicFramePr>
        <p:xfrm>
          <a:off x="179512" y="4497848"/>
          <a:ext cx="244827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1224136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 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4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45" name="Rechte verbindingslijn met pijl 44"/>
          <p:cNvCxnSpPr/>
          <p:nvPr/>
        </p:nvCxnSpPr>
        <p:spPr>
          <a:xfrm flipH="1">
            <a:off x="2339752" y="566124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met pijl 48"/>
          <p:cNvCxnSpPr/>
          <p:nvPr/>
        </p:nvCxnSpPr>
        <p:spPr>
          <a:xfrm flipH="1">
            <a:off x="2339752" y="602128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42088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279022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279022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4327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860752"/>
              </p:ext>
            </p:extLst>
          </p:nvPr>
        </p:nvGraphicFramePr>
        <p:xfrm>
          <a:off x="179512" y="4497848"/>
          <a:ext cx="244827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cxnSp>
        <p:nvCxnSpPr>
          <p:cNvPr id="45" name="Rechte verbindingslijn met pijl 44"/>
          <p:cNvCxnSpPr/>
          <p:nvPr/>
        </p:nvCxnSpPr>
        <p:spPr>
          <a:xfrm flipH="1">
            <a:off x="2339752" y="5661248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42088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279022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279022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206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461653"/>
              </p:ext>
            </p:extLst>
          </p:nvPr>
        </p:nvGraphicFramePr>
        <p:xfrm>
          <a:off x="179512" y="4497848"/>
          <a:ext cx="244827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0" indent="0" eaLnBrk="1" hangingPunct="1"/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43" name="Tekstvak 42"/>
          <p:cNvSpPr txBox="1"/>
          <p:nvPr/>
        </p:nvSpPr>
        <p:spPr>
          <a:xfrm>
            <a:off x="5508104" y="242088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279022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279022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0727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88272"/>
              </p:ext>
            </p:extLst>
          </p:nvPr>
        </p:nvGraphicFramePr>
        <p:xfrm>
          <a:off x="179512" y="4497848"/>
          <a:ext cx="244827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08518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08518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07707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44640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44640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07589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07589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06778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43711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43711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20368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357301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357301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08636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08636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20368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357301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357301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07707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07707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27569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364502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364502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06778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06778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26640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363573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363573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26640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248360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285293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285293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42088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279022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279022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</p:txBody>
      </p:sp>
      <p:sp>
        <p:nvSpPr>
          <p:cNvPr id="56" name="Tekstvak 55"/>
          <p:cNvSpPr txBox="1"/>
          <p:nvPr/>
        </p:nvSpPr>
        <p:spPr>
          <a:xfrm>
            <a:off x="4139952" y="191683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935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173774"/>
              </p:ext>
            </p:extLst>
          </p:nvPr>
        </p:nvGraphicFramePr>
        <p:xfrm>
          <a:off x="179512" y="5040208"/>
          <a:ext cx="244827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62754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6275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61943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98876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98876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61825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61825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61014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97947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97947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74604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11537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11537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62872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62872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74604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11537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11537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61943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61943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81805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18738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18738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61014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61014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80876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417809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17809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80876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02596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39529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39529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96324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33258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33258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</p:txBody>
      </p:sp>
      <p:cxnSp>
        <p:nvCxnSpPr>
          <p:cNvPr id="45" name="Rechte verbindingslijn met pijl 44"/>
          <p:cNvCxnSpPr/>
          <p:nvPr/>
        </p:nvCxnSpPr>
        <p:spPr>
          <a:xfrm flipH="1">
            <a:off x="2339752" y="587727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met pijl 48"/>
          <p:cNvCxnSpPr/>
          <p:nvPr/>
        </p:nvCxnSpPr>
        <p:spPr>
          <a:xfrm flipH="1">
            <a:off x="2339752" y="623731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347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81968"/>
              </p:ext>
            </p:extLst>
          </p:nvPr>
        </p:nvGraphicFramePr>
        <p:xfrm>
          <a:off x="179512" y="5040208"/>
          <a:ext cx="2448272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7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5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62754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6275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61943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98876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98876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61825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61825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61014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97947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97947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74604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11537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11537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62872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62872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74604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11537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11537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61943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61943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81805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18738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18738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61014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61014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80876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417809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17809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80876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02596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39529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39529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96324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33258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33258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</p:txBody>
      </p:sp>
      <p:cxnSp>
        <p:nvCxnSpPr>
          <p:cNvPr id="45" name="Rechte verbindingslijn met pijl 44"/>
          <p:cNvCxnSpPr/>
          <p:nvPr/>
        </p:nvCxnSpPr>
        <p:spPr>
          <a:xfrm flipH="1">
            <a:off x="2339752" y="587727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met pijl 48"/>
          <p:cNvCxnSpPr/>
          <p:nvPr/>
        </p:nvCxnSpPr>
        <p:spPr>
          <a:xfrm flipH="1">
            <a:off x="2339752" y="623731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339588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2708920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2708920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79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56952"/>
              </p:ext>
            </p:extLst>
          </p:nvPr>
        </p:nvGraphicFramePr>
        <p:xfrm>
          <a:off x="179512" y="5040208"/>
          <a:ext cx="24482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endParaRPr lang="nl-NL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12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62754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6275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61943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98876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98876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61825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61825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61014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97947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97947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74604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11537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11537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62872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62872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74604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11537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11537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61943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61943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81805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18738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18738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61014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61014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80876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417809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17809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80876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02596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39529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39529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96324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33258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33258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</p:txBody>
      </p:sp>
      <p:cxnSp>
        <p:nvCxnSpPr>
          <p:cNvPr id="45" name="Rechte verbindingslijn met pijl 44"/>
          <p:cNvCxnSpPr/>
          <p:nvPr/>
        </p:nvCxnSpPr>
        <p:spPr>
          <a:xfrm flipH="1">
            <a:off x="2339752" y="587727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339588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2708920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2708920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7920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85352"/>
              </p:ext>
            </p:extLst>
          </p:nvPr>
        </p:nvGraphicFramePr>
        <p:xfrm>
          <a:off x="179512" y="5040208"/>
          <a:ext cx="24482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62754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6275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61943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98876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98876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61825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61825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61014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97947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97947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74604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11537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11537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62872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62872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74604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11537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11537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61943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61943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81805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18738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18738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61014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61014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80876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417809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17809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80876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02596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39529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39529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96324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33258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33258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52" name="Tekstvak 51"/>
          <p:cNvSpPr txBox="1"/>
          <p:nvPr/>
        </p:nvSpPr>
        <p:spPr>
          <a:xfrm>
            <a:off x="1403648" y="2339588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2708920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2708920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2465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753878"/>
              </p:ext>
            </p:extLst>
          </p:nvPr>
        </p:nvGraphicFramePr>
        <p:xfrm>
          <a:off x="179512" y="5040208"/>
          <a:ext cx="24482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62754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6275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61943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98876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98876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61825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61825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61014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97947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97947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74604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11537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11537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62872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62872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74604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11537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11537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61943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61943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81805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18738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18738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61014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61014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80876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417809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17809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80876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02596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39529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39529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96324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33258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33258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339588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2708920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2708920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1115616" y="1196752"/>
            <a:ext cx="70563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400050" lvl="1" indent="0" eaLnBrk="1" hangingPunct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</a:p>
        </p:txBody>
      </p:sp>
      <p:sp>
        <p:nvSpPr>
          <p:cNvPr id="49" name="Tekstvak 48"/>
          <p:cNvSpPr txBox="1"/>
          <p:nvPr/>
        </p:nvSpPr>
        <p:spPr>
          <a:xfrm>
            <a:off x="4139952" y="1916832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rgbClr val="FF0000"/>
                </a:solidFill>
              </a:rPr>
              <a:t>We zijn dus nog niet klaar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4572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3a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53308"/>
              </p:ext>
            </p:extLst>
          </p:nvPr>
        </p:nvGraphicFramePr>
        <p:xfrm>
          <a:off x="179512" y="5040208"/>
          <a:ext cx="24482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5627544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6275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619432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4988764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4988764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618252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618252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610140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4979472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4979472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3746044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115376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115376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628724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628724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3746044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115376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115376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619432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61943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3818052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187384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187384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610140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610140"/>
            <a:ext cx="7563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3808760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57681" y="4178092"/>
            <a:ext cx="417487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178092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3808760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025964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395296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395296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2963248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332580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332580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339588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2708920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2708920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hoek 2"/>
          <p:cNvSpPr/>
          <p:nvPr/>
        </p:nvSpPr>
        <p:spPr>
          <a:xfrm>
            <a:off x="1043608" y="1124744"/>
            <a:ext cx="7344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Zoek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laagste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</p:txBody>
      </p:sp>
      <p:cxnSp>
        <p:nvCxnSpPr>
          <p:cNvPr id="55" name="Rechte verbindingslijn met pijl 54"/>
          <p:cNvCxnSpPr/>
          <p:nvPr/>
        </p:nvCxnSpPr>
        <p:spPr>
          <a:xfrm flipH="1">
            <a:off x="2339752" y="551723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met pijl 55"/>
          <p:cNvCxnSpPr/>
          <p:nvPr/>
        </p:nvCxnSpPr>
        <p:spPr>
          <a:xfrm flipH="1">
            <a:off x="2339752" y="5877272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916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3b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866988"/>
              </p:ext>
            </p:extLst>
          </p:nvPr>
        </p:nvGraphicFramePr>
        <p:xfrm>
          <a:off x="179512" y="5663520"/>
          <a:ext cx="244827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936104"/>
              </a:tblGrid>
              <a:tr h="33003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12</a:t>
                      </a:r>
                      <a:endParaRPr lang="nl-NL" sz="1600" dirty="0"/>
                    </a:p>
                  </a:txBody>
                  <a:tcPr/>
                </a:tc>
              </a:tr>
              <a:tr h="330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smtClean="0"/>
                        <a:t>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8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6250856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625085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5242744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5612076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5612076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6241564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6241564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5233452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5602784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5602784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4369356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738688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738688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5252036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5252036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4369356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738688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738688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5242744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52427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44413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810696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810696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5233452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523345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4432072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65120" y="4801404"/>
            <a:ext cx="410048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801404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4432072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649276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4018608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4018608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3586560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955892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955892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962900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3332232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3332232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hoek 2"/>
          <p:cNvSpPr/>
          <p:nvPr/>
        </p:nvSpPr>
        <p:spPr>
          <a:xfrm>
            <a:off x="1043608" y="1124744"/>
            <a:ext cx="73448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US" sz="2000" dirty="0">
                <a:solidFill>
                  <a:srgbClr val="000102"/>
                </a:solidFill>
                <a:latin typeface="Arial" charset="0"/>
              </a:rPr>
              <a:t>Koppel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aan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deze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waarde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gezamelijke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frequentie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.</a:t>
            </a:r>
          </a:p>
        </p:txBody>
      </p:sp>
      <p:cxnSp>
        <p:nvCxnSpPr>
          <p:cNvPr id="55" name="Rechte verbindingslijn met pijl 54"/>
          <p:cNvCxnSpPr/>
          <p:nvPr/>
        </p:nvCxnSpPr>
        <p:spPr>
          <a:xfrm flipH="1">
            <a:off x="2339752" y="614054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met pijl 55"/>
          <p:cNvCxnSpPr/>
          <p:nvPr/>
        </p:nvCxnSpPr>
        <p:spPr>
          <a:xfrm flipH="1">
            <a:off x="2339752" y="650058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kstvak 44"/>
          <p:cNvSpPr txBox="1"/>
          <p:nvPr/>
        </p:nvSpPr>
        <p:spPr>
          <a:xfrm>
            <a:off x="3775986" y="2204864"/>
            <a:ext cx="31537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</a:t>
            </a:r>
            <a:r>
              <a:rPr lang="nl-NL" dirty="0"/>
              <a:t>(spatie)</a:t>
            </a:r>
            <a:r>
              <a:rPr lang="nl-NL" dirty="0" smtClean="0"/>
              <a:t>OLKNT - 20</a:t>
            </a:r>
            <a:endParaRPr lang="nl-NL" dirty="0"/>
          </a:p>
        </p:txBody>
      </p:sp>
      <p:cxnSp>
        <p:nvCxnSpPr>
          <p:cNvPr id="49" name="Rechte verbindingslijn met pijl 48"/>
          <p:cNvCxnSpPr>
            <a:stCxn id="45" idx="2"/>
            <a:endCxn id="52" idx="0"/>
          </p:cNvCxnSpPr>
          <p:nvPr/>
        </p:nvCxnSpPr>
        <p:spPr>
          <a:xfrm flipH="1">
            <a:off x="2089687" y="2574196"/>
            <a:ext cx="3263151" cy="3887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met pijl 56"/>
          <p:cNvCxnSpPr>
            <a:stCxn id="45" idx="2"/>
            <a:endCxn id="43" idx="0"/>
          </p:cNvCxnSpPr>
          <p:nvPr/>
        </p:nvCxnSpPr>
        <p:spPr>
          <a:xfrm>
            <a:off x="5352838" y="2574196"/>
            <a:ext cx="1250108" cy="10123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7876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3c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113600"/>
              </p:ext>
            </p:extLst>
          </p:nvPr>
        </p:nvGraphicFramePr>
        <p:xfrm>
          <a:off x="179512" y="5663521"/>
          <a:ext cx="3096344" cy="93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008112"/>
              </a:tblGrid>
              <a:tr h="26241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5994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r>
                        <a:rPr lang="nl-NL" sz="1600" dirty="0" smtClean="0"/>
                        <a:t> 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20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6250856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625085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5242744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5612076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5612076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6241564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6241564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5233452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5602784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5602784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4369356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738688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738688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5252036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5252036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4369356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738688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738688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5242744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52427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44413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810696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810696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5233452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523345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4432072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65120" y="4801404"/>
            <a:ext cx="410048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801404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4432072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649276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4018608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4018608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3586560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955892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955892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962900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3332232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3332232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hoek 2"/>
          <p:cNvSpPr/>
          <p:nvPr/>
        </p:nvSpPr>
        <p:spPr>
          <a:xfrm>
            <a:off x="1043608" y="1124744"/>
            <a:ext cx="73448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Verwijder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twee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elementen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en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het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nieuwe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toe.</a:t>
            </a:r>
          </a:p>
        </p:txBody>
      </p:sp>
      <p:sp>
        <p:nvSpPr>
          <p:cNvPr id="45" name="Tekstvak 44"/>
          <p:cNvSpPr txBox="1"/>
          <p:nvPr/>
        </p:nvSpPr>
        <p:spPr>
          <a:xfrm>
            <a:off x="3775986" y="2204864"/>
            <a:ext cx="31537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</a:t>
            </a:r>
            <a:r>
              <a:rPr lang="nl-NL" dirty="0"/>
              <a:t>(spatie)</a:t>
            </a:r>
            <a:r>
              <a:rPr lang="nl-NL" dirty="0" smtClean="0"/>
              <a:t>OLKNT - 20</a:t>
            </a:r>
            <a:endParaRPr lang="nl-NL" dirty="0"/>
          </a:p>
        </p:txBody>
      </p:sp>
      <p:cxnSp>
        <p:nvCxnSpPr>
          <p:cNvPr id="49" name="Rechte verbindingslijn met pijl 48"/>
          <p:cNvCxnSpPr>
            <a:stCxn id="45" idx="2"/>
            <a:endCxn id="52" idx="0"/>
          </p:cNvCxnSpPr>
          <p:nvPr/>
        </p:nvCxnSpPr>
        <p:spPr>
          <a:xfrm flipH="1">
            <a:off x="2089687" y="2574196"/>
            <a:ext cx="3263151" cy="3887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met pijl 56"/>
          <p:cNvCxnSpPr>
            <a:stCxn id="45" idx="2"/>
            <a:endCxn id="43" idx="0"/>
          </p:cNvCxnSpPr>
          <p:nvPr/>
        </p:nvCxnSpPr>
        <p:spPr>
          <a:xfrm>
            <a:off x="5352838" y="2574196"/>
            <a:ext cx="1250108" cy="10123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613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3d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122545"/>
              </p:ext>
            </p:extLst>
          </p:nvPr>
        </p:nvGraphicFramePr>
        <p:xfrm>
          <a:off x="179512" y="5663521"/>
          <a:ext cx="3096344" cy="93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008112"/>
              </a:tblGrid>
              <a:tr h="26241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5994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r>
                        <a:rPr lang="nl-NL" sz="1600" dirty="0" smtClean="0"/>
                        <a:t> 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20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6250856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625085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5242744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5612076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5612076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6241564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6241564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5233452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5602784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5602784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4369356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738688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738688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5252036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5252036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4369356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738688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738688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5242744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52427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44413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810696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810696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5233452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523345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4432072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65120" y="4801404"/>
            <a:ext cx="410048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801404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4432072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649276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4018608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4018608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3586560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955892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955892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962900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3332232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3332232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hoek 2"/>
          <p:cNvSpPr/>
          <p:nvPr/>
        </p:nvSpPr>
        <p:spPr>
          <a:xfrm>
            <a:off x="1043608" y="1124744"/>
            <a:ext cx="73448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Sorteer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 </a:t>
            </a:r>
          </a:p>
          <a:p>
            <a:pPr marL="400050" lvl="1"/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400050" lvl="1"/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Er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valt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wel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weinig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te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sorteren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met 1 element</a:t>
            </a:r>
            <a:endParaRPr lang="en-US" sz="20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5" name="Tekstvak 44"/>
          <p:cNvSpPr txBox="1"/>
          <p:nvPr/>
        </p:nvSpPr>
        <p:spPr>
          <a:xfrm>
            <a:off x="3775986" y="2204864"/>
            <a:ext cx="31537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</a:t>
            </a:r>
            <a:r>
              <a:rPr lang="nl-NL" dirty="0"/>
              <a:t>(spatie)</a:t>
            </a:r>
            <a:r>
              <a:rPr lang="nl-NL" dirty="0" smtClean="0"/>
              <a:t>OLKNT - 20</a:t>
            </a:r>
            <a:endParaRPr lang="nl-NL" dirty="0"/>
          </a:p>
        </p:txBody>
      </p:sp>
      <p:cxnSp>
        <p:nvCxnSpPr>
          <p:cNvPr id="49" name="Rechte verbindingslijn met pijl 48"/>
          <p:cNvCxnSpPr>
            <a:stCxn id="45" idx="2"/>
            <a:endCxn id="52" idx="0"/>
          </p:cNvCxnSpPr>
          <p:nvPr/>
        </p:nvCxnSpPr>
        <p:spPr>
          <a:xfrm flipH="1">
            <a:off x="2089687" y="2574196"/>
            <a:ext cx="3263151" cy="3887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met pijl 56"/>
          <p:cNvCxnSpPr>
            <a:stCxn id="45" idx="2"/>
            <a:endCxn id="43" idx="0"/>
          </p:cNvCxnSpPr>
          <p:nvPr/>
        </p:nvCxnSpPr>
        <p:spPr>
          <a:xfrm>
            <a:off x="5352838" y="2574196"/>
            <a:ext cx="1250108" cy="10123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7535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3e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33560"/>
              </p:ext>
            </p:extLst>
          </p:nvPr>
        </p:nvGraphicFramePr>
        <p:xfrm>
          <a:off x="179512" y="5663521"/>
          <a:ext cx="3096344" cy="93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008112"/>
              </a:tblGrid>
              <a:tr h="262417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karakter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Aantal</a:t>
                      </a:r>
                      <a:endParaRPr lang="nl-NL" sz="1600" dirty="0"/>
                    </a:p>
                  </a:txBody>
                  <a:tcPr/>
                </a:tc>
              </a:tr>
              <a:tr h="5994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 smtClean="0"/>
                        <a:t>aiver</a:t>
                      </a:r>
                      <a:r>
                        <a:rPr lang="nl-NL" sz="1600" dirty="0" smtClean="0"/>
                        <a:t> spatie</a:t>
                      </a:r>
                      <a:r>
                        <a:rPr lang="nl-NL" sz="1600" baseline="0" dirty="0" smtClean="0"/>
                        <a:t> </a:t>
                      </a:r>
                      <a:r>
                        <a:rPr lang="nl-NL" sz="1600" dirty="0" err="1" smtClean="0"/>
                        <a:t>olknt</a:t>
                      </a:r>
                      <a:endParaRPr lang="nl-NL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20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kstvak 3"/>
          <p:cNvSpPr txBox="1"/>
          <p:nvPr/>
        </p:nvSpPr>
        <p:spPr>
          <a:xfrm>
            <a:off x="8340893" y="6250856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625085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5242744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5612076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5612076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6241564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6241564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5233452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5602784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5602784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4369356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738688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738688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5252036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5252036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4369356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738688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738688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5242744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524274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4441364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810696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810696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5233452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5233452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4432072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  <a:endCxn id="39" idx="0"/>
          </p:cNvCxnSpPr>
          <p:nvPr/>
        </p:nvCxnSpPr>
        <p:spPr>
          <a:xfrm flipH="1">
            <a:off x="565120" y="4801404"/>
            <a:ext cx="410048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801404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4432072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649276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4018608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4018608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3586560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955892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955892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962900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3332232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3332232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hoek 2"/>
          <p:cNvSpPr/>
          <p:nvPr/>
        </p:nvSpPr>
        <p:spPr>
          <a:xfrm>
            <a:off x="179512" y="1124744"/>
            <a:ext cx="86409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Voer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3a t/m 3d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uit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totdat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nog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maar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één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element in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lijst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staat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  <a:p>
            <a:pPr marL="400050" lvl="1"/>
            <a:endParaRPr lang="en-US" sz="2000" dirty="0" smtClean="0">
              <a:solidFill>
                <a:srgbClr val="FF0000"/>
              </a:solidFill>
              <a:latin typeface="Arial" charset="0"/>
            </a:endParaRPr>
          </a:p>
          <a:p>
            <a:pPr marL="400050" lvl="1"/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We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zijn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klaar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met </a:t>
            </a:r>
            <a:r>
              <a:rPr lang="en-US" sz="2000" dirty="0" err="1" smtClean="0">
                <a:solidFill>
                  <a:srgbClr val="FF0000"/>
                </a:solidFill>
                <a:latin typeface="Arial" charset="0"/>
              </a:rPr>
              <a:t>stap</a:t>
            </a:r>
            <a:r>
              <a:rPr lang="en-US" sz="2000" dirty="0" smtClean="0">
                <a:solidFill>
                  <a:srgbClr val="FF0000"/>
                </a:solidFill>
                <a:latin typeface="Arial" charset="0"/>
              </a:rPr>
              <a:t> 3!</a:t>
            </a:r>
            <a:endParaRPr lang="en-US" sz="20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5" name="Tekstvak 44"/>
          <p:cNvSpPr txBox="1"/>
          <p:nvPr/>
        </p:nvSpPr>
        <p:spPr>
          <a:xfrm>
            <a:off x="3775986" y="2204864"/>
            <a:ext cx="31537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</a:t>
            </a:r>
            <a:r>
              <a:rPr lang="nl-NL" dirty="0"/>
              <a:t>(spatie)</a:t>
            </a:r>
            <a:r>
              <a:rPr lang="nl-NL" dirty="0" smtClean="0"/>
              <a:t>OLKNT - 20</a:t>
            </a:r>
            <a:endParaRPr lang="nl-NL" dirty="0"/>
          </a:p>
        </p:txBody>
      </p:sp>
      <p:cxnSp>
        <p:nvCxnSpPr>
          <p:cNvPr id="49" name="Rechte verbindingslijn met pijl 48"/>
          <p:cNvCxnSpPr>
            <a:stCxn id="45" idx="2"/>
            <a:endCxn id="52" idx="0"/>
          </p:cNvCxnSpPr>
          <p:nvPr/>
        </p:nvCxnSpPr>
        <p:spPr>
          <a:xfrm flipH="1">
            <a:off x="2089687" y="2574196"/>
            <a:ext cx="3263151" cy="3887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met pijl 56"/>
          <p:cNvCxnSpPr>
            <a:stCxn id="45" idx="2"/>
            <a:endCxn id="43" idx="0"/>
          </p:cNvCxnSpPr>
          <p:nvPr/>
        </p:nvCxnSpPr>
        <p:spPr>
          <a:xfrm>
            <a:off x="5352838" y="2574196"/>
            <a:ext cx="1250108" cy="10123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79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4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sp>
        <p:nvSpPr>
          <p:cNvPr id="4" name="Tekstvak 3"/>
          <p:cNvSpPr txBox="1"/>
          <p:nvPr/>
        </p:nvSpPr>
        <p:spPr>
          <a:xfrm>
            <a:off x="8340893" y="5890816"/>
            <a:ext cx="74078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 - 1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7497670" y="589081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 - 1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7881924" y="4882704"/>
            <a:ext cx="9134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NT - 2</a:t>
            </a:r>
            <a:endParaRPr lang="nl-NL" dirty="0"/>
          </a:p>
        </p:txBody>
      </p:sp>
      <p:cxnSp>
        <p:nvCxnSpPr>
          <p:cNvPr id="6" name="Rechte verbindingslijn met pijl 5"/>
          <p:cNvCxnSpPr>
            <a:stCxn id="9" idx="2"/>
            <a:endCxn id="7" idx="0"/>
          </p:cNvCxnSpPr>
          <p:nvPr/>
        </p:nvCxnSpPr>
        <p:spPr>
          <a:xfrm flipH="1">
            <a:off x="7883278" y="5252036"/>
            <a:ext cx="455374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stCxn id="9" idx="2"/>
            <a:endCxn id="4" idx="0"/>
          </p:cNvCxnSpPr>
          <p:nvPr/>
        </p:nvCxnSpPr>
        <p:spPr>
          <a:xfrm>
            <a:off x="8338652" y="5252036"/>
            <a:ext cx="372633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kstvak 13"/>
          <p:cNvSpPr txBox="1"/>
          <p:nvPr/>
        </p:nvSpPr>
        <p:spPr>
          <a:xfrm>
            <a:off x="6667184" y="5881524"/>
            <a:ext cx="7584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K - 1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868144" y="5881524"/>
            <a:ext cx="7270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 - 1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6352231" y="4873412"/>
            <a:ext cx="7934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LK- 2</a:t>
            </a:r>
            <a:endParaRPr lang="nl-NL" dirty="0"/>
          </a:p>
        </p:txBody>
      </p:sp>
      <p:cxnSp>
        <p:nvCxnSpPr>
          <p:cNvPr id="17" name="Rechte verbindingslijn met pijl 16"/>
          <p:cNvCxnSpPr>
            <a:stCxn id="16" idx="2"/>
            <a:endCxn id="15" idx="0"/>
          </p:cNvCxnSpPr>
          <p:nvPr/>
        </p:nvCxnSpPr>
        <p:spPr>
          <a:xfrm flipH="1">
            <a:off x="6231660" y="5242744"/>
            <a:ext cx="517281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/>
          <p:cNvCxnSpPr>
            <a:stCxn id="16" idx="2"/>
            <a:endCxn id="14" idx="0"/>
          </p:cNvCxnSpPr>
          <p:nvPr/>
        </p:nvCxnSpPr>
        <p:spPr>
          <a:xfrm>
            <a:off x="6748941" y="5242744"/>
            <a:ext cx="297482" cy="63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kstvak 24"/>
          <p:cNvSpPr txBox="1"/>
          <p:nvPr/>
        </p:nvSpPr>
        <p:spPr>
          <a:xfrm>
            <a:off x="6924729" y="4009316"/>
            <a:ext cx="11038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LKNT- 4</a:t>
            </a:r>
            <a:endParaRPr lang="nl-NL" dirty="0"/>
          </a:p>
        </p:txBody>
      </p:sp>
      <p:cxnSp>
        <p:nvCxnSpPr>
          <p:cNvPr id="26" name="Rechte verbindingslijn met pijl 25"/>
          <p:cNvCxnSpPr>
            <a:stCxn id="25" idx="2"/>
            <a:endCxn id="16" idx="0"/>
          </p:cNvCxnSpPr>
          <p:nvPr/>
        </p:nvCxnSpPr>
        <p:spPr>
          <a:xfrm flipH="1">
            <a:off x="6748941" y="4378648"/>
            <a:ext cx="727701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25" idx="2"/>
            <a:endCxn id="9" idx="0"/>
          </p:cNvCxnSpPr>
          <p:nvPr/>
        </p:nvCxnSpPr>
        <p:spPr>
          <a:xfrm>
            <a:off x="7476642" y="4378648"/>
            <a:ext cx="86201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5519960" y="4891996"/>
            <a:ext cx="7802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 - 2</a:t>
            </a:r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4224181" y="4891996"/>
            <a:ext cx="12119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spatie- 2</a:t>
            </a:r>
            <a:endParaRPr lang="nl-NL" dirty="0"/>
          </a:p>
        </p:txBody>
      </p:sp>
      <p:sp>
        <p:nvSpPr>
          <p:cNvPr id="24" name="Tekstvak 23"/>
          <p:cNvSpPr txBox="1"/>
          <p:nvPr/>
        </p:nvSpPr>
        <p:spPr>
          <a:xfrm>
            <a:off x="4624936" y="4009316"/>
            <a:ext cx="1603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(spatie)O- 4</a:t>
            </a:r>
            <a:endParaRPr lang="nl-NL" dirty="0"/>
          </a:p>
        </p:txBody>
      </p:sp>
      <p:cxnSp>
        <p:nvCxnSpPr>
          <p:cNvPr id="28" name="Rechte verbindingslijn met pijl 27"/>
          <p:cNvCxnSpPr>
            <a:stCxn id="24" idx="2"/>
            <a:endCxn id="23" idx="0"/>
          </p:cNvCxnSpPr>
          <p:nvPr/>
        </p:nvCxnSpPr>
        <p:spPr>
          <a:xfrm flipH="1">
            <a:off x="4830139" y="4378648"/>
            <a:ext cx="596421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/>
          <p:cNvCxnSpPr>
            <a:stCxn id="24" idx="2"/>
            <a:endCxn id="21" idx="0"/>
          </p:cNvCxnSpPr>
          <p:nvPr/>
        </p:nvCxnSpPr>
        <p:spPr>
          <a:xfrm>
            <a:off x="5426560" y="4378648"/>
            <a:ext cx="483516" cy="5133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kstvak 30"/>
          <p:cNvSpPr txBox="1"/>
          <p:nvPr/>
        </p:nvSpPr>
        <p:spPr>
          <a:xfrm>
            <a:off x="3347864" y="4916756"/>
            <a:ext cx="75904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 - 2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2432633" y="4916756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 - 2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2876854" y="4115376"/>
            <a:ext cx="8125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ER- 4</a:t>
            </a:r>
            <a:endParaRPr lang="nl-NL" dirty="0"/>
          </a:p>
        </p:txBody>
      </p:sp>
      <p:cxnSp>
        <p:nvCxnSpPr>
          <p:cNvPr id="36" name="Rechte verbindingslijn met pijl 35"/>
          <p:cNvCxnSpPr>
            <a:stCxn id="35" idx="2"/>
            <a:endCxn id="34" idx="0"/>
          </p:cNvCxnSpPr>
          <p:nvPr/>
        </p:nvCxnSpPr>
        <p:spPr>
          <a:xfrm flipH="1">
            <a:off x="2818241" y="4484708"/>
            <a:ext cx="464903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/>
          <p:cNvCxnSpPr>
            <a:stCxn id="35" idx="2"/>
            <a:endCxn id="31" idx="0"/>
          </p:cNvCxnSpPr>
          <p:nvPr/>
        </p:nvCxnSpPr>
        <p:spPr>
          <a:xfrm>
            <a:off x="3283144" y="4484708"/>
            <a:ext cx="444241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/>
          <p:cNvSpPr txBox="1"/>
          <p:nvPr/>
        </p:nvSpPr>
        <p:spPr>
          <a:xfrm>
            <a:off x="1022735" y="4907464"/>
            <a:ext cx="6956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 - 2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179512" y="4907464"/>
            <a:ext cx="771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 - 3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590687" y="4106084"/>
            <a:ext cx="768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AI- 5</a:t>
            </a:r>
            <a:endParaRPr lang="nl-NL" dirty="0"/>
          </a:p>
        </p:txBody>
      </p:sp>
      <p:cxnSp>
        <p:nvCxnSpPr>
          <p:cNvPr id="41" name="Rechte verbindingslijn met pijl 40"/>
          <p:cNvCxnSpPr>
            <a:stCxn id="40" idx="2"/>
          </p:cNvCxnSpPr>
          <p:nvPr/>
        </p:nvCxnSpPr>
        <p:spPr>
          <a:xfrm flipH="1">
            <a:off x="565120" y="4475416"/>
            <a:ext cx="410048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>
            <a:stCxn id="40" idx="2"/>
            <a:endCxn id="33" idx="0"/>
          </p:cNvCxnSpPr>
          <p:nvPr/>
        </p:nvCxnSpPr>
        <p:spPr>
          <a:xfrm>
            <a:off x="975168" y="4475416"/>
            <a:ext cx="395416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vak 43"/>
          <p:cNvSpPr txBox="1"/>
          <p:nvPr/>
        </p:nvSpPr>
        <p:spPr>
          <a:xfrm>
            <a:off x="1763688" y="4106084"/>
            <a:ext cx="5883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V-3</a:t>
            </a:r>
            <a:endParaRPr lang="nl-NL" dirty="0"/>
          </a:p>
        </p:txBody>
      </p:sp>
      <p:sp>
        <p:nvSpPr>
          <p:cNvPr id="46" name="Tekstvak 45"/>
          <p:cNvSpPr txBox="1"/>
          <p:nvPr/>
        </p:nvSpPr>
        <p:spPr>
          <a:xfrm>
            <a:off x="2267744" y="3323288"/>
            <a:ext cx="9703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VER- 7</a:t>
            </a:r>
            <a:endParaRPr lang="nl-NL" dirty="0"/>
          </a:p>
        </p:txBody>
      </p:sp>
      <p:cxnSp>
        <p:nvCxnSpPr>
          <p:cNvPr id="47" name="Rechte verbindingslijn met pijl 46"/>
          <p:cNvCxnSpPr>
            <a:stCxn id="46" idx="2"/>
            <a:endCxn id="44" idx="0"/>
          </p:cNvCxnSpPr>
          <p:nvPr/>
        </p:nvCxnSpPr>
        <p:spPr>
          <a:xfrm flipH="1">
            <a:off x="2057887" y="3692620"/>
            <a:ext cx="695045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/>
          <p:cNvCxnSpPr>
            <a:stCxn id="46" idx="2"/>
            <a:endCxn id="35" idx="0"/>
          </p:cNvCxnSpPr>
          <p:nvPr/>
        </p:nvCxnSpPr>
        <p:spPr>
          <a:xfrm>
            <a:off x="2752932" y="3692620"/>
            <a:ext cx="530212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/>
          <p:cNvSpPr txBox="1"/>
          <p:nvPr/>
        </p:nvSpPr>
        <p:spPr>
          <a:xfrm>
            <a:off x="5508104" y="3226520"/>
            <a:ext cx="21896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(spatie)O</a:t>
            </a:r>
            <a:r>
              <a:rPr lang="nl-NL" dirty="0" smtClean="0"/>
              <a:t>LKNT- 8</a:t>
            </a:r>
            <a:endParaRPr lang="nl-NL" dirty="0"/>
          </a:p>
        </p:txBody>
      </p:sp>
      <p:cxnSp>
        <p:nvCxnSpPr>
          <p:cNvPr id="50" name="Rechte verbindingslijn met pijl 49"/>
          <p:cNvCxnSpPr>
            <a:stCxn id="43" idx="2"/>
            <a:endCxn id="24" idx="0"/>
          </p:cNvCxnSpPr>
          <p:nvPr/>
        </p:nvCxnSpPr>
        <p:spPr>
          <a:xfrm flipH="1">
            <a:off x="5426560" y="3595852"/>
            <a:ext cx="117638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/>
          <p:cNvCxnSpPr>
            <a:stCxn id="43" idx="2"/>
            <a:endCxn id="25" idx="0"/>
          </p:cNvCxnSpPr>
          <p:nvPr/>
        </p:nvCxnSpPr>
        <p:spPr>
          <a:xfrm>
            <a:off x="6602946" y="3595852"/>
            <a:ext cx="873696" cy="4134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kstvak 51"/>
          <p:cNvSpPr txBox="1"/>
          <p:nvPr/>
        </p:nvSpPr>
        <p:spPr>
          <a:xfrm>
            <a:off x="1403648" y="2636912"/>
            <a:ext cx="13720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AIVER- 12</a:t>
            </a:r>
            <a:endParaRPr lang="nl-NL" dirty="0"/>
          </a:p>
        </p:txBody>
      </p:sp>
      <p:cxnSp>
        <p:nvCxnSpPr>
          <p:cNvPr id="53" name="Rechte verbindingslijn met pijl 52"/>
          <p:cNvCxnSpPr>
            <a:stCxn id="52" idx="2"/>
            <a:endCxn id="40" idx="0"/>
          </p:cNvCxnSpPr>
          <p:nvPr/>
        </p:nvCxnSpPr>
        <p:spPr>
          <a:xfrm flipH="1">
            <a:off x="975168" y="3006244"/>
            <a:ext cx="1114519" cy="10998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/>
          <p:cNvCxnSpPr>
            <a:stCxn id="52" idx="2"/>
            <a:endCxn id="46" idx="0"/>
          </p:cNvCxnSpPr>
          <p:nvPr/>
        </p:nvCxnSpPr>
        <p:spPr>
          <a:xfrm>
            <a:off x="2089687" y="3006244"/>
            <a:ext cx="663245" cy="317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hoek 2"/>
          <p:cNvSpPr/>
          <p:nvPr/>
        </p:nvSpPr>
        <p:spPr>
          <a:xfrm>
            <a:off x="179512" y="1124744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Geef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elk element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een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bitwaarde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45" name="Tekstvak 44"/>
          <p:cNvSpPr txBox="1"/>
          <p:nvPr/>
        </p:nvSpPr>
        <p:spPr>
          <a:xfrm>
            <a:off x="3775986" y="1844824"/>
            <a:ext cx="31537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AIVER</a:t>
            </a:r>
            <a:r>
              <a:rPr lang="nl-NL" dirty="0"/>
              <a:t>(spatie)</a:t>
            </a:r>
            <a:r>
              <a:rPr lang="nl-NL" dirty="0" smtClean="0"/>
              <a:t>OLKNT - 20</a:t>
            </a:r>
            <a:endParaRPr lang="nl-NL" dirty="0"/>
          </a:p>
        </p:txBody>
      </p:sp>
      <p:cxnSp>
        <p:nvCxnSpPr>
          <p:cNvPr id="49" name="Rechte verbindingslijn met pijl 48"/>
          <p:cNvCxnSpPr>
            <a:stCxn id="45" idx="2"/>
            <a:endCxn id="52" idx="0"/>
          </p:cNvCxnSpPr>
          <p:nvPr/>
        </p:nvCxnSpPr>
        <p:spPr>
          <a:xfrm flipH="1">
            <a:off x="2089687" y="2214156"/>
            <a:ext cx="3263151" cy="4227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met pijl 56"/>
          <p:cNvCxnSpPr>
            <a:stCxn id="45" idx="2"/>
            <a:endCxn id="43" idx="0"/>
          </p:cNvCxnSpPr>
          <p:nvPr/>
        </p:nvCxnSpPr>
        <p:spPr>
          <a:xfrm>
            <a:off x="5352838" y="2214156"/>
            <a:ext cx="1250108" cy="10123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kstvak 57"/>
          <p:cNvSpPr txBox="1"/>
          <p:nvPr/>
        </p:nvSpPr>
        <p:spPr>
          <a:xfrm>
            <a:off x="3131840" y="2132856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59" name="Tekstvak 58"/>
          <p:cNvSpPr txBox="1"/>
          <p:nvPr/>
        </p:nvSpPr>
        <p:spPr>
          <a:xfrm>
            <a:off x="1115616" y="3284984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0" name="Tekstvak 59"/>
          <p:cNvSpPr txBox="1"/>
          <p:nvPr/>
        </p:nvSpPr>
        <p:spPr>
          <a:xfrm>
            <a:off x="323528" y="4509120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1" name="Tekstvak 60"/>
          <p:cNvSpPr txBox="1"/>
          <p:nvPr/>
        </p:nvSpPr>
        <p:spPr>
          <a:xfrm>
            <a:off x="1979712" y="3645024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2" name="Tekstvak 61"/>
          <p:cNvSpPr txBox="1"/>
          <p:nvPr/>
        </p:nvSpPr>
        <p:spPr>
          <a:xfrm>
            <a:off x="2627784" y="4509120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3" name="Tekstvak 62"/>
          <p:cNvSpPr txBox="1"/>
          <p:nvPr/>
        </p:nvSpPr>
        <p:spPr>
          <a:xfrm>
            <a:off x="5364088" y="3645024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4" name="Tekstvak 63"/>
          <p:cNvSpPr txBox="1"/>
          <p:nvPr/>
        </p:nvSpPr>
        <p:spPr>
          <a:xfrm>
            <a:off x="4644008" y="4437112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5" name="Tekstvak 64"/>
          <p:cNvSpPr txBox="1"/>
          <p:nvPr/>
        </p:nvSpPr>
        <p:spPr>
          <a:xfrm>
            <a:off x="6660232" y="4437112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6" name="Tekstvak 65"/>
          <p:cNvSpPr txBox="1"/>
          <p:nvPr/>
        </p:nvSpPr>
        <p:spPr>
          <a:xfrm>
            <a:off x="6236568" y="5384249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7" name="Tekstvak 66"/>
          <p:cNvSpPr txBox="1"/>
          <p:nvPr/>
        </p:nvSpPr>
        <p:spPr>
          <a:xfrm>
            <a:off x="7740352" y="5373216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</a:t>
            </a:r>
            <a:endParaRPr lang="nl-NL" sz="1200" b="1" dirty="0"/>
          </a:p>
        </p:txBody>
      </p:sp>
      <p:sp>
        <p:nvSpPr>
          <p:cNvPr id="68" name="Tekstvak 67"/>
          <p:cNvSpPr txBox="1"/>
          <p:nvPr/>
        </p:nvSpPr>
        <p:spPr>
          <a:xfrm>
            <a:off x="5940152" y="2348880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69" name="Tekstvak 68"/>
          <p:cNvSpPr txBox="1"/>
          <p:nvPr/>
        </p:nvSpPr>
        <p:spPr>
          <a:xfrm>
            <a:off x="7308304" y="3645024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0" name="Tekstvak 69"/>
          <p:cNvSpPr txBox="1"/>
          <p:nvPr/>
        </p:nvSpPr>
        <p:spPr>
          <a:xfrm>
            <a:off x="8100392" y="4437112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1" name="Tekstvak 70"/>
          <p:cNvSpPr txBox="1"/>
          <p:nvPr/>
        </p:nvSpPr>
        <p:spPr>
          <a:xfrm>
            <a:off x="8604448" y="5301208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2" name="Tekstvak 71"/>
          <p:cNvSpPr txBox="1"/>
          <p:nvPr/>
        </p:nvSpPr>
        <p:spPr>
          <a:xfrm>
            <a:off x="5868144" y="4437112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3" name="Tekstvak 72"/>
          <p:cNvSpPr txBox="1"/>
          <p:nvPr/>
        </p:nvSpPr>
        <p:spPr>
          <a:xfrm>
            <a:off x="3707904" y="4509120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4" name="Tekstvak 73"/>
          <p:cNvSpPr txBox="1"/>
          <p:nvPr/>
        </p:nvSpPr>
        <p:spPr>
          <a:xfrm>
            <a:off x="3275856" y="3717032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5" name="Tekstvak 74"/>
          <p:cNvSpPr txBox="1"/>
          <p:nvPr/>
        </p:nvSpPr>
        <p:spPr>
          <a:xfrm>
            <a:off x="2771800" y="2996952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6" name="Tekstvak 75"/>
          <p:cNvSpPr txBox="1"/>
          <p:nvPr/>
        </p:nvSpPr>
        <p:spPr>
          <a:xfrm>
            <a:off x="1259632" y="4509120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77" name="Tekstvak 76"/>
          <p:cNvSpPr txBox="1"/>
          <p:nvPr/>
        </p:nvSpPr>
        <p:spPr>
          <a:xfrm>
            <a:off x="323528" y="5384249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000</a:t>
            </a:r>
            <a:endParaRPr lang="nl-NL" sz="1200" b="1" dirty="0"/>
          </a:p>
        </p:txBody>
      </p:sp>
      <p:sp>
        <p:nvSpPr>
          <p:cNvPr id="78" name="Tekstvak 77"/>
          <p:cNvSpPr txBox="1"/>
          <p:nvPr/>
        </p:nvSpPr>
        <p:spPr>
          <a:xfrm>
            <a:off x="1187624" y="5373216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001</a:t>
            </a:r>
            <a:endParaRPr lang="nl-NL" sz="1200" b="1" dirty="0"/>
          </a:p>
        </p:txBody>
      </p:sp>
      <p:sp>
        <p:nvSpPr>
          <p:cNvPr id="79" name="Tekstvak 78"/>
          <p:cNvSpPr txBox="1"/>
          <p:nvPr/>
        </p:nvSpPr>
        <p:spPr>
          <a:xfrm>
            <a:off x="1763688" y="4592161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010</a:t>
            </a:r>
            <a:endParaRPr lang="nl-NL" sz="1200" b="1" dirty="0"/>
          </a:p>
        </p:txBody>
      </p:sp>
      <p:sp>
        <p:nvSpPr>
          <p:cNvPr id="80" name="Tekstvak 79"/>
          <p:cNvSpPr txBox="1"/>
          <p:nvPr/>
        </p:nvSpPr>
        <p:spPr>
          <a:xfrm>
            <a:off x="2483768" y="5384249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0110</a:t>
            </a:r>
            <a:endParaRPr lang="nl-NL" sz="1200" b="1" dirty="0"/>
          </a:p>
        </p:txBody>
      </p:sp>
      <p:sp>
        <p:nvSpPr>
          <p:cNvPr id="81" name="Tekstvak 80"/>
          <p:cNvSpPr txBox="1"/>
          <p:nvPr/>
        </p:nvSpPr>
        <p:spPr>
          <a:xfrm>
            <a:off x="3419872" y="5373216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0111</a:t>
            </a:r>
            <a:endParaRPr lang="nl-NL" sz="1200" b="1" dirty="0"/>
          </a:p>
        </p:txBody>
      </p:sp>
      <p:sp>
        <p:nvSpPr>
          <p:cNvPr id="82" name="Tekstvak 81"/>
          <p:cNvSpPr txBox="1"/>
          <p:nvPr/>
        </p:nvSpPr>
        <p:spPr>
          <a:xfrm>
            <a:off x="4499992" y="5301209"/>
            <a:ext cx="576064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100</a:t>
            </a:r>
            <a:endParaRPr lang="nl-NL" sz="1200" b="1" dirty="0"/>
          </a:p>
        </p:txBody>
      </p:sp>
      <p:sp>
        <p:nvSpPr>
          <p:cNvPr id="83" name="Tekstvak 82"/>
          <p:cNvSpPr txBox="1"/>
          <p:nvPr/>
        </p:nvSpPr>
        <p:spPr>
          <a:xfrm>
            <a:off x="6876256" y="5373216"/>
            <a:ext cx="279648" cy="2769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</a:t>
            </a:r>
            <a:endParaRPr lang="nl-NL" sz="1200" b="1" dirty="0"/>
          </a:p>
        </p:txBody>
      </p:sp>
      <p:sp>
        <p:nvSpPr>
          <p:cNvPr id="84" name="Tekstvak 83"/>
          <p:cNvSpPr txBox="1"/>
          <p:nvPr/>
        </p:nvSpPr>
        <p:spPr>
          <a:xfrm>
            <a:off x="5508104" y="5312241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101</a:t>
            </a:r>
            <a:endParaRPr lang="nl-NL" sz="1200" b="1" dirty="0"/>
          </a:p>
        </p:txBody>
      </p:sp>
      <p:sp>
        <p:nvSpPr>
          <p:cNvPr id="85" name="Tekstvak 84"/>
          <p:cNvSpPr txBox="1"/>
          <p:nvPr/>
        </p:nvSpPr>
        <p:spPr>
          <a:xfrm>
            <a:off x="5868144" y="6320353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1100</a:t>
            </a:r>
            <a:endParaRPr lang="nl-NL" sz="1200" b="1" dirty="0"/>
          </a:p>
        </p:txBody>
      </p:sp>
      <p:sp>
        <p:nvSpPr>
          <p:cNvPr id="86" name="Tekstvak 85"/>
          <p:cNvSpPr txBox="1"/>
          <p:nvPr/>
        </p:nvSpPr>
        <p:spPr>
          <a:xfrm>
            <a:off x="6732240" y="6320353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1101</a:t>
            </a:r>
            <a:endParaRPr lang="nl-NL" sz="1200" b="1" dirty="0"/>
          </a:p>
        </p:txBody>
      </p:sp>
      <p:sp>
        <p:nvSpPr>
          <p:cNvPr id="87" name="Tekstvak 86"/>
          <p:cNvSpPr txBox="1"/>
          <p:nvPr/>
        </p:nvSpPr>
        <p:spPr>
          <a:xfrm>
            <a:off x="7596336" y="6309320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1110</a:t>
            </a:r>
            <a:endParaRPr lang="nl-NL" sz="1200" b="1" dirty="0"/>
          </a:p>
        </p:txBody>
      </p:sp>
      <p:sp>
        <p:nvSpPr>
          <p:cNvPr id="88" name="Tekstvak 87"/>
          <p:cNvSpPr txBox="1"/>
          <p:nvPr/>
        </p:nvSpPr>
        <p:spPr>
          <a:xfrm>
            <a:off x="8388424" y="6309320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1111</a:t>
            </a:r>
            <a:endParaRPr lang="nl-NL" sz="1200" b="1" dirty="0"/>
          </a:p>
        </p:txBody>
      </p:sp>
    </p:spTree>
    <p:extLst>
      <p:ext uri="{BB962C8B-B14F-4D97-AF65-F5344CB8AC3E}">
        <p14:creationId xmlns:p14="http://schemas.microsoft.com/office/powerpoint/2010/main" val="8382636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5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sp>
        <p:nvSpPr>
          <p:cNvPr id="3" name="Rechthoek 2"/>
          <p:cNvSpPr/>
          <p:nvPr/>
        </p:nvSpPr>
        <p:spPr>
          <a:xfrm>
            <a:off x="179512" y="1124744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Comprimeer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tekst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behulp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bitwaarde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2428024" y="527969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  <p:graphicFrame>
        <p:nvGraphicFramePr>
          <p:cNvPr id="13" name="Tabel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84837"/>
              </p:ext>
            </p:extLst>
          </p:nvPr>
        </p:nvGraphicFramePr>
        <p:xfrm>
          <a:off x="6012160" y="1844824"/>
          <a:ext cx="2808312" cy="4717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55689"/>
                <a:gridCol w="1552623"/>
              </a:tblGrid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Teken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 smtClean="0"/>
                        <a:t>Bitwaarde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000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i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001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v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010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0110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0111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spatie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100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o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101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1100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k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1101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1110</a:t>
                      </a:r>
                      <a:endParaRPr lang="nl-NL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dirty="0" smtClean="0"/>
                        <a:t>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1111</a:t>
                      </a:r>
                      <a:endParaRPr lang="nl-NL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99" y="1977628"/>
            <a:ext cx="4954697" cy="28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549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Stap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5 van het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algoritme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sp>
        <p:nvSpPr>
          <p:cNvPr id="3" name="Rechthoek 2"/>
          <p:cNvSpPr/>
          <p:nvPr/>
        </p:nvSpPr>
        <p:spPr>
          <a:xfrm>
            <a:off x="179512" y="1124744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Comprimeer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tekst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met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behulp</a:t>
            </a:r>
            <a:r>
              <a:rPr lang="en-US" sz="2000" dirty="0">
                <a:solidFill>
                  <a:srgbClr val="000102"/>
                </a:solidFill>
                <a:latin typeface="Arial" charset="0"/>
              </a:rPr>
              <a:t> van de </a:t>
            </a:r>
            <a:r>
              <a:rPr lang="en-US" sz="2000" dirty="0" err="1">
                <a:solidFill>
                  <a:srgbClr val="000102"/>
                </a:solidFill>
                <a:latin typeface="Arial" charset="0"/>
              </a:rPr>
              <a:t>bitwaarde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2140500" y="527969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  <p:graphicFrame>
        <p:nvGraphicFramePr>
          <p:cNvPr id="13" name="Tabel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61238"/>
              </p:ext>
            </p:extLst>
          </p:nvPr>
        </p:nvGraphicFramePr>
        <p:xfrm>
          <a:off x="108012" y="1772816"/>
          <a:ext cx="2447764" cy="4717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9612"/>
                <a:gridCol w="1368152"/>
              </a:tblGrid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Teken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Bitwaarde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000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001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010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0110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0111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100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101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1100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1101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1110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1111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484165" y="1733907"/>
            <a:ext cx="70563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bg1"/>
                </a:solidFill>
                <a:latin typeface="Verdana" charset="0"/>
                <a:ea typeface="ＭＳ Ｐゴシック" charset="0"/>
              </a:defRPr>
            </a:lvl9pPr>
          </a:lstStyle>
          <a:p>
            <a:pPr marL="0" indent="0" algn="ctr" eaLnBrk="1" hangingPunct="1"/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“</a:t>
            </a:r>
            <a:r>
              <a:rPr lang="en-US" sz="2800" dirty="0" err="1" smtClean="0">
                <a:solidFill>
                  <a:srgbClr val="000102"/>
                </a:solidFill>
                <a:latin typeface="Arial" charset="0"/>
              </a:rPr>
              <a:t>vier</a:t>
            </a:r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800" dirty="0" err="1" smtClean="0">
                <a:solidFill>
                  <a:srgbClr val="000102"/>
                </a:solidFill>
                <a:latin typeface="Arial" charset="0"/>
              </a:rPr>
              <a:t>vooral</a:t>
            </a:r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800" dirty="0" err="1" smtClean="0">
                <a:solidFill>
                  <a:srgbClr val="000102"/>
                </a:solidFill>
                <a:latin typeface="Arial" charset="0"/>
              </a:rPr>
              <a:t>vakantie</a:t>
            </a:r>
            <a:r>
              <a:rPr lang="en-US" sz="2800" dirty="0" smtClean="0">
                <a:solidFill>
                  <a:srgbClr val="000102"/>
                </a:solidFill>
                <a:latin typeface="Arial" charset="0"/>
              </a:rPr>
              <a:t>”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7812868" y="2924944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000</a:t>
            </a:r>
            <a:endParaRPr lang="nl-NL" sz="1200" b="1" dirty="0"/>
          </a:p>
        </p:txBody>
      </p:sp>
      <p:sp>
        <p:nvSpPr>
          <p:cNvPr id="10" name="Tekstvak 9"/>
          <p:cNvSpPr txBox="1"/>
          <p:nvPr/>
        </p:nvSpPr>
        <p:spPr>
          <a:xfrm>
            <a:off x="3276364" y="2924944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001</a:t>
            </a:r>
            <a:endParaRPr lang="nl-NL" sz="1200" b="1" dirty="0"/>
          </a:p>
        </p:txBody>
      </p:sp>
      <p:sp>
        <p:nvSpPr>
          <p:cNvPr id="12" name="Tekstvak 11"/>
          <p:cNvSpPr txBox="1"/>
          <p:nvPr/>
        </p:nvSpPr>
        <p:spPr>
          <a:xfrm>
            <a:off x="2772308" y="2924944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010</a:t>
            </a:r>
            <a:endParaRPr lang="nl-NL" sz="1200" b="1" dirty="0"/>
          </a:p>
        </p:txBody>
      </p:sp>
      <p:sp>
        <p:nvSpPr>
          <p:cNvPr id="14" name="Tekstvak 13"/>
          <p:cNvSpPr txBox="1"/>
          <p:nvPr/>
        </p:nvSpPr>
        <p:spPr>
          <a:xfrm>
            <a:off x="3780420" y="2924944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0110</a:t>
            </a:r>
            <a:endParaRPr lang="nl-NL" sz="1200" b="1" dirty="0"/>
          </a:p>
        </p:txBody>
      </p:sp>
      <p:sp>
        <p:nvSpPr>
          <p:cNvPr id="15" name="Tekstvak 14"/>
          <p:cNvSpPr txBox="1"/>
          <p:nvPr/>
        </p:nvSpPr>
        <p:spPr>
          <a:xfrm>
            <a:off x="4428492" y="2924944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0111</a:t>
            </a:r>
            <a:endParaRPr lang="nl-NL" sz="1200" b="1" dirty="0"/>
          </a:p>
        </p:txBody>
      </p:sp>
      <p:sp>
        <p:nvSpPr>
          <p:cNvPr id="16" name="Tekstvak 15"/>
          <p:cNvSpPr txBox="1"/>
          <p:nvPr/>
        </p:nvSpPr>
        <p:spPr>
          <a:xfrm>
            <a:off x="5076564" y="2924944"/>
            <a:ext cx="576064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100</a:t>
            </a:r>
            <a:endParaRPr lang="nl-NL" sz="1200" b="1" dirty="0"/>
          </a:p>
        </p:txBody>
      </p:sp>
      <p:sp>
        <p:nvSpPr>
          <p:cNvPr id="17" name="Tekstvak 16"/>
          <p:cNvSpPr txBox="1"/>
          <p:nvPr/>
        </p:nvSpPr>
        <p:spPr>
          <a:xfrm>
            <a:off x="6660740" y="2924944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101</a:t>
            </a:r>
            <a:endParaRPr lang="nl-NL" sz="1200" b="1" dirty="0"/>
          </a:p>
        </p:txBody>
      </p:sp>
      <p:sp>
        <p:nvSpPr>
          <p:cNvPr id="18" name="Tekstvak 17"/>
          <p:cNvSpPr txBox="1"/>
          <p:nvPr/>
        </p:nvSpPr>
        <p:spPr>
          <a:xfrm>
            <a:off x="8316416" y="2924944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1100</a:t>
            </a:r>
            <a:endParaRPr lang="nl-NL" sz="1200" b="1" dirty="0"/>
          </a:p>
        </p:txBody>
      </p:sp>
      <p:sp>
        <p:nvSpPr>
          <p:cNvPr id="19" name="Tekstvak 18"/>
          <p:cNvSpPr txBox="1"/>
          <p:nvPr/>
        </p:nvSpPr>
        <p:spPr>
          <a:xfrm>
            <a:off x="4355976" y="3872081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1101</a:t>
            </a:r>
            <a:endParaRPr lang="nl-NL" sz="1200" b="1" dirty="0"/>
          </a:p>
        </p:txBody>
      </p:sp>
      <p:sp>
        <p:nvSpPr>
          <p:cNvPr id="20" name="Tekstvak 19"/>
          <p:cNvSpPr txBox="1"/>
          <p:nvPr/>
        </p:nvSpPr>
        <p:spPr>
          <a:xfrm>
            <a:off x="5508104" y="3872081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1110</a:t>
            </a:r>
            <a:endParaRPr lang="nl-NL" sz="1200" b="1" dirty="0"/>
          </a:p>
        </p:txBody>
      </p:sp>
      <p:sp>
        <p:nvSpPr>
          <p:cNvPr id="21" name="Tekstvak 20"/>
          <p:cNvSpPr txBox="1"/>
          <p:nvPr/>
        </p:nvSpPr>
        <p:spPr>
          <a:xfrm>
            <a:off x="6156176" y="3872081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1111</a:t>
            </a:r>
            <a:endParaRPr lang="nl-NL" sz="1200" b="1" dirty="0"/>
          </a:p>
        </p:txBody>
      </p:sp>
      <p:sp>
        <p:nvSpPr>
          <p:cNvPr id="22" name="Tekstvak 21"/>
          <p:cNvSpPr txBox="1"/>
          <p:nvPr/>
        </p:nvSpPr>
        <p:spPr>
          <a:xfrm>
            <a:off x="5652628" y="2924944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010</a:t>
            </a:r>
            <a:endParaRPr lang="nl-NL" sz="1200" b="1" dirty="0"/>
          </a:p>
        </p:txBody>
      </p:sp>
      <p:sp>
        <p:nvSpPr>
          <p:cNvPr id="24" name="Tekstvak 23"/>
          <p:cNvSpPr txBox="1"/>
          <p:nvPr/>
        </p:nvSpPr>
        <p:spPr>
          <a:xfrm>
            <a:off x="6156684" y="2924944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101</a:t>
            </a:r>
            <a:endParaRPr lang="nl-NL" sz="1200" b="1" dirty="0"/>
          </a:p>
        </p:txBody>
      </p:sp>
      <p:sp>
        <p:nvSpPr>
          <p:cNvPr id="25" name="Tekstvak 24"/>
          <p:cNvSpPr txBox="1"/>
          <p:nvPr/>
        </p:nvSpPr>
        <p:spPr>
          <a:xfrm>
            <a:off x="7164796" y="2924944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0111</a:t>
            </a:r>
            <a:endParaRPr lang="nl-NL" sz="1200" b="1" dirty="0"/>
          </a:p>
        </p:txBody>
      </p:sp>
      <p:sp>
        <p:nvSpPr>
          <p:cNvPr id="26" name="Tekstvak 25"/>
          <p:cNvSpPr txBox="1"/>
          <p:nvPr/>
        </p:nvSpPr>
        <p:spPr>
          <a:xfrm>
            <a:off x="2771800" y="3872081"/>
            <a:ext cx="576064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100</a:t>
            </a:r>
            <a:endParaRPr lang="nl-NL" sz="1200" b="1" dirty="0"/>
          </a:p>
        </p:txBody>
      </p:sp>
      <p:sp>
        <p:nvSpPr>
          <p:cNvPr id="27" name="Tekstvak 26"/>
          <p:cNvSpPr txBox="1"/>
          <p:nvPr/>
        </p:nvSpPr>
        <p:spPr>
          <a:xfrm>
            <a:off x="3347864" y="3872081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010</a:t>
            </a:r>
            <a:endParaRPr lang="nl-NL" sz="1200" b="1" dirty="0"/>
          </a:p>
        </p:txBody>
      </p:sp>
      <p:sp>
        <p:nvSpPr>
          <p:cNvPr id="28" name="Tekstvak 27"/>
          <p:cNvSpPr txBox="1"/>
          <p:nvPr/>
        </p:nvSpPr>
        <p:spPr>
          <a:xfrm>
            <a:off x="3851920" y="3872081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000</a:t>
            </a:r>
            <a:endParaRPr lang="nl-NL" sz="1200" b="1" dirty="0"/>
          </a:p>
        </p:txBody>
      </p:sp>
      <p:sp>
        <p:nvSpPr>
          <p:cNvPr id="29" name="Tekstvak 28"/>
          <p:cNvSpPr txBox="1"/>
          <p:nvPr/>
        </p:nvSpPr>
        <p:spPr>
          <a:xfrm>
            <a:off x="5004048" y="3872081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000</a:t>
            </a:r>
            <a:endParaRPr lang="nl-NL" sz="1200" b="1" dirty="0"/>
          </a:p>
        </p:txBody>
      </p:sp>
      <p:sp>
        <p:nvSpPr>
          <p:cNvPr id="30" name="Tekstvak 29"/>
          <p:cNvSpPr txBox="1"/>
          <p:nvPr/>
        </p:nvSpPr>
        <p:spPr>
          <a:xfrm>
            <a:off x="6804248" y="3872081"/>
            <a:ext cx="504056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001</a:t>
            </a:r>
            <a:endParaRPr lang="nl-NL" sz="1200" b="1" dirty="0"/>
          </a:p>
        </p:txBody>
      </p:sp>
      <p:sp>
        <p:nvSpPr>
          <p:cNvPr id="31" name="Tekstvak 30"/>
          <p:cNvSpPr txBox="1"/>
          <p:nvPr/>
        </p:nvSpPr>
        <p:spPr>
          <a:xfrm>
            <a:off x="7308304" y="3872081"/>
            <a:ext cx="648072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l-NL" sz="1200" b="1" dirty="0" smtClean="0"/>
              <a:t>0110</a:t>
            </a:r>
            <a:endParaRPr lang="nl-NL" sz="1200" b="1" dirty="0"/>
          </a:p>
        </p:txBody>
      </p:sp>
      <p:sp>
        <p:nvSpPr>
          <p:cNvPr id="6" name="Tekstvak 5"/>
          <p:cNvSpPr txBox="1"/>
          <p:nvPr/>
        </p:nvSpPr>
        <p:spPr>
          <a:xfrm>
            <a:off x="2843808" y="2492896"/>
            <a:ext cx="32127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v</a:t>
            </a:r>
          </a:p>
        </p:txBody>
      </p:sp>
      <p:sp>
        <p:nvSpPr>
          <p:cNvPr id="32" name="Tekstvak 31"/>
          <p:cNvSpPr txBox="1"/>
          <p:nvPr/>
        </p:nvSpPr>
        <p:spPr>
          <a:xfrm>
            <a:off x="3347864" y="2483604"/>
            <a:ext cx="24801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i</a:t>
            </a:r>
          </a:p>
        </p:txBody>
      </p:sp>
      <p:sp>
        <p:nvSpPr>
          <p:cNvPr id="33" name="Tekstvak 32"/>
          <p:cNvSpPr txBox="1"/>
          <p:nvPr/>
        </p:nvSpPr>
        <p:spPr>
          <a:xfrm>
            <a:off x="3890688" y="2483604"/>
            <a:ext cx="32127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34" name="Tekstvak 33"/>
          <p:cNvSpPr txBox="1"/>
          <p:nvPr/>
        </p:nvSpPr>
        <p:spPr>
          <a:xfrm>
            <a:off x="4610768" y="2492896"/>
            <a:ext cx="2872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</a:t>
            </a:r>
            <a:endParaRPr lang="nl-NL" dirty="0"/>
          </a:p>
        </p:txBody>
      </p:sp>
      <p:sp>
        <p:nvSpPr>
          <p:cNvPr id="35" name="Tekstvak 34"/>
          <p:cNvSpPr txBox="1"/>
          <p:nvPr/>
        </p:nvSpPr>
        <p:spPr>
          <a:xfrm>
            <a:off x="5186832" y="2483604"/>
            <a:ext cx="18466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 </a:t>
            </a:r>
            <a:endParaRPr lang="nl-NL" dirty="0"/>
          </a:p>
        </p:txBody>
      </p:sp>
      <p:sp>
        <p:nvSpPr>
          <p:cNvPr id="36" name="Tekstvak 35"/>
          <p:cNvSpPr txBox="1"/>
          <p:nvPr/>
        </p:nvSpPr>
        <p:spPr>
          <a:xfrm>
            <a:off x="5724128" y="2492896"/>
            <a:ext cx="32127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</a:t>
            </a:r>
            <a:endParaRPr lang="nl-NL" dirty="0"/>
          </a:p>
        </p:txBody>
      </p:sp>
      <p:sp>
        <p:nvSpPr>
          <p:cNvPr id="37" name="Tekstvak 36"/>
          <p:cNvSpPr txBox="1"/>
          <p:nvPr/>
        </p:nvSpPr>
        <p:spPr>
          <a:xfrm>
            <a:off x="6266952" y="2492896"/>
            <a:ext cx="32476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</a:t>
            </a:r>
            <a:endParaRPr lang="nl-NL" dirty="0"/>
          </a:p>
        </p:txBody>
      </p:sp>
      <p:sp>
        <p:nvSpPr>
          <p:cNvPr id="38" name="Tekstvak 37"/>
          <p:cNvSpPr txBox="1"/>
          <p:nvPr/>
        </p:nvSpPr>
        <p:spPr>
          <a:xfrm>
            <a:off x="6767514" y="2483604"/>
            <a:ext cx="32476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o</a:t>
            </a:r>
            <a:endParaRPr lang="nl-NL" dirty="0"/>
          </a:p>
        </p:txBody>
      </p:sp>
      <p:sp>
        <p:nvSpPr>
          <p:cNvPr id="39" name="Tekstvak 38"/>
          <p:cNvSpPr txBox="1"/>
          <p:nvPr/>
        </p:nvSpPr>
        <p:spPr>
          <a:xfrm>
            <a:off x="7380312" y="2492896"/>
            <a:ext cx="28725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r</a:t>
            </a:r>
            <a:endParaRPr lang="nl-NL" dirty="0"/>
          </a:p>
        </p:txBody>
      </p:sp>
      <p:sp>
        <p:nvSpPr>
          <p:cNvPr id="40" name="Tekstvak 39"/>
          <p:cNvSpPr txBox="1"/>
          <p:nvPr/>
        </p:nvSpPr>
        <p:spPr>
          <a:xfrm>
            <a:off x="7884368" y="2483604"/>
            <a:ext cx="323301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a</a:t>
            </a:r>
            <a:endParaRPr lang="nl-NL" dirty="0"/>
          </a:p>
        </p:txBody>
      </p:sp>
      <p:sp>
        <p:nvSpPr>
          <p:cNvPr id="41" name="Tekstvak 40"/>
          <p:cNvSpPr txBox="1"/>
          <p:nvPr/>
        </p:nvSpPr>
        <p:spPr>
          <a:xfrm>
            <a:off x="8460432" y="2483604"/>
            <a:ext cx="24801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l</a:t>
            </a:r>
            <a:endParaRPr lang="nl-NL" dirty="0"/>
          </a:p>
        </p:txBody>
      </p:sp>
      <p:sp>
        <p:nvSpPr>
          <p:cNvPr id="42" name="Tekstvak 41"/>
          <p:cNvSpPr txBox="1"/>
          <p:nvPr/>
        </p:nvSpPr>
        <p:spPr>
          <a:xfrm>
            <a:off x="2915816" y="3440033"/>
            <a:ext cx="18466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 </a:t>
            </a:r>
            <a:endParaRPr lang="nl-NL" dirty="0"/>
          </a:p>
        </p:txBody>
      </p:sp>
      <p:sp>
        <p:nvSpPr>
          <p:cNvPr id="43" name="Tekstvak 42"/>
          <p:cNvSpPr txBox="1"/>
          <p:nvPr/>
        </p:nvSpPr>
        <p:spPr>
          <a:xfrm>
            <a:off x="3458640" y="3419708"/>
            <a:ext cx="32127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v</a:t>
            </a:r>
            <a:endParaRPr lang="nl-NL" dirty="0"/>
          </a:p>
        </p:txBody>
      </p:sp>
      <p:sp>
        <p:nvSpPr>
          <p:cNvPr id="44" name="Tekstvak 43"/>
          <p:cNvSpPr txBox="1"/>
          <p:nvPr/>
        </p:nvSpPr>
        <p:spPr>
          <a:xfrm>
            <a:off x="3962696" y="3429000"/>
            <a:ext cx="323301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46" name="Tekstvak 45"/>
          <p:cNvSpPr txBox="1"/>
          <p:nvPr/>
        </p:nvSpPr>
        <p:spPr>
          <a:xfrm>
            <a:off x="4538760" y="3429000"/>
            <a:ext cx="32573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k</a:t>
            </a:r>
          </a:p>
        </p:txBody>
      </p:sp>
      <p:sp>
        <p:nvSpPr>
          <p:cNvPr id="47" name="Tekstvak 46"/>
          <p:cNvSpPr txBox="1"/>
          <p:nvPr/>
        </p:nvSpPr>
        <p:spPr>
          <a:xfrm>
            <a:off x="5076056" y="3429000"/>
            <a:ext cx="323301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48" name="Tekstvak 47"/>
          <p:cNvSpPr txBox="1"/>
          <p:nvPr/>
        </p:nvSpPr>
        <p:spPr>
          <a:xfrm>
            <a:off x="5724128" y="3419708"/>
            <a:ext cx="33074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n</a:t>
            </a:r>
          </a:p>
        </p:txBody>
      </p:sp>
      <p:sp>
        <p:nvSpPr>
          <p:cNvPr id="49" name="Tekstvak 48"/>
          <p:cNvSpPr txBox="1"/>
          <p:nvPr/>
        </p:nvSpPr>
        <p:spPr>
          <a:xfrm>
            <a:off x="6384608" y="3419708"/>
            <a:ext cx="275624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t</a:t>
            </a:r>
            <a:endParaRPr lang="nl-NL" dirty="0"/>
          </a:p>
        </p:txBody>
      </p:sp>
      <p:sp>
        <p:nvSpPr>
          <p:cNvPr id="50" name="Tekstvak 49"/>
          <p:cNvSpPr txBox="1"/>
          <p:nvPr/>
        </p:nvSpPr>
        <p:spPr>
          <a:xfrm>
            <a:off x="6888664" y="3429000"/>
            <a:ext cx="24801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i</a:t>
            </a:r>
            <a:endParaRPr lang="nl-NL" dirty="0"/>
          </a:p>
        </p:txBody>
      </p:sp>
      <p:sp>
        <p:nvSpPr>
          <p:cNvPr id="51" name="Tekstvak 50"/>
          <p:cNvSpPr txBox="1"/>
          <p:nvPr/>
        </p:nvSpPr>
        <p:spPr>
          <a:xfrm>
            <a:off x="7464728" y="3429000"/>
            <a:ext cx="322174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 smtClean="0"/>
              <a:t>e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2843808" y="5068009"/>
            <a:ext cx="5978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u="sng" dirty="0" smtClean="0"/>
              <a:t>Oftewel:</a:t>
            </a:r>
          </a:p>
          <a:p>
            <a:r>
              <a:rPr lang="nl-NL" b="1" dirty="0" smtClean="0"/>
              <a:t>010</a:t>
            </a:r>
            <a:r>
              <a:rPr lang="nl-NL" dirty="0" smtClean="0"/>
              <a:t>001</a:t>
            </a:r>
            <a:r>
              <a:rPr lang="nl-NL" b="1" dirty="0" smtClean="0"/>
              <a:t>0110</a:t>
            </a:r>
            <a:r>
              <a:rPr lang="nl-NL" dirty="0" smtClean="0"/>
              <a:t>0111</a:t>
            </a:r>
            <a:r>
              <a:rPr lang="nl-NL" b="1" dirty="0" smtClean="0"/>
              <a:t>100</a:t>
            </a:r>
            <a:r>
              <a:rPr lang="nl-NL" dirty="0" smtClean="0"/>
              <a:t>010</a:t>
            </a:r>
            <a:r>
              <a:rPr lang="nl-NL" b="1" dirty="0" smtClean="0"/>
              <a:t>101</a:t>
            </a:r>
            <a:r>
              <a:rPr lang="nl-NL" dirty="0" smtClean="0"/>
              <a:t>101</a:t>
            </a:r>
            <a:r>
              <a:rPr lang="nl-NL" b="1" dirty="0" smtClean="0"/>
              <a:t>0111</a:t>
            </a:r>
            <a:r>
              <a:rPr lang="nl-NL" dirty="0" smtClean="0"/>
              <a:t>000</a:t>
            </a:r>
            <a:r>
              <a:rPr lang="nl-NL" b="1" dirty="0" smtClean="0"/>
              <a:t>1100</a:t>
            </a:r>
          </a:p>
          <a:p>
            <a:r>
              <a:rPr lang="nl-NL" dirty="0" smtClean="0"/>
              <a:t>100</a:t>
            </a:r>
            <a:r>
              <a:rPr lang="nl-NL" b="1" dirty="0" smtClean="0"/>
              <a:t>010</a:t>
            </a:r>
            <a:r>
              <a:rPr lang="nl-NL" dirty="0" smtClean="0"/>
              <a:t>000</a:t>
            </a:r>
            <a:r>
              <a:rPr lang="nl-NL" b="1" dirty="0" smtClean="0"/>
              <a:t>1101</a:t>
            </a:r>
            <a:r>
              <a:rPr lang="nl-NL" dirty="0" smtClean="0"/>
              <a:t>000</a:t>
            </a:r>
            <a:r>
              <a:rPr lang="nl-NL" b="1" dirty="0" smtClean="0"/>
              <a:t>1110</a:t>
            </a:r>
            <a:r>
              <a:rPr lang="nl-NL" dirty="0" smtClean="0"/>
              <a:t>1111</a:t>
            </a:r>
            <a:r>
              <a:rPr lang="nl-NL" b="1" dirty="0" smtClean="0"/>
              <a:t>001</a:t>
            </a:r>
            <a:r>
              <a:rPr lang="nl-NL" dirty="0" smtClean="0"/>
              <a:t>0110</a:t>
            </a:r>
          </a:p>
          <a:p>
            <a:endParaRPr lang="nl-NL" dirty="0"/>
          </a:p>
          <a:p>
            <a:r>
              <a:rPr lang="nl-NL" dirty="0" smtClean="0"/>
              <a:t>Dit zijn 69 bits (1’tjes en 0’tjes)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8165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Bedenk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wel</a:t>
            </a:r>
            <a:r>
              <a:rPr lang="en-US" sz="3000" b="1" dirty="0" smtClean="0">
                <a:latin typeface="Arial" charset="0"/>
                <a:cs typeface="Times New Roman" charset="0"/>
              </a:rPr>
              <a:t>!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sp>
        <p:nvSpPr>
          <p:cNvPr id="3" name="Rechthoek 2"/>
          <p:cNvSpPr/>
          <p:nvPr/>
        </p:nvSpPr>
        <p:spPr>
          <a:xfrm>
            <a:off x="179512" y="1124744"/>
            <a:ext cx="8640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Naast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bits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dient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ook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de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tabel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(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statische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code schema)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opgeslagen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 </a:t>
            </a:r>
            <a:r>
              <a:rPr lang="en-US" sz="2000" dirty="0" err="1" smtClean="0">
                <a:solidFill>
                  <a:srgbClr val="000102"/>
                </a:solidFill>
                <a:latin typeface="Arial" charset="0"/>
              </a:rPr>
              <a:t>worden</a:t>
            </a:r>
            <a:r>
              <a:rPr lang="en-US" sz="2000" dirty="0" smtClean="0">
                <a:solidFill>
                  <a:srgbClr val="000102"/>
                </a:solidFill>
                <a:latin typeface="Arial" charset="0"/>
              </a:rPr>
              <a:t>.</a:t>
            </a:r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2140500" y="527969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  <p:graphicFrame>
        <p:nvGraphicFramePr>
          <p:cNvPr id="13" name="Tabel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466278"/>
              </p:ext>
            </p:extLst>
          </p:nvPr>
        </p:nvGraphicFramePr>
        <p:xfrm>
          <a:off x="108012" y="1951512"/>
          <a:ext cx="2447764" cy="4717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9612"/>
                <a:gridCol w="1368152"/>
              </a:tblGrid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Teken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 smtClean="0"/>
                        <a:t>Bitwaarde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a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000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i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001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v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010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0110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0111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spatie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100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101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1100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k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1101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n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1110</a:t>
                      </a:r>
                      <a:endParaRPr lang="nl-NL" sz="1600" dirty="0"/>
                    </a:p>
                  </a:txBody>
                  <a:tcPr/>
                </a:tc>
              </a:tr>
              <a:tr h="393154"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smtClean="0"/>
                        <a:t>1111</a:t>
                      </a:r>
                      <a:endParaRPr lang="nl-NL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kstvak 6"/>
          <p:cNvSpPr txBox="1"/>
          <p:nvPr/>
        </p:nvSpPr>
        <p:spPr>
          <a:xfrm>
            <a:off x="2843808" y="5068009"/>
            <a:ext cx="59789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u="sng" dirty="0" err="1" smtClean="0"/>
              <a:t>Bitrepresentatie</a:t>
            </a:r>
            <a:r>
              <a:rPr lang="nl-NL" u="sng" dirty="0" smtClean="0"/>
              <a:t>:</a:t>
            </a:r>
          </a:p>
          <a:p>
            <a:r>
              <a:rPr lang="nl-NL" b="1" dirty="0" smtClean="0"/>
              <a:t>010</a:t>
            </a:r>
            <a:r>
              <a:rPr lang="nl-NL" dirty="0" smtClean="0"/>
              <a:t>001</a:t>
            </a:r>
            <a:r>
              <a:rPr lang="nl-NL" b="1" dirty="0" smtClean="0"/>
              <a:t>0110</a:t>
            </a:r>
            <a:r>
              <a:rPr lang="nl-NL" dirty="0" smtClean="0"/>
              <a:t>0111</a:t>
            </a:r>
            <a:r>
              <a:rPr lang="nl-NL" b="1" dirty="0" smtClean="0"/>
              <a:t>100</a:t>
            </a:r>
            <a:r>
              <a:rPr lang="nl-NL" dirty="0" smtClean="0"/>
              <a:t>010</a:t>
            </a:r>
            <a:r>
              <a:rPr lang="nl-NL" b="1" dirty="0" smtClean="0"/>
              <a:t>101</a:t>
            </a:r>
            <a:r>
              <a:rPr lang="nl-NL" dirty="0" smtClean="0"/>
              <a:t>101</a:t>
            </a:r>
            <a:r>
              <a:rPr lang="nl-NL" b="1" dirty="0" smtClean="0"/>
              <a:t>0111</a:t>
            </a:r>
            <a:r>
              <a:rPr lang="nl-NL" dirty="0" smtClean="0"/>
              <a:t>000</a:t>
            </a:r>
            <a:r>
              <a:rPr lang="nl-NL" b="1" dirty="0" smtClean="0"/>
              <a:t>1100</a:t>
            </a:r>
          </a:p>
          <a:p>
            <a:r>
              <a:rPr lang="nl-NL" dirty="0" smtClean="0"/>
              <a:t>100</a:t>
            </a:r>
            <a:r>
              <a:rPr lang="nl-NL" b="1" dirty="0" smtClean="0"/>
              <a:t>010</a:t>
            </a:r>
            <a:r>
              <a:rPr lang="nl-NL" dirty="0" smtClean="0"/>
              <a:t>000</a:t>
            </a:r>
            <a:r>
              <a:rPr lang="nl-NL" b="1" dirty="0" smtClean="0"/>
              <a:t>1101</a:t>
            </a:r>
            <a:r>
              <a:rPr lang="nl-NL" dirty="0" smtClean="0"/>
              <a:t>000</a:t>
            </a:r>
            <a:r>
              <a:rPr lang="nl-NL" b="1" dirty="0" smtClean="0"/>
              <a:t>11110</a:t>
            </a:r>
            <a:r>
              <a:rPr lang="nl-NL" dirty="0" smtClean="0"/>
              <a:t>1111</a:t>
            </a:r>
            <a:r>
              <a:rPr lang="nl-NL" b="1" dirty="0" smtClean="0"/>
              <a:t>001</a:t>
            </a:r>
            <a:r>
              <a:rPr lang="nl-NL" dirty="0" smtClean="0"/>
              <a:t>0110</a:t>
            </a:r>
          </a:p>
          <a:p>
            <a:endParaRPr lang="nl-NL" dirty="0"/>
          </a:p>
        </p:txBody>
      </p:sp>
      <p:cxnSp>
        <p:nvCxnSpPr>
          <p:cNvPr id="4" name="Rechte verbindingslijn met pijl 3"/>
          <p:cNvCxnSpPr/>
          <p:nvPr/>
        </p:nvCxnSpPr>
        <p:spPr>
          <a:xfrm flipH="1">
            <a:off x="2555776" y="1556792"/>
            <a:ext cx="1080120" cy="936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kstvak 44"/>
          <p:cNvSpPr txBox="1"/>
          <p:nvPr/>
        </p:nvSpPr>
        <p:spPr>
          <a:xfrm>
            <a:off x="2915816" y="2924944"/>
            <a:ext cx="608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Dus 69 bits + de tabel dien te worden opgeslagen.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15867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7064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rgbClr val="20BDBA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 smtClean="0">
                <a:latin typeface="Arial" charset="0"/>
                <a:cs typeface="Times New Roman" charset="0"/>
              </a:rPr>
              <a:t>Zelf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je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uitwerking</a:t>
            </a:r>
            <a:r>
              <a:rPr lang="en-US" sz="3000" b="1" dirty="0" smtClean="0">
                <a:latin typeface="Arial" charset="0"/>
                <a:cs typeface="Times New Roman" charset="0"/>
              </a:rPr>
              <a:t> </a:t>
            </a:r>
            <a:r>
              <a:rPr lang="en-US" sz="3000" b="1" dirty="0" err="1" smtClean="0">
                <a:latin typeface="Arial" charset="0"/>
                <a:cs typeface="Times New Roman" charset="0"/>
              </a:rPr>
              <a:t>controleren</a:t>
            </a:r>
            <a:r>
              <a:rPr lang="en-US" sz="3000" b="1" dirty="0" smtClean="0">
                <a:latin typeface="Arial" charset="0"/>
                <a:cs typeface="Times New Roman" charset="0"/>
              </a:rPr>
              <a:t>?</a:t>
            </a:r>
            <a:endParaRPr lang="ar-sa" sz="3000" b="1" dirty="0">
              <a:latin typeface="Arial" charset="0"/>
              <a:cs typeface="Times New Roman" charset="0"/>
            </a:endParaRPr>
          </a:p>
        </p:txBody>
      </p:sp>
      <p:sp>
        <p:nvSpPr>
          <p:cNvPr id="3" name="Rechthoek 2"/>
          <p:cNvSpPr/>
          <p:nvPr/>
        </p:nvSpPr>
        <p:spPr>
          <a:xfrm>
            <a:off x="179512" y="1124744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000102"/>
              </a:solidFill>
              <a:latin typeface="Arial" charset="0"/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2140500" y="527969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 dirty="0"/>
          </a:p>
        </p:txBody>
      </p:sp>
      <p:sp>
        <p:nvSpPr>
          <p:cNvPr id="2" name="Tekstvak 1"/>
          <p:cNvSpPr txBox="1"/>
          <p:nvPr/>
        </p:nvSpPr>
        <p:spPr>
          <a:xfrm>
            <a:off x="834244" y="1295020"/>
            <a:ext cx="381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Ga naar </a:t>
            </a:r>
            <a:r>
              <a:rPr lang="nl-NL" dirty="0">
                <a:hlinkClick r:id="rId3"/>
              </a:rPr>
              <a:t>http://huffman.ooz.ie</a:t>
            </a:r>
            <a:r>
              <a:rPr lang="nl-NL" dirty="0" smtClean="0">
                <a:hlinkClick r:id="rId3"/>
              </a:rPr>
              <a:t>/</a:t>
            </a:r>
            <a:endParaRPr lang="nl-NL" dirty="0" smtClean="0"/>
          </a:p>
          <a:p>
            <a:r>
              <a:rPr lang="nl-NL" dirty="0" smtClean="0"/>
              <a:t> </a:t>
            </a:r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916832"/>
            <a:ext cx="6156176" cy="412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485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123635-C405-486D-BB5B-08F14A5A1590}"/>
</file>

<file path=customXml/itemProps2.xml><?xml version="1.0" encoding="utf-8"?>
<ds:datastoreItem xmlns:ds="http://schemas.openxmlformats.org/officeDocument/2006/customXml" ds:itemID="{CE3022C0-D354-4D8C-983A-61C94B9046E7}"/>
</file>

<file path=customXml/itemProps3.xml><?xml version="1.0" encoding="utf-8"?>
<ds:datastoreItem xmlns:ds="http://schemas.openxmlformats.org/officeDocument/2006/customXml" ds:itemID="{8880E4C3-5FEC-4BBE-AF97-09B5B5C7FFE5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11131</TotalTime>
  <Words>4452</Words>
  <Application>Microsoft Macintosh PowerPoint</Application>
  <PresentationFormat>Diavoorstelling (4:3)</PresentationFormat>
  <Paragraphs>1778</Paragraphs>
  <Slides>62</Slides>
  <Notes>61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62</vt:i4>
      </vt:variant>
    </vt:vector>
  </HeadingPairs>
  <TitlesOfParts>
    <vt:vector size="63" baseType="lpstr">
      <vt:lpstr>Hashtables on ELO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Alex van Manen</cp:lastModifiedBy>
  <cp:revision>122</cp:revision>
  <dcterms:created xsi:type="dcterms:W3CDTF">2013-08-26T08:11:19Z</dcterms:created>
  <dcterms:modified xsi:type="dcterms:W3CDTF">2018-02-14T14:40:57Z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2500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