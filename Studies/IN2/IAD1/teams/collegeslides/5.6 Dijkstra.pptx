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60" r:id="rId3"/>
    <p:sldId id="269" r:id="rId4"/>
    <p:sldId id="292" r:id="rId5"/>
    <p:sldId id="270" r:id="rId6"/>
    <p:sldId id="271" r:id="rId7"/>
    <p:sldId id="272" r:id="rId8"/>
    <p:sldId id="273" r:id="rId9"/>
    <p:sldId id="290" r:id="rId10"/>
    <p:sldId id="275" r:id="rId11"/>
    <p:sldId id="277" r:id="rId12"/>
    <p:sldId id="293" r:id="rId13"/>
    <p:sldId id="287" r:id="rId14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8" autoAdjust="0"/>
    <p:restoredTop sz="94660"/>
  </p:normalViewPr>
  <p:slideViewPr>
    <p:cSldViewPr>
      <p:cViewPr varScale="1">
        <p:scale>
          <a:sx n="116" d="100"/>
          <a:sy n="116" d="100"/>
        </p:scale>
        <p:origin x="-16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20-3-2018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3/20/2018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3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[Titel van de presentatie]</a:t>
            </a:r>
            <a:endParaRPr lang="nl-NL" dirty="0"/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3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19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[Periode]</a:t>
            </a:r>
            <a:endParaRPr lang="nl-NL" dirty="0"/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4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[Jaargang]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 smtClean="0"/>
              <a:t>Afbeelding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2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38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lleen tite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4644008" y="5751257"/>
            <a:ext cx="216025" cy="216001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idx="1"/>
          </p:nvPr>
        </p:nvSpPr>
        <p:spPr>
          <a:xfrm>
            <a:off x="539551" y="1772816"/>
            <a:ext cx="8229601" cy="323245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700"/>
              </a:spcBef>
              <a:defRPr sz="3200"/>
            </a:lvl1pPr>
            <a:lvl2pPr marL="872836" indent="-415636" defTabSz="1219200">
              <a:spcBef>
                <a:spcPts val="700"/>
              </a:spcBef>
              <a:buChar char="–"/>
              <a:defRPr sz="3200"/>
            </a:lvl2pPr>
            <a:lvl3pPr marL="1299410" indent="-385010" defTabSz="1219200">
              <a:spcBef>
                <a:spcPts val="700"/>
              </a:spcBef>
              <a:defRPr sz="3200"/>
            </a:lvl3pPr>
            <a:lvl4pPr marL="1801905" indent="-430305" defTabSz="1219200">
              <a:spcBef>
                <a:spcPts val="700"/>
              </a:spcBef>
              <a:buChar char="–"/>
              <a:defRPr sz="3200"/>
            </a:lvl4pPr>
            <a:lvl5pPr marL="2351314" indent="-522514" defTabSz="1219200">
              <a:spcBef>
                <a:spcPts val="7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xfrm>
            <a:off x="251519" y="1059582"/>
            <a:ext cx="8229601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</p:spTree>
    <p:extLst>
      <p:ext uri="{BB962C8B-B14F-4D97-AF65-F5344CB8AC3E}">
        <p14:creationId xmlns:p14="http://schemas.microsoft.com/office/powerpoint/2010/main" val="11854112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 smtClean="0"/>
              <a:t>Tekstuele content met </a:t>
            </a:r>
            <a:r>
              <a:rPr lang="nl-NL" dirty="0" err="1" smtClean="0"/>
              <a:t>bullits</a:t>
            </a:r>
            <a:endParaRPr lang="nl-NL" dirty="0" smtClean="0"/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nl-NL" sz="2400" smtClean="0"/>
              <a:t>Algoritmen </a:t>
            </a:r>
            <a:r>
              <a:rPr lang="nl-NL" sz="2400" dirty="0"/>
              <a:t>en </a:t>
            </a:r>
            <a:r>
              <a:rPr lang="nl-NL" sz="2400" dirty="0" smtClean="0"/>
              <a:t>Datastructuren</a:t>
            </a:r>
            <a:endParaRPr lang="nl-NL" sz="24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b="0" dirty="0" smtClean="0"/>
              <a:t>Kortste pad algoritme Dijkstra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smtClean="0">
                <a:latin typeface="Arial" charset="0"/>
              </a:rPr>
              <a:t>Doelen voor vandaag</a:t>
            </a:r>
            <a:endParaRPr lang="nl-NL" b="1" dirty="0">
              <a:latin typeface="Arial" charset="0"/>
            </a:endParaRPr>
          </a:p>
        </p:txBody>
      </p:sp>
      <p:sp>
        <p:nvSpPr>
          <p:cNvPr id="5122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nl-NL" sz="2800" dirty="0">
                <a:latin typeface="Verdana" charset="0"/>
                <a:cs typeface="Verdana" charset="0"/>
              </a:rPr>
              <a:t>De student:</a:t>
            </a:r>
          </a:p>
          <a:p>
            <a:r>
              <a:rPr lang="nl-NL" sz="2800" dirty="0">
                <a:latin typeface="Verdana" charset="0"/>
                <a:cs typeface="Verdana" charset="0"/>
              </a:rPr>
              <a:t>Weet wat een graaf en het kortste pad algoritme is</a:t>
            </a:r>
          </a:p>
          <a:p>
            <a:r>
              <a:rPr lang="nl-NL" sz="2800" dirty="0">
                <a:latin typeface="Verdana" charset="0"/>
                <a:cs typeface="Verdana" charset="0"/>
              </a:rPr>
              <a:t>Weet hoe het </a:t>
            </a:r>
            <a:r>
              <a:rPr lang="nl-NL" sz="2800" dirty="0" smtClean="0">
                <a:latin typeface="Verdana" charset="0"/>
                <a:cs typeface="Verdana" charset="0"/>
              </a:rPr>
              <a:t>kortste </a:t>
            </a:r>
            <a:r>
              <a:rPr lang="nl-NL" sz="2800" dirty="0">
                <a:latin typeface="Verdana" charset="0"/>
                <a:cs typeface="Verdana" charset="0"/>
              </a:rPr>
              <a:t>pad algoritme werkt</a:t>
            </a:r>
          </a:p>
          <a:p>
            <a:r>
              <a:rPr lang="nl-NL" sz="2800" dirty="0">
                <a:latin typeface="Verdana" charset="0"/>
                <a:cs typeface="Verdana" charset="0"/>
              </a:rPr>
              <a:t>Kan een graaf en het </a:t>
            </a:r>
            <a:r>
              <a:rPr lang="nl-NL" sz="2800" dirty="0" smtClean="0">
                <a:latin typeface="Verdana" charset="0"/>
                <a:cs typeface="Verdana" charset="0"/>
              </a:rPr>
              <a:t>kortste </a:t>
            </a:r>
            <a:r>
              <a:rPr lang="nl-NL" sz="2800" dirty="0">
                <a:latin typeface="Verdana" charset="0"/>
                <a:cs typeface="Verdana" charset="0"/>
              </a:rPr>
              <a:t>pad algoritme programmeren</a:t>
            </a:r>
          </a:p>
        </p:txBody>
      </p:sp>
    </p:spTree>
    <p:extLst>
      <p:ext uri="{BB962C8B-B14F-4D97-AF65-F5344CB8AC3E}">
        <p14:creationId xmlns:p14="http://schemas.microsoft.com/office/powerpoint/2010/main" val="293709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4964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err="1" smtClean="0">
                <a:solidFill>
                  <a:srgbClr val="C10077"/>
                </a:solidFill>
                <a:latin typeface="+mj-lt"/>
              </a:rPr>
              <a:t>Graaf</a:t>
            </a: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 </a:t>
            </a:r>
            <a:r>
              <a:rPr lang="en-US" sz="3600" b="1" dirty="0" err="1" smtClean="0">
                <a:solidFill>
                  <a:srgbClr val="C10077"/>
                </a:solidFill>
                <a:latin typeface="+mj-lt"/>
              </a:rPr>
              <a:t>algorithmen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Shortest path</a:t>
            </a: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Find path between two vertices (if there is one)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Shortest route visiting all vertices (in a fully connected graph: =</a:t>
            </a:r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Traveling Salesman Problem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)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Spanning tree</a:t>
            </a: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Most efficient transport through network</a:t>
            </a:r>
          </a:p>
          <a:p>
            <a:pPr eaLnBrk="1" hangingPunct="1"/>
            <a:endParaRPr lang="en-US" sz="2000" b="1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Tour of all edges</a:t>
            </a:r>
          </a:p>
          <a:p>
            <a:pPr eaLnBrk="1" hangingPunct="1"/>
            <a:endParaRPr lang="en-US" sz="2000" b="1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Convex hull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Etcetera</a:t>
            </a:r>
          </a:p>
        </p:txBody>
      </p:sp>
    </p:spTree>
    <p:extLst>
      <p:ext uri="{BB962C8B-B14F-4D97-AF65-F5344CB8AC3E}">
        <p14:creationId xmlns:p14="http://schemas.microsoft.com/office/powerpoint/2010/main" val="130366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63898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70104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Ook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wel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bekend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als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Dijkstra’s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algoritme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Bedacht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door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Edsger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Dijkstra in 1959.</a:t>
            </a:r>
          </a:p>
          <a:p>
            <a:pPr eaLnBrk="1" hangingPunct="1"/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Dijkstra was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Nederlandse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wiskundige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&amp;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informaticus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Voorwaarde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voor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Dijkstra’s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algoritme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:</a:t>
            </a:r>
          </a:p>
          <a:p>
            <a:pPr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Alle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edge-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lengtes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&gt;= 0.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mogen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geen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negatieve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br>
              <a:rPr lang="en-US" sz="2000" dirty="0" smtClean="0">
                <a:solidFill>
                  <a:srgbClr val="000102"/>
                </a:solidFill>
                <a:latin typeface="Arial" charset="0"/>
              </a:rPr>
            </a:b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edge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lengtes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endParaRPr lang="en-US" sz="2000" dirty="0" smtClean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99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338711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353672" y="3088145"/>
            <a:ext cx="1971278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865615" y="4866674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03273" y="4699701"/>
            <a:ext cx="1219575" cy="15560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801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435932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424257" y="3017562"/>
            <a:ext cx="1808630" cy="1663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993429" y="4738861"/>
            <a:ext cx="761310" cy="2193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26844" y="4676132"/>
            <a:ext cx="1133494" cy="1166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4860032" y="3064604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2195736" y="393305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5" name="Tekstvak 24"/>
          <p:cNvSpPr txBox="1"/>
          <p:nvPr/>
        </p:nvSpPr>
        <p:spPr>
          <a:xfrm>
            <a:off x="3563888" y="3640668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∞</a:t>
            </a:r>
            <a:endParaRPr lang="nl-NL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kstvak 25"/>
          <p:cNvSpPr txBox="1"/>
          <p:nvPr/>
        </p:nvSpPr>
        <p:spPr>
          <a:xfrm>
            <a:off x="2195736" y="5224844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7" name="Tekstvak 26"/>
          <p:cNvSpPr txBox="1"/>
          <p:nvPr/>
        </p:nvSpPr>
        <p:spPr>
          <a:xfrm>
            <a:off x="3635896" y="5296852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1043608" y="6232956"/>
            <a:ext cx="44644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∞ is het symbool is oneindigheid.  </a:t>
            </a:r>
            <a:endParaRPr lang="nl-NL" dirty="0"/>
          </a:p>
        </p:txBody>
      </p:sp>
      <p:sp>
        <p:nvSpPr>
          <p:cNvPr id="30" name="Tekstvak 29"/>
          <p:cNvSpPr txBox="1"/>
          <p:nvPr/>
        </p:nvSpPr>
        <p:spPr>
          <a:xfrm>
            <a:off x="3563888" y="357301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31" name="Tekstvak 30"/>
          <p:cNvSpPr txBox="1"/>
          <p:nvPr/>
        </p:nvSpPr>
        <p:spPr>
          <a:xfrm>
            <a:off x="1878688" y="18655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0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65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435932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424257" y="3017562"/>
            <a:ext cx="1808630" cy="1663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993429" y="4738861"/>
            <a:ext cx="761310" cy="2193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26844" y="4676132"/>
            <a:ext cx="1133494" cy="1166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4860032" y="3064604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2195736" y="393305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5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5" name="Tekstvak 24"/>
          <p:cNvSpPr txBox="1"/>
          <p:nvPr/>
        </p:nvSpPr>
        <p:spPr>
          <a:xfrm>
            <a:off x="3563888" y="3640668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∞</a:t>
            </a:r>
            <a:endParaRPr lang="nl-NL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kstvak 25"/>
          <p:cNvSpPr txBox="1"/>
          <p:nvPr/>
        </p:nvSpPr>
        <p:spPr>
          <a:xfrm>
            <a:off x="2195736" y="5224844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7" name="Tekstvak 26"/>
          <p:cNvSpPr txBox="1"/>
          <p:nvPr/>
        </p:nvSpPr>
        <p:spPr>
          <a:xfrm>
            <a:off x="3635896" y="5296852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1043608" y="6232956"/>
            <a:ext cx="44644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∞ is het symbool is oneindigheid.  </a:t>
            </a:r>
            <a:endParaRPr lang="nl-NL" dirty="0"/>
          </a:p>
        </p:txBody>
      </p:sp>
      <p:sp>
        <p:nvSpPr>
          <p:cNvPr id="30" name="Tekstvak 29"/>
          <p:cNvSpPr txBox="1"/>
          <p:nvPr/>
        </p:nvSpPr>
        <p:spPr>
          <a:xfrm>
            <a:off x="3563888" y="357301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32" name="Tekstvak 31"/>
          <p:cNvSpPr txBox="1"/>
          <p:nvPr/>
        </p:nvSpPr>
        <p:spPr>
          <a:xfrm>
            <a:off x="1878688" y="18655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0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98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435932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424257" y="3017562"/>
            <a:ext cx="1808630" cy="1663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993429" y="4738861"/>
            <a:ext cx="761310" cy="2193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26844" y="4676132"/>
            <a:ext cx="1133494" cy="1166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4860032" y="306460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6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2195736" y="393305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5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6" name="Tekstvak 25"/>
          <p:cNvSpPr txBox="1"/>
          <p:nvPr/>
        </p:nvSpPr>
        <p:spPr>
          <a:xfrm>
            <a:off x="2195736" y="5224844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7" name="Tekstvak 26"/>
          <p:cNvSpPr txBox="1"/>
          <p:nvPr/>
        </p:nvSpPr>
        <p:spPr>
          <a:xfrm>
            <a:off x="3635896" y="5296852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1043608" y="6232956"/>
            <a:ext cx="44644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∞ is het symbool is oneindigheid.  </a:t>
            </a:r>
            <a:endParaRPr lang="nl-NL" dirty="0"/>
          </a:p>
        </p:txBody>
      </p:sp>
      <p:sp>
        <p:nvSpPr>
          <p:cNvPr id="31" name="Tekstvak 30"/>
          <p:cNvSpPr txBox="1"/>
          <p:nvPr/>
        </p:nvSpPr>
        <p:spPr>
          <a:xfrm>
            <a:off x="3563888" y="357301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32" name="Tekstvak 31"/>
          <p:cNvSpPr txBox="1"/>
          <p:nvPr/>
        </p:nvSpPr>
        <p:spPr>
          <a:xfrm>
            <a:off x="1878688" y="18655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0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53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435932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424257" y="3017562"/>
            <a:ext cx="1808630" cy="1663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993429" y="4738861"/>
            <a:ext cx="761310" cy="2193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26844" y="4676132"/>
            <a:ext cx="1133494" cy="1166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4860032" y="306460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6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2195736" y="393305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5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6" name="Tekstvak 25"/>
          <p:cNvSpPr txBox="1"/>
          <p:nvPr/>
        </p:nvSpPr>
        <p:spPr>
          <a:xfrm>
            <a:off x="2195736" y="5224844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7" name="Tekstvak 26"/>
          <p:cNvSpPr txBox="1"/>
          <p:nvPr/>
        </p:nvSpPr>
        <p:spPr>
          <a:xfrm>
            <a:off x="3635896" y="5296852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1043608" y="6232956"/>
            <a:ext cx="44644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∞ is het symbool is oneindigheid.  </a:t>
            </a:r>
            <a:endParaRPr lang="nl-NL" dirty="0"/>
          </a:p>
        </p:txBody>
      </p:sp>
      <p:sp>
        <p:nvSpPr>
          <p:cNvPr id="30" name="Tekstvak 29"/>
          <p:cNvSpPr txBox="1"/>
          <p:nvPr/>
        </p:nvSpPr>
        <p:spPr>
          <a:xfrm>
            <a:off x="3563888" y="3640668"/>
            <a:ext cx="2906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7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2" name="Tekstvak 31"/>
          <p:cNvSpPr txBox="1"/>
          <p:nvPr/>
        </p:nvSpPr>
        <p:spPr>
          <a:xfrm>
            <a:off x="1878688" y="18655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0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7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435932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424257" y="3017562"/>
            <a:ext cx="1808630" cy="1663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993429" y="4738861"/>
            <a:ext cx="761310" cy="2193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26844" y="4676132"/>
            <a:ext cx="1133494" cy="1166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4860032" y="3064604"/>
            <a:ext cx="2906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6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2195736" y="393305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5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5" name="Tekstvak 24"/>
          <p:cNvSpPr txBox="1"/>
          <p:nvPr/>
        </p:nvSpPr>
        <p:spPr>
          <a:xfrm>
            <a:off x="3563888" y="3640668"/>
            <a:ext cx="2906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7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6" name="Tekstvak 25"/>
          <p:cNvSpPr txBox="1"/>
          <p:nvPr/>
        </p:nvSpPr>
        <p:spPr>
          <a:xfrm>
            <a:off x="2195736" y="5224844"/>
            <a:ext cx="3600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7" name="Tekstvak 26"/>
          <p:cNvSpPr txBox="1"/>
          <p:nvPr/>
        </p:nvSpPr>
        <p:spPr>
          <a:xfrm>
            <a:off x="3635896" y="5296852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017EFF"/>
                </a:solidFill>
              </a:rPr>
              <a:t>∞</a:t>
            </a:r>
            <a:endParaRPr lang="nl-NL" dirty="0">
              <a:solidFill>
                <a:srgbClr val="017EFF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1043608" y="6232956"/>
            <a:ext cx="44644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∞ is het symbool is oneindigheid.  </a:t>
            </a:r>
            <a:endParaRPr lang="nl-NL" dirty="0"/>
          </a:p>
        </p:txBody>
      </p:sp>
      <p:sp>
        <p:nvSpPr>
          <p:cNvPr id="30" name="Tekstvak 29"/>
          <p:cNvSpPr txBox="1"/>
          <p:nvPr/>
        </p:nvSpPr>
        <p:spPr>
          <a:xfrm>
            <a:off x="1878688" y="18655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0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29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435932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424257" y="3017562"/>
            <a:ext cx="1808630" cy="1663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993429" y="4738861"/>
            <a:ext cx="761310" cy="2193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26844" y="4676132"/>
            <a:ext cx="1133494" cy="1166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4860032" y="3064604"/>
            <a:ext cx="2906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6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2195736" y="393305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5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5" name="Tekstvak 24"/>
          <p:cNvSpPr txBox="1"/>
          <p:nvPr/>
        </p:nvSpPr>
        <p:spPr>
          <a:xfrm>
            <a:off x="3563888" y="3640668"/>
            <a:ext cx="2906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7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6" name="Tekstvak 25"/>
          <p:cNvSpPr txBox="1"/>
          <p:nvPr/>
        </p:nvSpPr>
        <p:spPr>
          <a:xfrm>
            <a:off x="2195736" y="5224844"/>
            <a:ext cx="3600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7" name="Tekstvak 26"/>
          <p:cNvSpPr txBox="1"/>
          <p:nvPr/>
        </p:nvSpPr>
        <p:spPr>
          <a:xfrm>
            <a:off x="3635896" y="5296852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9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1043608" y="6232956"/>
            <a:ext cx="44644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∞ is het symbool is oneindigheid.  </a:t>
            </a:r>
            <a:endParaRPr lang="nl-NL" dirty="0"/>
          </a:p>
        </p:txBody>
      </p:sp>
      <p:sp>
        <p:nvSpPr>
          <p:cNvPr id="30" name="Tekstvak 29"/>
          <p:cNvSpPr txBox="1"/>
          <p:nvPr/>
        </p:nvSpPr>
        <p:spPr>
          <a:xfrm>
            <a:off x="1878688" y="18655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0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33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5391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smtClean="0">
                <a:solidFill>
                  <a:srgbClr val="C10077"/>
                </a:solidFill>
                <a:latin typeface="+mj-lt"/>
              </a:rPr>
              <a:t>Shortest path algorithm</a:t>
            </a:r>
            <a:endParaRPr lang="en-US" b="1" dirty="0" smtClean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3" name="Tekstvak 2"/>
          <p:cNvSpPr txBox="1"/>
          <p:nvPr/>
        </p:nvSpPr>
        <p:spPr>
          <a:xfrm>
            <a:off x="2115011" y="1827103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2192765" y="41336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875215" y="3226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C</a:t>
            </a:r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2192765" y="5387288"/>
            <a:ext cx="3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3605934" y="3798382"/>
            <a:ext cx="29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3680702" y="5435932"/>
            <a:ext cx="29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 rot="1784598" flipV="1">
            <a:off x="2278537" y="2653638"/>
            <a:ext cx="2729901" cy="1878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 rot="5400000" flipV="1">
            <a:off x="1424257" y="3017562"/>
            <a:ext cx="1808630" cy="1663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 rot="20836836" flipV="1">
            <a:off x="2463208" y="4038684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 rot="9473754" flipV="1">
            <a:off x="3820053" y="3644240"/>
            <a:ext cx="1135759" cy="1898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 rot="5400000" flipV="1">
            <a:off x="1993429" y="4738861"/>
            <a:ext cx="761310" cy="2193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 flipV="1">
            <a:off x="2618490" y="5509518"/>
            <a:ext cx="987444" cy="1898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 rot="5400000" flipV="1">
            <a:off x="3226844" y="4676132"/>
            <a:ext cx="1133494" cy="1166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3579343" y="239725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2041935" y="303219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262546" y="381133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2041935" y="488518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2903867" y="41806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3020861" y="524155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2" name="Tekstvak 21"/>
          <p:cNvSpPr txBox="1"/>
          <p:nvPr/>
        </p:nvSpPr>
        <p:spPr>
          <a:xfrm>
            <a:off x="3867297" y="451585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</a:t>
            </a:r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4860032" y="3064604"/>
            <a:ext cx="2906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6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2195736" y="3933056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5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5" name="Tekstvak 24"/>
          <p:cNvSpPr txBox="1"/>
          <p:nvPr/>
        </p:nvSpPr>
        <p:spPr>
          <a:xfrm>
            <a:off x="3563888" y="3640668"/>
            <a:ext cx="2906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7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6" name="Tekstvak 25"/>
          <p:cNvSpPr txBox="1"/>
          <p:nvPr/>
        </p:nvSpPr>
        <p:spPr>
          <a:xfrm>
            <a:off x="2195736" y="5224844"/>
            <a:ext cx="3600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7" name="Tekstvak 26"/>
          <p:cNvSpPr txBox="1"/>
          <p:nvPr/>
        </p:nvSpPr>
        <p:spPr>
          <a:xfrm>
            <a:off x="3635896" y="5296852"/>
            <a:ext cx="2880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9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1043608" y="6232956"/>
            <a:ext cx="44644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∞ is het symbool is oneindigheid.  </a:t>
            </a:r>
            <a:endParaRPr lang="nl-NL" dirty="0"/>
          </a:p>
        </p:txBody>
      </p:sp>
      <p:sp>
        <p:nvSpPr>
          <p:cNvPr id="30" name="Tekstvak 29"/>
          <p:cNvSpPr txBox="1"/>
          <p:nvPr/>
        </p:nvSpPr>
        <p:spPr>
          <a:xfrm>
            <a:off x="1878688" y="18655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0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1" name="Tekstvak 30"/>
          <p:cNvSpPr txBox="1"/>
          <p:nvPr/>
        </p:nvSpPr>
        <p:spPr>
          <a:xfrm>
            <a:off x="4716016" y="4257614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Nu weet je dat het kortste pad van A naar F lengte 9 heeft.</a:t>
            </a:r>
          </a:p>
          <a:p>
            <a:endParaRPr lang="nl-NL" dirty="0"/>
          </a:p>
          <a:p>
            <a:r>
              <a:rPr lang="nl-NL" dirty="0" smtClean="0"/>
              <a:t>Weet je nu ook de kortste route?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5317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/>
          </p:cNvSpPr>
          <p:nvPr>
            <p:ph type="sldNum" sz="quarter" idx="4294967295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xfrm>
            <a:off x="238819" y="214932"/>
            <a:ext cx="8229601" cy="85725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dirty="0" smtClean="0"/>
              <a:t>Pseudocode Kortste Pad algoritme</a:t>
            </a:r>
            <a:endParaRPr dirty="0"/>
          </a:p>
        </p:txBody>
      </p:sp>
      <p:sp>
        <p:nvSpPr>
          <p:cNvPr id="123" name="Shape 123"/>
          <p:cNvSpPr>
            <a:spLocks noGrp="1"/>
          </p:cNvSpPr>
          <p:nvPr>
            <p:ph type="body" idx="1"/>
          </p:nvPr>
        </p:nvSpPr>
        <p:spPr>
          <a:xfrm>
            <a:off x="467544" y="1196752"/>
            <a:ext cx="8229602" cy="32324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sz="2400" dirty="0" smtClean="0"/>
              <a:t>Houd een set S bij met alle </a:t>
            </a:r>
            <a:r>
              <a:rPr lang="nl-NL" sz="2400" dirty="0" err="1" smtClean="0"/>
              <a:t>visited</a:t>
            </a:r>
            <a:r>
              <a:rPr lang="nl-NL" sz="2400" dirty="0" smtClean="0"/>
              <a:t> </a:t>
            </a:r>
            <a:r>
              <a:rPr lang="nl-NL" sz="2400" dirty="0" err="1" smtClean="0"/>
              <a:t>nodes</a:t>
            </a:r>
            <a:endParaRPr lang="nl-NL" sz="2400" dirty="0" smtClean="0"/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sz="2400" dirty="0" smtClean="0"/>
              <a:t>Start:  S = {s} (start node), 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sz="2400" dirty="0"/>
              <a:t>	</a:t>
            </a:r>
            <a:r>
              <a:rPr lang="nl-NL" sz="2400" dirty="0" smtClean="0"/>
              <a:t>  d(s) = 0 (afstand van start node tot s)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sz="2400" dirty="0" smtClean="0"/>
              <a:t>Zolang er nog </a:t>
            </a:r>
            <a:r>
              <a:rPr lang="nl-NL" sz="2400" dirty="0" err="1" smtClean="0"/>
              <a:t>unvisited</a:t>
            </a:r>
            <a:r>
              <a:rPr lang="nl-NL" sz="2400" dirty="0" smtClean="0"/>
              <a:t> </a:t>
            </a:r>
            <a:r>
              <a:rPr lang="nl-NL" sz="2400" dirty="0" err="1" smtClean="0"/>
              <a:t>nodes</a:t>
            </a:r>
            <a:r>
              <a:rPr lang="nl-NL" sz="2400" dirty="0" smtClean="0"/>
              <a:t> zijn: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sz="2400" dirty="0"/>
              <a:t>	</a:t>
            </a:r>
            <a:r>
              <a:rPr lang="nl-NL" sz="2400" dirty="0" smtClean="0"/>
              <a:t>Kies de knoop x met de kortste afstand tot S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sz="2400" dirty="0" smtClean="0"/>
              <a:t>	Voeg x toe aan S en onthoud d(x)</a:t>
            </a:r>
          </a:p>
        </p:txBody>
      </p:sp>
    </p:spTree>
    <p:extLst>
      <p:ext uri="{BB962C8B-B14F-4D97-AF65-F5344CB8AC3E}">
        <p14:creationId xmlns:p14="http://schemas.microsoft.com/office/powerpoint/2010/main" val="37300680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0C00B4-5606-44C7-A13B-8890D403045A}"/>
</file>

<file path=customXml/itemProps2.xml><?xml version="1.0" encoding="utf-8"?>
<ds:datastoreItem xmlns:ds="http://schemas.openxmlformats.org/officeDocument/2006/customXml" ds:itemID="{BB31C44C-BA30-4D59-BC6B-3EE7BDD0A740}"/>
</file>

<file path=customXml/itemProps3.xml><?xml version="1.0" encoding="utf-8"?>
<ds:datastoreItem xmlns:ds="http://schemas.openxmlformats.org/officeDocument/2006/customXml" ds:itemID="{18ECB9D6-9ECB-4D99-BDAB-1388E61BD3C7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2518</TotalTime>
  <Words>394</Words>
  <Application>Microsoft Office PowerPoint</Application>
  <PresentationFormat>Diavoorstelling (4:3)</PresentationFormat>
  <Paragraphs>205</Paragraphs>
  <Slides>13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4" baseType="lpstr">
      <vt:lpstr>Hashtables on ELO</vt:lpstr>
      <vt:lpstr>PowerPoint-presentatie</vt:lpstr>
      <vt:lpstr>Doelen voor vandaag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Pseudocode Kortste Pad algoritme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Charlotte Ipema</cp:lastModifiedBy>
  <cp:revision>87</cp:revision>
  <dcterms:created xsi:type="dcterms:W3CDTF">2013-08-26T08:11:19Z</dcterms:created>
  <dcterms:modified xsi:type="dcterms:W3CDTF">2018-03-20T11:46:25Z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Order">
    <vt:r8>1700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