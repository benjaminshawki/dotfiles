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76" r:id="rId2"/>
    <p:sldId id="283" r:id="rId3"/>
    <p:sldId id="282" r:id="rId4"/>
    <p:sldId id="268" r:id="rId5"/>
    <p:sldId id="284" r:id="rId6"/>
    <p:sldId id="285" r:id="rId7"/>
    <p:sldId id="286" r:id="rId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205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37389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/>
              <a:t>  </a:t>
            </a:r>
            <a:endParaRPr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err="1" smtClean="0"/>
              <a:t>Quicksort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32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err="1" smtClean="0"/>
              <a:t>Quicksort</a:t>
            </a:r>
            <a:r>
              <a:rPr lang="nl-NL" sz="2700" dirty="0" smtClean="0"/>
              <a:t> is een stuk sneller dan oudere sorteer algoritmen, vandaar de naam.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Werkt in de praktijk erg snel, maar dat kan misgaan. De keuze van je pivot is erg belangrijk!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Worst-case complexiteit is O(n</a:t>
            </a:r>
            <a:r>
              <a:rPr lang="nl-NL" sz="2700" baseline="30000" dirty="0" smtClean="0"/>
              <a:t>2</a:t>
            </a:r>
            <a:r>
              <a:rPr lang="nl-NL" sz="27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Gemiddelde tijd is </a:t>
            </a:r>
            <a:r>
              <a:rPr lang="nl-NL" sz="2700" i="1" dirty="0" smtClean="0"/>
              <a:t>n log (n)</a:t>
            </a:r>
            <a:endParaRPr sz="2700" i="1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Quicksort</a:t>
            </a:r>
            <a:r>
              <a:rPr lang="nl-NL" dirty="0" smtClean="0"/>
              <a:t> achtergrond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297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Splits je lijst op een pivot: links alles wat kleiner is, rechts alles wat groter is. Dan sorteer je het linker- en rechterdeel recursief.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Is recursief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Ondanks de naam: niet altijd snel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Hoe werkt het?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408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533525"/>
            <a:ext cx="8229601" cy="32321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</a:lvl1pPr>
          </a:lstStyle>
          <a:p>
            <a:r>
              <a:rPr lang="nl-NL" dirty="0" smtClean="0"/>
              <a:t>Bij </a:t>
            </a:r>
            <a:r>
              <a:rPr lang="nl-NL" dirty="0" err="1" smtClean="0"/>
              <a:t>quicksort</a:t>
            </a:r>
            <a:r>
              <a:rPr lang="nl-NL" dirty="0" smtClean="0"/>
              <a:t> gebruik je een </a:t>
            </a:r>
            <a:r>
              <a:rPr lang="nl-NL" i="1" dirty="0" smtClean="0"/>
              <a:t>pivot</a:t>
            </a:r>
            <a:r>
              <a:rPr lang="nl-NL" dirty="0" smtClean="0"/>
              <a:t>:</a:t>
            </a:r>
            <a:endParaRPr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Pivot tijdens het sorteren</a:t>
            </a:r>
            <a:endParaRPr dirty="0"/>
          </a:p>
        </p:txBody>
      </p:sp>
      <p:pic>
        <p:nvPicPr>
          <p:cNvPr id="1026" name="Picture 2" descr="Afbeeldingsresultaat voor algorithms sedgewick quicksort partitio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693" y="2381379"/>
            <a:ext cx="3922156" cy="293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533525"/>
            <a:ext cx="8229601" cy="323215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>
              <a:buSzTx/>
              <a:buNone/>
            </a:lvl1pPr>
          </a:lstStyle>
          <a:p>
            <a:pPr marL="514350" indent="-514350">
              <a:buFont typeface="+mj-lt"/>
              <a:buAutoNum type="arabicPeriod"/>
            </a:pPr>
            <a:r>
              <a:rPr lang="nl-NL" dirty="0" smtClean="0"/>
              <a:t>Kies een pivot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smtClean="0"/>
              <a:t>Splits je lijst in 2 lijsten:</a:t>
            </a:r>
            <a:br>
              <a:rPr lang="nl-NL" dirty="0" smtClean="0"/>
            </a:br>
            <a:r>
              <a:rPr lang="nl-NL" dirty="0" smtClean="0"/>
              <a:t>   &lt;kleiner&gt; en &lt;groter&gt;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smtClean="0"/>
              <a:t>Sorteer deze lijsten recursief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smtClean="0"/>
              <a:t>Bouw je array weer op:</a:t>
            </a:r>
            <a:r>
              <a:rPr lang="nl-NL" dirty="0"/>
              <a:t/>
            </a:r>
            <a:br>
              <a:rPr lang="nl-NL" dirty="0"/>
            </a:br>
            <a:r>
              <a:rPr lang="nl-NL" dirty="0" smtClean="0"/>
              <a:t>   &lt;kleiner&gt; &lt;pivot&gt; &lt;groter&gt;</a:t>
            </a:r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Algoritme </a:t>
            </a:r>
            <a:r>
              <a:rPr lang="nl-NL" dirty="0" smtClean="0"/>
              <a:t>stappen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776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533525"/>
            <a:ext cx="8229601" cy="32321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</a:lvl1pPr>
          </a:lstStyle>
          <a:p>
            <a:r>
              <a:rPr lang="en-US" sz="2000" dirty="0" smtClean="0"/>
              <a:t>Quicksort(array A, </a:t>
            </a:r>
            <a:r>
              <a:rPr lang="en-US" sz="2000" dirty="0" err="1" smtClean="0"/>
              <a:t>int</a:t>
            </a:r>
            <a:r>
              <a:rPr lang="en-US" sz="2000" dirty="0" smtClean="0"/>
              <a:t> low, </a:t>
            </a:r>
            <a:r>
              <a:rPr lang="en-US" sz="2000" dirty="0" err="1" smtClean="0"/>
              <a:t>int</a:t>
            </a:r>
            <a:r>
              <a:rPr lang="en-US" sz="2000" dirty="0" smtClean="0"/>
              <a:t> high){</a:t>
            </a:r>
          </a:p>
          <a:p>
            <a:r>
              <a:rPr lang="en-US" sz="2000" dirty="0" smtClean="0"/>
              <a:t>if </a:t>
            </a:r>
            <a:r>
              <a:rPr lang="en-US" sz="2000" dirty="0"/>
              <a:t>(low &lt; high){ </a:t>
            </a:r>
            <a:endParaRPr lang="en-US" sz="2000" dirty="0" smtClean="0"/>
          </a:p>
          <a:p>
            <a:r>
              <a:rPr lang="en-US" sz="2000" dirty="0" smtClean="0"/>
              <a:t>      </a:t>
            </a:r>
            <a:r>
              <a:rPr lang="en-US" sz="2000" dirty="0" err="1" smtClean="0"/>
              <a:t>pivot_location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Partition(</a:t>
            </a:r>
            <a:r>
              <a:rPr lang="en-US" sz="2000" dirty="0" err="1" smtClean="0"/>
              <a:t>A,low,high</a:t>
            </a:r>
            <a:r>
              <a:rPr lang="en-US" sz="2000" dirty="0" smtClean="0"/>
              <a:t>)    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Quicksort(</a:t>
            </a:r>
            <a:r>
              <a:rPr lang="en-US" sz="2000" dirty="0" err="1" smtClean="0"/>
              <a:t>A,low</a:t>
            </a:r>
            <a:r>
              <a:rPr lang="en-US" sz="2000" dirty="0"/>
              <a:t>, </a:t>
            </a:r>
            <a:r>
              <a:rPr lang="en-US" sz="2000" dirty="0" err="1"/>
              <a:t>pivot_location</a:t>
            </a:r>
            <a:r>
              <a:rPr lang="en-US" sz="2000" dirty="0"/>
              <a:t>)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lang="en-US" sz="2000" dirty="0"/>
              <a:t> </a:t>
            </a:r>
            <a:r>
              <a:rPr lang="en-US" sz="2000" dirty="0" smtClean="0"/>
              <a:t>  Quicksort(A</a:t>
            </a:r>
            <a:r>
              <a:rPr lang="en-US" sz="2000" dirty="0"/>
              <a:t>, </a:t>
            </a:r>
            <a:r>
              <a:rPr lang="en-US" sz="2000" dirty="0" err="1"/>
              <a:t>pivot_location</a:t>
            </a:r>
            <a:r>
              <a:rPr lang="en-US" sz="2000" dirty="0"/>
              <a:t> + 1, high)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} </a:t>
            </a:r>
          </a:p>
          <a:p>
            <a:r>
              <a:rPr lang="en-US" sz="2000" dirty="0" smtClean="0"/>
              <a:t>}</a:t>
            </a:r>
            <a:endParaRPr lang="nl-NL" sz="2000" dirty="0" smtClean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Pseudocode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030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166814"/>
            <a:ext cx="8229601" cy="47005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r>
              <a:rPr lang="en-US" sz="2000" dirty="0" smtClean="0"/>
              <a:t>Partition(array A, </a:t>
            </a:r>
            <a:r>
              <a:rPr lang="en-US" sz="2000" dirty="0" err="1" smtClean="0"/>
              <a:t>int</a:t>
            </a:r>
            <a:r>
              <a:rPr lang="en-US" sz="2000" dirty="0" smtClean="0"/>
              <a:t> low, </a:t>
            </a:r>
            <a:r>
              <a:rPr lang="en-US" sz="2000" dirty="0" err="1" smtClean="0"/>
              <a:t>int</a:t>
            </a:r>
            <a:r>
              <a:rPr lang="en-US" sz="2000" dirty="0" smtClean="0"/>
              <a:t> high){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pivot </a:t>
            </a:r>
            <a:r>
              <a:rPr lang="en-US" sz="2000" dirty="0"/>
              <a:t>= </a:t>
            </a:r>
            <a:r>
              <a:rPr lang="en-US" sz="2000" dirty="0" smtClean="0"/>
              <a:t>A[high] </a:t>
            </a:r>
          </a:p>
          <a:p>
            <a:r>
              <a:rPr lang="en-US" sz="2000" dirty="0" smtClean="0"/>
              <a:t>   </a:t>
            </a:r>
            <a:r>
              <a:rPr lang="en-US" sz="2000" dirty="0" err="1" smtClean="0"/>
              <a:t>leftwall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low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for </a:t>
            </a:r>
            <a:r>
              <a:rPr lang="en-US" sz="2000" dirty="0" err="1" smtClean="0"/>
              <a:t>i</a:t>
            </a:r>
            <a:r>
              <a:rPr lang="en-US" sz="2000" dirty="0" smtClean="0"/>
              <a:t> in (low … (high–1) ){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if </a:t>
            </a:r>
            <a:r>
              <a:rPr lang="en-US" sz="2000" dirty="0"/>
              <a:t>(A[</a:t>
            </a:r>
            <a:r>
              <a:rPr lang="en-US" sz="2000" dirty="0" err="1"/>
              <a:t>i</a:t>
            </a:r>
            <a:r>
              <a:rPr lang="en-US" sz="2000" dirty="0"/>
              <a:t>] &lt; pivot) then{ </a:t>
            </a:r>
            <a:endParaRPr lang="en-US" sz="2000" dirty="0" smtClean="0"/>
          </a:p>
          <a:p>
            <a:r>
              <a:rPr lang="en-US" sz="2000" dirty="0" smtClean="0"/>
              <a:t>         swap(A[</a:t>
            </a:r>
            <a:r>
              <a:rPr lang="en-US" sz="2000" dirty="0" err="1" smtClean="0"/>
              <a:t>i</a:t>
            </a:r>
            <a:r>
              <a:rPr lang="en-US" sz="2000" dirty="0"/>
              <a:t>], </a:t>
            </a:r>
            <a:r>
              <a:rPr lang="en-US" sz="2000" dirty="0" smtClean="0"/>
              <a:t>A[leftwall+1</a:t>
            </a:r>
            <a:r>
              <a:rPr lang="en-US" sz="2000" dirty="0"/>
              <a:t>]) </a:t>
            </a:r>
            <a:endParaRPr lang="en-US" sz="2000" dirty="0" smtClean="0"/>
          </a:p>
          <a:p>
            <a:r>
              <a:rPr lang="en-US" sz="2000" dirty="0" smtClean="0"/>
              <a:t>         </a:t>
            </a:r>
            <a:r>
              <a:rPr lang="en-US" sz="2000" dirty="0" err="1" smtClean="0"/>
              <a:t>leftwall</a:t>
            </a:r>
            <a:r>
              <a:rPr lang="en-US" sz="2000" dirty="0" smtClean="0"/>
              <a:t>++</a:t>
            </a:r>
          </a:p>
          <a:p>
            <a:r>
              <a:rPr lang="en-US" sz="2000" dirty="0" smtClean="0"/>
              <a:t>      }</a:t>
            </a:r>
          </a:p>
          <a:p>
            <a:r>
              <a:rPr lang="en-US" sz="2000" dirty="0" smtClean="0"/>
              <a:t>   </a:t>
            </a:r>
            <a:r>
              <a:rPr lang="en-US" sz="2000" dirty="0"/>
              <a:t>} </a:t>
            </a:r>
            <a:endParaRPr lang="en-US" sz="2000" dirty="0" smtClean="0"/>
          </a:p>
          <a:p>
            <a:r>
              <a:rPr lang="en-US" sz="2000" dirty="0" smtClean="0"/>
              <a:t>  swap(</a:t>
            </a:r>
            <a:r>
              <a:rPr lang="en-US" sz="2000" dirty="0" err="1" smtClean="0"/>
              <a:t>pivot,A</a:t>
            </a:r>
            <a:r>
              <a:rPr lang="en-US" sz="2000" dirty="0" smtClean="0"/>
              <a:t>[leftwall+1])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return </a:t>
            </a:r>
            <a:r>
              <a:rPr lang="en-US" sz="2000" dirty="0"/>
              <a:t>(</a:t>
            </a:r>
            <a:r>
              <a:rPr lang="en-US" sz="2000" dirty="0" err="1"/>
              <a:t>leftwall</a:t>
            </a:r>
            <a:r>
              <a:rPr lang="en-US" sz="2000" smtClean="0"/>
              <a:t>)</a:t>
            </a:r>
            <a:endParaRPr lang="en-US" sz="2000" dirty="0" smtClean="0"/>
          </a:p>
          <a:p>
            <a:r>
              <a:rPr lang="nl-NL" sz="2000" dirty="0" smtClean="0"/>
              <a:t>}</a:t>
            </a:r>
            <a:endParaRPr lang="nl-NL" sz="2000" dirty="0" smtClean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Pseudocode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906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D347D9-E565-4CDF-A1EF-72EA4224BA3C}"/>
</file>

<file path=customXml/itemProps2.xml><?xml version="1.0" encoding="utf-8"?>
<ds:datastoreItem xmlns:ds="http://schemas.openxmlformats.org/officeDocument/2006/customXml" ds:itemID="{DD2BA5E8-724A-4B99-BACC-923F8E376D2A}"/>
</file>

<file path=customXml/itemProps3.xml><?xml version="1.0" encoding="utf-8"?>
<ds:datastoreItem xmlns:ds="http://schemas.openxmlformats.org/officeDocument/2006/customXml" ds:itemID="{CCCB2271-E0CD-458E-996E-6B5E49DC1BC6}"/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225</Words>
  <Application>Microsoft Office PowerPoint</Application>
  <PresentationFormat>Diavoorstelling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8" baseType="lpstr">
      <vt:lpstr>Hashtables on ELO</vt:lpstr>
      <vt:lpstr>Algoritmen &amp; Datastructuren</vt:lpstr>
      <vt:lpstr>Quicksort achtergrond</vt:lpstr>
      <vt:lpstr>Hoe werkt het?</vt:lpstr>
      <vt:lpstr>Pivot tijdens het sorteren</vt:lpstr>
      <vt:lpstr>Algoritme stappen</vt:lpstr>
      <vt:lpstr>Pseudocode</vt:lpstr>
      <vt:lpstr>Pseudocode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116</cp:revision>
  <dcterms:modified xsi:type="dcterms:W3CDTF">2018-01-31T10:45:21Z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