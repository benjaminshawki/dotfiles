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</p:sldMasterIdLst>
  <p:notesMasterIdLst>
    <p:notesMasterId r:id="rId11"/>
  </p:notesMasterIdLst>
  <p:handoutMasterIdLst>
    <p:handoutMasterId r:id="rId12"/>
  </p:handoutMasterIdLst>
  <p:sldIdLst>
    <p:sldId id="347" r:id="rId3"/>
    <p:sldId id="337" r:id="rId4"/>
    <p:sldId id="349" r:id="rId5"/>
    <p:sldId id="356" r:id="rId6"/>
    <p:sldId id="354" r:id="rId7"/>
    <p:sldId id="357" r:id="rId8"/>
    <p:sldId id="352" r:id="rId9"/>
    <p:sldId id="358" r:id="rId10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6AD17-8D3B-49F7-AC1A-41B7735048FB}" v="1809" dt="2018-09-11T12:27:58.638"/>
    <p1510:client id="{BBB68148-5B3B-4649-9A95-B2EAD73C838D}" v="627" dt="2018-09-11T13:17:18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2" autoAdjust="0"/>
    <p:restoredTop sz="94633" autoAdjust="0"/>
  </p:normalViewPr>
  <p:slideViewPr>
    <p:cSldViewPr>
      <p:cViewPr varScale="1">
        <p:scale>
          <a:sx n="113" d="100"/>
          <a:sy n="113" d="100"/>
        </p:scale>
        <p:origin x="16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4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25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otte Ipema" userId="32a34b08-cf38-4e41-8d40-0b24ea8eb9fc" providerId="ADAL" clId="{BBB68148-5B3B-4649-9A95-B2EAD73C838D}"/>
    <pc:docChg chg="custSel addSld delSld modSld sldOrd">
      <pc:chgData name="Charlotte Ipema" userId="32a34b08-cf38-4e41-8d40-0b24ea8eb9fc" providerId="ADAL" clId="{BBB68148-5B3B-4649-9A95-B2EAD73C838D}" dt="2018-09-11T13:17:18.496" v="625" actId="20577"/>
      <pc:docMkLst>
        <pc:docMk/>
      </pc:docMkLst>
      <pc:sldChg chg="modSp">
        <pc:chgData name="Charlotte Ipema" userId="32a34b08-cf38-4e41-8d40-0b24ea8eb9fc" providerId="ADAL" clId="{BBB68148-5B3B-4649-9A95-B2EAD73C838D}" dt="2018-09-11T13:14:13.903" v="624" actId="20577"/>
        <pc:sldMkLst>
          <pc:docMk/>
          <pc:sldMk cId="2837152762" sldId="349"/>
        </pc:sldMkLst>
        <pc:spChg chg="mod">
          <ac:chgData name="Charlotte Ipema" userId="32a34b08-cf38-4e41-8d40-0b24ea8eb9fc" providerId="ADAL" clId="{BBB68148-5B3B-4649-9A95-B2EAD73C838D}" dt="2018-09-11T13:14:13.903" v="624" actId="20577"/>
          <ac:spMkLst>
            <pc:docMk/>
            <pc:sldMk cId="2837152762" sldId="349"/>
            <ac:spMk id="87" creationId="{00000000-0000-0000-0000-000000000000}"/>
          </ac:spMkLst>
        </pc:spChg>
      </pc:sldChg>
      <pc:sldChg chg="modSp ord">
        <pc:chgData name="Charlotte Ipema" userId="32a34b08-cf38-4e41-8d40-0b24ea8eb9fc" providerId="ADAL" clId="{BBB68148-5B3B-4649-9A95-B2EAD73C838D}" dt="2018-09-11T13:06:45.090" v="500"/>
        <pc:sldMkLst>
          <pc:docMk/>
          <pc:sldMk cId="2177033048" sldId="352"/>
        </pc:sldMkLst>
        <pc:spChg chg="mod">
          <ac:chgData name="Charlotte Ipema" userId="32a34b08-cf38-4e41-8d40-0b24ea8eb9fc" providerId="ADAL" clId="{BBB68148-5B3B-4649-9A95-B2EAD73C838D}" dt="2018-09-11T12:36:12.841" v="163" actId="20577"/>
          <ac:spMkLst>
            <pc:docMk/>
            <pc:sldMk cId="2177033048" sldId="352"/>
            <ac:spMk id="87" creationId="{00000000-0000-0000-0000-000000000000}"/>
          </ac:spMkLst>
        </pc:spChg>
        <pc:spChg chg="mod">
          <ac:chgData name="Charlotte Ipema" userId="32a34b08-cf38-4e41-8d40-0b24ea8eb9fc" providerId="ADAL" clId="{BBB68148-5B3B-4649-9A95-B2EAD73C838D}" dt="2018-09-11T12:35:32.528" v="41" actId="20577"/>
          <ac:spMkLst>
            <pc:docMk/>
            <pc:sldMk cId="2177033048" sldId="352"/>
            <ac:spMk id="88" creationId="{00000000-0000-0000-0000-000000000000}"/>
          </ac:spMkLst>
        </pc:spChg>
      </pc:sldChg>
      <pc:sldChg chg="addSp delSp modSp">
        <pc:chgData name="Charlotte Ipema" userId="32a34b08-cf38-4e41-8d40-0b24ea8eb9fc" providerId="ADAL" clId="{BBB68148-5B3B-4649-9A95-B2EAD73C838D}" dt="2018-09-11T12:53:38.386" v="215" actId="478"/>
        <pc:sldMkLst>
          <pc:docMk/>
          <pc:sldMk cId="3994467368" sldId="354"/>
        </pc:sldMkLst>
        <pc:spChg chg="mod">
          <ac:chgData name="Charlotte Ipema" userId="32a34b08-cf38-4e41-8d40-0b24ea8eb9fc" providerId="ADAL" clId="{BBB68148-5B3B-4649-9A95-B2EAD73C838D}" dt="2018-09-11T12:53:21.574" v="213" actId="20577"/>
          <ac:spMkLst>
            <pc:docMk/>
            <pc:sldMk cId="3994467368" sldId="354"/>
            <ac:spMk id="87" creationId="{00000000-0000-0000-0000-000000000000}"/>
          </ac:spMkLst>
        </pc:spChg>
        <pc:spChg chg="mod">
          <ac:chgData name="Charlotte Ipema" userId="32a34b08-cf38-4e41-8d40-0b24ea8eb9fc" providerId="ADAL" clId="{BBB68148-5B3B-4649-9A95-B2EAD73C838D}" dt="2018-09-11T12:35:02.920" v="13" actId="20577"/>
          <ac:spMkLst>
            <pc:docMk/>
            <pc:sldMk cId="3994467368" sldId="354"/>
            <ac:spMk id="88" creationId="{00000000-0000-0000-0000-000000000000}"/>
          </ac:spMkLst>
        </pc:spChg>
        <pc:picChg chg="add del">
          <ac:chgData name="Charlotte Ipema" userId="32a34b08-cf38-4e41-8d40-0b24ea8eb9fc" providerId="ADAL" clId="{BBB68148-5B3B-4649-9A95-B2EAD73C838D}" dt="2018-09-11T12:53:38.386" v="215" actId="478"/>
          <ac:picMkLst>
            <pc:docMk/>
            <pc:sldMk cId="3994467368" sldId="354"/>
            <ac:picMk id="2" creationId="{0232B491-44B8-4A58-B30E-77AE8B8470A6}"/>
          </ac:picMkLst>
        </pc:picChg>
      </pc:sldChg>
      <pc:sldChg chg="modSp">
        <pc:chgData name="Charlotte Ipema" userId="32a34b08-cf38-4e41-8d40-0b24ea8eb9fc" providerId="ADAL" clId="{BBB68148-5B3B-4649-9A95-B2EAD73C838D}" dt="2018-09-11T12:35:12.543" v="26" actId="20577"/>
        <pc:sldMkLst>
          <pc:docMk/>
          <pc:sldMk cId="292169120" sldId="356"/>
        </pc:sldMkLst>
        <pc:spChg chg="mod">
          <ac:chgData name="Charlotte Ipema" userId="32a34b08-cf38-4e41-8d40-0b24ea8eb9fc" providerId="ADAL" clId="{BBB68148-5B3B-4649-9A95-B2EAD73C838D}" dt="2018-09-11T12:35:12.543" v="26" actId="20577"/>
          <ac:spMkLst>
            <pc:docMk/>
            <pc:sldMk cId="292169120" sldId="356"/>
            <ac:spMk id="88" creationId="{00000000-0000-0000-0000-000000000000}"/>
          </ac:spMkLst>
        </pc:spChg>
      </pc:sldChg>
      <pc:sldChg chg="modSp">
        <pc:chgData name="Charlotte Ipema" userId="32a34b08-cf38-4e41-8d40-0b24ea8eb9fc" providerId="ADAL" clId="{BBB68148-5B3B-4649-9A95-B2EAD73C838D}" dt="2018-09-11T13:07:23.736" v="593" actId="6549"/>
        <pc:sldMkLst>
          <pc:docMk/>
          <pc:sldMk cId="623448364" sldId="357"/>
        </pc:sldMkLst>
        <pc:spChg chg="mod">
          <ac:chgData name="Charlotte Ipema" userId="32a34b08-cf38-4e41-8d40-0b24ea8eb9fc" providerId="ADAL" clId="{BBB68148-5B3B-4649-9A95-B2EAD73C838D}" dt="2018-09-11T13:07:23.736" v="593" actId="6549"/>
          <ac:spMkLst>
            <pc:docMk/>
            <pc:sldMk cId="623448364" sldId="357"/>
            <ac:spMk id="87" creationId="{00000000-0000-0000-0000-000000000000}"/>
          </ac:spMkLst>
        </pc:spChg>
      </pc:sldChg>
      <pc:sldChg chg="modSp add ord">
        <pc:chgData name="Charlotte Ipema" userId="32a34b08-cf38-4e41-8d40-0b24ea8eb9fc" providerId="ADAL" clId="{BBB68148-5B3B-4649-9A95-B2EAD73C838D}" dt="2018-09-11T13:17:18.496" v="625" actId="20577"/>
        <pc:sldMkLst>
          <pc:docMk/>
          <pc:sldMk cId="2840662355" sldId="358"/>
        </pc:sldMkLst>
        <pc:spChg chg="mod">
          <ac:chgData name="Charlotte Ipema" userId="32a34b08-cf38-4e41-8d40-0b24ea8eb9fc" providerId="ADAL" clId="{BBB68148-5B3B-4649-9A95-B2EAD73C838D}" dt="2018-09-11T13:17:18.496" v="625" actId="20577"/>
          <ac:spMkLst>
            <pc:docMk/>
            <pc:sldMk cId="2840662355" sldId="358"/>
            <ac:spMk id="87" creationId="{00000000-0000-0000-0000-000000000000}"/>
          </ac:spMkLst>
        </pc:spChg>
        <pc:spChg chg="mod">
          <ac:chgData name="Charlotte Ipema" userId="32a34b08-cf38-4e41-8d40-0b24ea8eb9fc" providerId="ADAL" clId="{BBB68148-5B3B-4649-9A95-B2EAD73C838D}" dt="2018-09-11T12:53:46.456" v="219" actId="20577"/>
          <ac:spMkLst>
            <pc:docMk/>
            <pc:sldMk cId="2840662355" sldId="358"/>
            <ac:spMk id="88" creationId="{00000000-0000-0000-0000-000000000000}"/>
          </ac:spMkLst>
        </pc:spChg>
      </pc:sldChg>
      <pc:sldChg chg="add del">
        <pc:chgData name="Charlotte Ipema" userId="32a34b08-cf38-4e41-8d40-0b24ea8eb9fc" providerId="ADAL" clId="{BBB68148-5B3B-4649-9A95-B2EAD73C838D}" dt="2018-09-11T12:54:23.746" v="243"/>
        <pc:sldMkLst>
          <pc:docMk/>
          <pc:sldMk cId="3958625164" sldId="359"/>
        </pc:sldMkLst>
      </pc:sldChg>
    </pc:docChg>
  </pc:docChgLst>
  <pc:docChgLst>
    <pc:chgData name="Charlotte Ipema" userId="32a34b08-cf38-4e41-8d40-0b24ea8eb9fc" providerId="ADAL" clId="{1466AD17-8D3B-49F7-AC1A-41B7735048FB}"/>
    <pc:docChg chg="undo custSel addSld delSld modSld sldOrd modMainMaster">
      <pc:chgData name="Charlotte Ipema" userId="32a34b08-cf38-4e41-8d40-0b24ea8eb9fc" providerId="ADAL" clId="{1466AD17-8D3B-49F7-AC1A-41B7735048FB}" dt="2018-09-11T12:27:58.638" v="1805" actId="255"/>
      <pc:docMkLst>
        <pc:docMk/>
      </pc:docMkLst>
      <pc:sldChg chg="modSp del">
        <pc:chgData name="Charlotte Ipema" userId="32a34b08-cf38-4e41-8d40-0b24ea8eb9fc" providerId="ADAL" clId="{1466AD17-8D3B-49F7-AC1A-41B7735048FB}" dt="2018-09-11T11:26:50.353" v="253" actId="2696"/>
        <pc:sldMkLst>
          <pc:docMk/>
          <pc:sldMk cId="803123728" sldId="329"/>
        </pc:sld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803123728" sldId="329"/>
            <ac:spMk id="8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803123728" sldId="329"/>
            <ac:spMk id="86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803123728" sldId="329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803123728" sldId="329"/>
            <ac:spMk id="88" creationId="{00000000-0000-0000-0000-000000000000}"/>
          </ac:spMkLst>
        </pc:spChg>
        <pc:picChg chg="mod">
          <ac:chgData name="Charlotte Ipema" userId="32a34b08-cf38-4e41-8d40-0b24ea8eb9fc" providerId="ADAL" clId="{1466AD17-8D3B-49F7-AC1A-41B7735048FB}" dt="2018-09-11T11:08:20.516" v="146"/>
          <ac:picMkLst>
            <pc:docMk/>
            <pc:sldMk cId="803123728" sldId="329"/>
            <ac:picMk id="2050" creationId="{00000000-0000-0000-0000-000000000000}"/>
          </ac:picMkLst>
        </pc:picChg>
        <pc:picChg chg="mod">
          <ac:chgData name="Charlotte Ipema" userId="32a34b08-cf38-4e41-8d40-0b24ea8eb9fc" providerId="ADAL" clId="{1466AD17-8D3B-49F7-AC1A-41B7735048FB}" dt="2018-09-11T11:08:20.516" v="146"/>
          <ac:picMkLst>
            <pc:docMk/>
            <pc:sldMk cId="803123728" sldId="329"/>
            <ac:picMk id="2051" creationId="{00000000-0000-0000-0000-000000000000}"/>
          </ac:picMkLst>
        </pc:picChg>
        <pc:picChg chg="mod">
          <ac:chgData name="Charlotte Ipema" userId="32a34b08-cf38-4e41-8d40-0b24ea8eb9fc" providerId="ADAL" clId="{1466AD17-8D3B-49F7-AC1A-41B7735048FB}" dt="2018-09-11T11:08:20.516" v="146"/>
          <ac:picMkLst>
            <pc:docMk/>
            <pc:sldMk cId="803123728" sldId="329"/>
            <ac:picMk id="2052" creationId="{00000000-0000-0000-0000-000000000000}"/>
          </ac:picMkLst>
        </pc:picChg>
      </pc:sldChg>
      <pc:sldChg chg="modSp del">
        <pc:chgData name="Charlotte Ipema" userId="32a34b08-cf38-4e41-8d40-0b24ea8eb9fc" providerId="ADAL" clId="{1466AD17-8D3B-49F7-AC1A-41B7735048FB}" dt="2018-09-11T11:26:50.368" v="255" actId="2696"/>
        <pc:sldMkLst>
          <pc:docMk/>
          <pc:sldMk cId="3871904058" sldId="330"/>
        </pc:sld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871904058" sldId="330"/>
            <ac:spMk id="8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871904058" sldId="330"/>
            <ac:spMk id="9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871904058" sldId="330"/>
            <ac:spMk id="86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871904058" sldId="330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871904058" sldId="330"/>
            <ac:spMk id="88" creationId="{00000000-0000-0000-0000-000000000000}"/>
          </ac:spMkLst>
        </pc:spChg>
        <pc:picChg chg="mod">
          <ac:chgData name="Charlotte Ipema" userId="32a34b08-cf38-4e41-8d40-0b24ea8eb9fc" providerId="ADAL" clId="{1466AD17-8D3B-49F7-AC1A-41B7735048FB}" dt="2018-09-11T11:08:20.516" v="146"/>
          <ac:picMkLst>
            <pc:docMk/>
            <pc:sldMk cId="3871904058" sldId="330"/>
            <ac:picMk id="2051" creationId="{00000000-0000-0000-0000-000000000000}"/>
          </ac:picMkLst>
        </pc:picChg>
      </pc:sldChg>
      <pc:sldChg chg="modSp del">
        <pc:chgData name="Charlotte Ipema" userId="32a34b08-cf38-4e41-8d40-0b24ea8eb9fc" providerId="ADAL" clId="{1466AD17-8D3B-49F7-AC1A-41B7735048FB}" dt="2018-09-11T11:26:50.368" v="254" actId="2696"/>
        <pc:sldMkLst>
          <pc:docMk/>
          <pc:sldMk cId="4034779662" sldId="336"/>
        </pc:sld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4034779662" sldId="336"/>
            <ac:spMk id="86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4034779662" sldId="336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4034779662" sldId="336"/>
            <ac:spMk id="88" creationId="{00000000-0000-0000-0000-000000000000}"/>
          </ac:spMkLst>
        </pc:spChg>
      </pc:sldChg>
      <pc:sldChg chg="addSp delSp modSp modNotesTx">
        <pc:chgData name="Charlotte Ipema" userId="32a34b08-cf38-4e41-8d40-0b24ea8eb9fc" providerId="ADAL" clId="{1466AD17-8D3B-49F7-AC1A-41B7735048FB}" dt="2018-09-11T12:27:31.649" v="1800" actId="255"/>
        <pc:sldMkLst>
          <pc:docMk/>
          <pc:sldMk cId="1630125544" sldId="337"/>
        </pc:sldMkLst>
        <pc:spChg chg="mod">
          <ac:chgData name="Charlotte Ipema" userId="32a34b08-cf38-4e41-8d40-0b24ea8eb9fc" providerId="ADAL" clId="{1466AD17-8D3B-49F7-AC1A-41B7735048FB}" dt="2018-09-11T12:27:31.649" v="1800" actId="255"/>
          <ac:spMkLst>
            <pc:docMk/>
            <pc:sldMk cId="1630125544" sldId="337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630125544" sldId="337"/>
            <ac:spMk id="88" creationId="{00000000-0000-0000-0000-000000000000}"/>
          </ac:spMkLst>
        </pc:spChg>
        <pc:picChg chg="add del">
          <ac:chgData name="Charlotte Ipema" userId="32a34b08-cf38-4e41-8d40-0b24ea8eb9fc" providerId="ADAL" clId="{1466AD17-8D3B-49F7-AC1A-41B7735048FB}" dt="2018-09-11T12:14:30.309" v="980" actId="478"/>
          <ac:picMkLst>
            <pc:docMk/>
            <pc:sldMk cId="1630125544" sldId="337"/>
            <ac:picMk id="6" creationId="{A9EBB3A2-7A75-4C0D-92A6-75BF0BCCA426}"/>
          </ac:picMkLst>
        </pc:picChg>
        <pc:picChg chg="add">
          <ac:chgData name="Charlotte Ipema" userId="32a34b08-cf38-4e41-8d40-0b24ea8eb9fc" providerId="ADAL" clId="{1466AD17-8D3B-49F7-AC1A-41B7735048FB}" dt="2018-09-11T12:14:31.155" v="981"/>
          <ac:picMkLst>
            <pc:docMk/>
            <pc:sldMk cId="1630125544" sldId="337"/>
            <ac:picMk id="7" creationId="{54BD8CC4-2516-4111-878C-784C99629B4B}"/>
          </ac:picMkLst>
        </pc:picChg>
        <pc:picChg chg="del mod">
          <ac:chgData name="Charlotte Ipema" userId="32a34b08-cf38-4e41-8d40-0b24ea8eb9fc" providerId="ADAL" clId="{1466AD17-8D3B-49F7-AC1A-41B7735048FB}" dt="2018-09-11T11:27:05.288" v="260" actId="478"/>
          <ac:picMkLst>
            <pc:docMk/>
            <pc:sldMk cId="1630125544" sldId="337"/>
            <ac:picMk id="1030" creationId="{00000000-0000-0000-0000-000000000000}"/>
          </ac:picMkLst>
        </pc:picChg>
      </pc:sldChg>
      <pc:sldChg chg="delSp modSp">
        <pc:chgData name="Charlotte Ipema" userId="32a34b08-cf38-4e41-8d40-0b24ea8eb9fc" providerId="ADAL" clId="{1466AD17-8D3B-49F7-AC1A-41B7735048FB}" dt="2018-09-11T11:08:20.516" v="146"/>
        <pc:sldMkLst>
          <pc:docMk/>
          <pc:sldMk cId="1039610816" sldId="347"/>
        </pc:sld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039610816" sldId="347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039610816" sldId="347"/>
            <ac:spMk id="88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039610816" sldId="347"/>
            <ac:spMk id="89" creationId="{00000000-0000-0000-0000-000000000000}"/>
          </ac:spMkLst>
        </pc:spChg>
        <pc:picChg chg="del">
          <ac:chgData name="Charlotte Ipema" userId="32a34b08-cf38-4e41-8d40-0b24ea8eb9fc" providerId="ADAL" clId="{1466AD17-8D3B-49F7-AC1A-41B7735048FB}" dt="2018-09-11T11:05:47.211" v="39" actId="478"/>
          <ac:picMkLst>
            <pc:docMk/>
            <pc:sldMk cId="1039610816" sldId="347"/>
            <ac:picMk id="7" creationId="{00000000-0000-0000-0000-000000000000}"/>
          </ac:picMkLst>
        </pc:picChg>
      </pc:sldChg>
      <pc:sldChg chg="modSp del">
        <pc:chgData name="Charlotte Ipema" userId="32a34b08-cf38-4e41-8d40-0b24ea8eb9fc" providerId="ADAL" clId="{1466AD17-8D3B-49F7-AC1A-41B7735048FB}" dt="2018-09-11T11:26:50.384" v="257" actId="2696"/>
        <pc:sldMkLst>
          <pc:docMk/>
          <pc:sldMk cId="1164917615" sldId="348"/>
        </pc:sld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164917615" sldId="348"/>
            <ac:spMk id="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164917615" sldId="348"/>
            <ac:spMk id="86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164917615" sldId="348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164917615" sldId="348"/>
            <ac:spMk id="88" creationId="{00000000-0000-0000-0000-000000000000}"/>
          </ac:spMkLst>
        </pc:spChg>
        <pc:picChg chg="mod">
          <ac:chgData name="Charlotte Ipema" userId="32a34b08-cf38-4e41-8d40-0b24ea8eb9fc" providerId="ADAL" clId="{1466AD17-8D3B-49F7-AC1A-41B7735048FB}" dt="2018-09-11T11:08:20.516" v="146"/>
          <ac:picMkLst>
            <pc:docMk/>
            <pc:sldMk cId="1164917615" sldId="348"/>
            <ac:picMk id="5121" creationId="{00000000-0000-0000-0000-000000000000}"/>
          </ac:picMkLst>
        </pc:picChg>
      </pc:sldChg>
      <pc:sldChg chg="addSp delSp modSp">
        <pc:chgData name="Charlotte Ipema" userId="32a34b08-cf38-4e41-8d40-0b24ea8eb9fc" providerId="ADAL" clId="{1466AD17-8D3B-49F7-AC1A-41B7735048FB}" dt="2018-09-11T12:27:37.950" v="1801" actId="255"/>
        <pc:sldMkLst>
          <pc:docMk/>
          <pc:sldMk cId="2837152762" sldId="349"/>
        </pc:sldMkLst>
        <pc:spChg chg="mod">
          <ac:chgData name="Charlotte Ipema" userId="32a34b08-cf38-4e41-8d40-0b24ea8eb9fc" providerId="ADAL" clId="{1466AD17-8D3B-49F7-AC1A-41B7735048FB}" dt="2018-09-11T12:27:37.950" v="1801" actId="255"/>
          <ac:spMkLst>
            <pc:docMk/>
            <pc:sldMk cId="2837152762" sldId="349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29:17.055" v="421" actId="20577"/>
          <ac:spMkLst>
            <pc:docMk/>
            <pc:sldMk cId="2837152762" sldId="349"/>
            <ac:spMk id="88" creationId="{00000000-0000-0000-0000-000000000000}"/>
          </ac:spMkLst>
        </pc:spChg>
        <pc:picChg chg="add del mod">
          <ac:chgData name="Charlotte Ipema" userId="32a34b08-cf38-4e41-8d40-0b24ea8eb9fc" providerId="ADAL" clId="{1466AD17-8D3B-49F7-AC1A-41B7735048FB}" dt="2018-09-11T11:26:06.636" v="226" actId="478"/>
          <ac:picMkLst>
            <pc:docMk/>
            <pc:sldMk cId="2837152762" sldId="349"/>
            <ac:picMk id="2" creationId="{8B2BC467-1D79-48BB-80EC-E5FBF9EC1426}"/>
          </ac:picMkLst>
        </pc:picChg>
        <pc:picChg chg="add del mod">
          <ac:chgData name="Charlotte Ipema" userId="32a34b08-cf38-4e41-8d40-0b24ea8eb9fc" providerId="ADAL" clId="{1466AD17-8D3B-49F7-AC1A-41B7735048FB}" dt="2018-09-11T12:14:27.543" v="978" actId="478"/>
          <ac:picMkLst>
            <pc:docMk/>
            <pc:sldMk cId="2837152762" sldId="349"/>
            <ac:picMk id="3" creationId="{5696DE9D-F6DC-4148-A740-A321E654BEAD}"/>
          </ac:picMkLst>
        </pc:picChg>
        <pc:picChg chg="add">
          <ac:chgData name="Charlotte Ipema" userId="32a34b08-cf38-4e41-8d40-0b24ea8eb9fc" providerId="ADAL" clId="{1466AD17-8D3B-49F7-AC1A-41B7735048FB}" dt="2018-09-11T12:14:28.482" v="979"/>
          <ac:picMkLst>
            <pc:docMk/>
            <pc:sldMk cId="2837152762" sldId="349"/>
            <ac:picMk id="8" creationId="{1D1570D3-D13A-463F-99F3-37DE8A2B23BD}"/>
          </ac:picMkLst>
        </pc:picChg>
        <pc:picChg chg="del mod">
          <ac:chgData name="Charlotte Ipema" userId="32a34b08-cf38-4e41-8d40-0b24ea8eb9fc" providerId="ADAL" clId="{1466AD17-8D3B-49F7-AC1A-41B7735048FB}" dt="2018-09-11T11:21:34.511" v="223" actId="478"/>
          <ac:picMkLst>
            <pc:docMk/>
            <pc:sldMk cId="2837152762" sldId="349"/>
            <ac:picMk id="2050" creationId="{00000000-0000-0000-0000-000000000000}"/>
          </ac:picMkLst>
        </pc:picChg>
      </pc:sldChg>
      <pc:sldChg chg="modSp del">
        <pc:chgData name="Charlotte Ipema" userId="32a34b08-cf38-4e41-8d40-0b24ea8eb9fc" providerId="ADAL" clId="{1466AD17-8D3B-49F7-AC1A-41B7735048FB}" dt="2018-09-11T11:26:50.400" v="258" actId="2696"/>
        <pc:sldMkLst>
          <pc:docMk/>
          <pc:sldMk cId="1979896269" sldId="350"/>
        </pc:sld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979896269" sldId="350"/>
            <ac:spMk id="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979896269" sldId="350"/>
            <ac:spMk id="86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979896269" sldId="350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1979896269" sldId="350"/>
            <ac:spMk id="88" creationId="{00000000-0000-0000-0000-000000000000}"/>
          </ac:spMkLst>
        </pc:spChg>
        <pc:picChg chg="mod">
          <ac:chgData name="Charlotte Ipema" userId="32a34b08-cf38-4e41-8d40-0b24ea8eb9fc" providerId="ADAL" clId="{1466AD17-8D3B-49F7-AC1A-41B7735048FB}" dt="2018-09-11T11:08:20.516" v="146"/>
          <ac:picMkLst>
            <pc:docMk/>
            <pc:sldMk cId="1979896269" sldId="350"/>
            <ac:picMk id="9" creationId="{00000000-0000-0000-0000-000000000000}"/>
          </ac:picMkLst>
        </pc:picChg>
      </pc:sldChg>
      <pc:sldChg chg="modSp del">
        <pc:chgData name="Charlotte Ipema" userId="32a34b08-cf38-4e41-8d40-0b24ea8eb9fc" providerId="ADAL" clId="{1466AD17-8D3B-49F7-AC1A-41B7735048FB}" dt="2018-09-11T11:26:50.384" v="256" actId="2696"/>
        <pc:sldMkLst>
          <pc:docMk/>
          <pc:sldMk cId="3145075913" sldId="351"/>
        </pc:sld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145075913" sldId="351"/>
            <ac:spMk id="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145075913" sldId="351"/>
            <ac:spMk id="86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145075913" sldId="351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k cId="3145075913" sldId="351"/>
            <ac:spMk id="88" creationId="{00000000-0000-0000-0000-000000000000}"/>
          </ac:spMkLst>
        </pc:spChg>
        <pc:picChg chg="mod">
          <ac:chgData name="Charlotte Ipema" userId="32a34b08-cf38-4e41-8d40-0b24ea8eb9fc" providerId="ADAL" clId="{1466AD17-8D3B-49F7-AC1A-41B7735048FB}" dt="2018-09-11T11:08:20.516" v="146"/>
          <ac:picMkLst>
            <pc:docMk/>
            <pc:sldMk cId="3145075913" sldId="351"/>
            <ac:picMk id="5" creationId="{00000000-0000-0000-0000-000000000000}"/>
          </ac:picMkLst>
        </pc:picChg>
      </pc:sldChg>
      <pc:sldChg chg="addSp delSp modSp add ord">
        <pc:chgData name="Charlotte Ipema" userId="32a34b08-cf38-4e41-8d40-0b24ea8eb9fc" providerId="ADAL" clId="{1466AD17-8D3B-49F7-AC1A-41B7735048FB}" dt="2018-09-11T12:27:58.638" v="1805" actId="255"/>
        <pc:sldMkLst>
          <pc:docMk/>
          <pc:sldMk cId="2177033048" sldId="352"/>
        </pc:sldMkLst>
        <pc:spChg chg="mod">
          <ac:chgData name="Charlotte Ipema" userId="32a34b08-cf38-4e41-8d40-0b24ea8eb9fc" providerId="ADAL" clId="{1466AD17-8D3B-49F7-AC1A-41B7735048FB}" dt="2018-09-11T12:27:58.638" v="1805" actId="255"/>
          <ac:spMkLst>
            <pc:docMk/>
            <pc:sldMk cId="2177033048" sldId="352"/>
            <ac:spMk id="87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29:22.915" v="427" actId="20577"/>
          <ac:spMkLst>
            <pc:docMk/>
            <pc:sldMk cId="2177033048" sldId="352"/>
            <ac:spMk id="88" creationId="{00000000-0000-0000-0000-000000000000}"/>
          </ac:spMkLst>
        </pc:spChg>
        <pc:picChg chg="add del mod">
          <ac:chgData name="Charlotte Ipema" userId="32a34b08-cf38-4e41-8d40-0b24ea8eb9fc" providerId="ADAL" clId="{1466AD17-8D3B-49F7-AC1A-41B7735048FB}" dt="2018-09-11T12:20:31.118" v="1120" actId="478"/>
          <ac:picMkLst>
            <pc:docMk/>
            <pc:sldMk cId="2177033048" sldId="352"/>
            <ac:picMk id="2" creationId="{327F4BF2-4202-4807-84D0-972674931AAC}"/>
          </ac:picMkLst>
        </pc:picChg>
        <pc:picChg chg="del">
          <ac:chgData name="Charlotte Ipema" userId="32a34b08-cf38-4e41-8d40-0b24ea8eb9fc" providerId="ADAL" clId="{1466AD17-8D3B-49F7-AC1A-41B7735048FB}" dt="2018-09-11T12:14:08.371" v="969" actId="478"/>
          <ac:picMkLst>
            <pc:docMk/>
            <pc:sldMk cId="2177033048" sldId="352"/>
            <ac:picMk id="3" creationId="{5696DE9D-F6DC-4148-A740-A321E654BEAD}"/>
          </ac:picMkLst>
        </pc:picChg>
        <pc:picChg chg="add mod">
          <ac:chgData name="Charlotte Ipema" userId="32a34b08-cf38-4e41-8d40-0b24ea8eb9fc" providerId="ADAL" clId="{1466AD17-8D3B-49F7-AC1A-41B7735048FB}" dt="2018-09-11T12:20:38.997" v="1123" actId="1076"/>
          <ac:picMkLst>
            <pc:docMk/>
            <pc:sldMk cId="2177033048" sldId="352"/>
            <ac:picMk id="4" creationId="{FB97A6F5-FBD4-47EB-97AB-32D18414A6E3}"/>
          </ac:picMkLst>
        </pc:picChg>
      </pc:sldChg>
      <pc:sldChg chg="add del">
        <pc:chgData name="Charlotte Ipema" userId="32a34b08-cf38-4e41-8d40-0b24ea8eb9fc" providerId="ADAL" clId="{1466AD17-8D3B-49F7-AC1A-41B7735048FB}" dt="2018-09-11T11:08:19.750" v="145"/>
        <pc:sldMkLst>
          <pc:docMk/>
          <pc:sldMk cId="3716770628" sldId="352"/>
        </pc:sldMkLst>
      </pc:sldChg>
      <pc:sldChg chg="addSp delSp modSp add del">
        <pc:chgData name="Charlotte Ipema" userId="32a34b08-cf38-4e41-8d40-0b24ea8eb9fc" providerId="ADAL" clId="{1466AD17-8D3B-49F7-AC1A-41B7735048FB}" dt="2018-09-11T12:15:04.519" v="998" actId="2696"/>
        <pc:sldMkLst>
          <pc:docMk/>
          <pc:sldMk cId="4223426331" sldId="353"/>
        </pc:sldMkLst>
        <pc:spChg chg="mod">
          <ac:chgData name="Charlotte Ipema" userId="32a34b08-cf38-4e41-8d40-0b24ea8eb9fc" providerId="ADAL" clId="{1466AD17-8D3B-49F7-AC1A-41B7735048FB}" dt="2018-09-11T11:29:10.130" v="415" actId="20577"/>
          <ac:spMkLst>
            <pc:docMk/>
            <pc:sldMk cId="4223426331" sldId="353"/>
            <ac:spMk id="88" creationId="{00000000-0000-0000-0000-000000000000}"/>
          </ac:spMkLst>
        </pc:spChg>
        <pc:picChg chg="del">
          <ac:chgData name="Charlotte Ipema" userId="32a34b08-cf38-4e41-8d40-0b24ea8eb9fc" providerId="ADAL" clId="{1466AD17-8D3B-49F7-AC1A-41B7735048FB}" dt="2018-09-11T12:14:19.481" v="973" actId="478"/>
          <ac:picMkLst>
            <pc:docMk/>
            <pc:sldMk cId="4223426331" sldId="353"/>
            <ac:picMk id="3" creationId="{5696DE9D-F6DC-4148-A740-A321E654BEAD}"/>
          </ac:picMkLst>
        </pc:picChg>
        <pc:picChg chg="add">
          <ac:chgData name="Charlotte Ipema" userId="32a34b08-cf38-4e41-8d40-0b24ea8eb9fc" providerId="ADAL" clId="{1466AD17-8D3B-49F7-AC1A-41B7735048FB}" dt="2018-09-11T12:14:22.388" v="976"/>
          <ac:picMkLst>
            <pc:docMk/>
            <pc:sldMk cId="4223426331" sldId="353"/>
            <ac:picMk id="6" creationId="{1465EFC8-5F35-49AF-9FEC-C745FB96A945}"/>
          </ac:picMkLst>
        </pc:picChg>
      </pc:sldChg>
      <pc:sldChg chg="addSp delSp modSp add">
        <pc:chgData name="Charlotte Ipema" userId="32a34b08-cf38-4e41-8d40-0b24ea8eb9fc" providerId="ADAL" clId="{1466AD17-8D3B-49F7-AC1A-41B7735048FB}" dt="2018-09-11T12:27:47.743" v="1803" actId="255"/>
        <pc:sldMkLst>
          <pc:docMk/>
          <pc:sldMk cId="3994467368" sldId="354"/>
        </pc:sldMkLst>
        <pc:spChg chg="mod">
          <ac:chgData name="Charlotte Ipema" userId="32a34b08-cf38-4e41-8d40-0b24ea8eb9fc" providerId="ADAL" clId="{1466AD17-8D3B-49F7-AC1A-41B7735048FB}" dt="2018-09-11T12:27:47.743" v="1803" actId="255"/>
          <ac:spMkLst>
            <pc:docMk/>
            <pc:sldMk cId="3994467368" sldId="354"/>
            <ac:spMk id="87" creationId="{00000000-0000-0000-0000-000000000000}"/>
          </ac:spMkLst>
        </pc:spChg>
        <pc:picChg chg="del">
          <ac:chgData name="Charlotte Ipema" userId="32a34b08-cf38-4e41-8d40-0b24ea8eb9fc" providerId="ADAL" clId="{1466AD17-8D3B-49F7-AC1A-41B7735048FB}" dt="2018-09-11T12:14:20.637" v="974" actId="478"/>
          <ac:picMkLst>
            <pc:docMk/>
            <pc:sldMk cId="3994467368" sldId="354"/>
            <ac:picMk id="3" creationId="{5696DE9D-F6DC-4148-A740-A321E654BEAD}"/>
          </ac:picMkLst>
        </pc:picChg>
        <pc:picChg chg="add">
          <ac:chgData name="Charlotte Ipema" userId="32a34b08-cf38-4e41-8d40-0b24ea8eb9fc" providerId="ADAL" clId="{1466AD17-8D3B-49F7-AC1A-41B7735048FB}" dt="2018-09-11T12:14:21.485" v="975"/>
          <ac:picMkLst>
            <pc:docMk/>
            <pc:sldMk cId="3994467368" sldId="354"/>
            <ac:picMk id="6" creationId="{CF0763CE-9D77-4E86-A1D2-5006713B5AD1}"/>
          </ac:picMkLst>
        </pc:picChg>
      </pc:sldChg>
      <pc:sldChg chg="addSp delSp add del">
        <pc:chgData name="Charlotte Ipema" userId="32a34b08-cf38-4e41-8d40-0b24ea8eb9fc" providerId="ADAL" clId="{1466AD17-8D3B-49F7-AC1A-41B7735048FB}" dt="2018-09-11T12:19:05.248" v="1109" actId="2696"/>
        <pc:sldMkLst>
          <pc:docMk/>
          <pc:sldMk cId="999016883" sldId="355"/>
        </pc:sldMkLst>
        <pc:picChg chg="del">
          <ac:chgData name="Charlotte Ipema" userId="32a34b08-cf38-4e41-8d40-0b24ea8eb9fc" providerId="ADAL" clId="{1466AD17-8D3B-49F7-AC1A-41B7735048FB}" dt="2018-09-11T12:14:17.824" v="972" actId="478"/>
          <ac:picMkLst>
            <pc:docMk/>
            <pc:sldMk cId="999016883" sldId="355"/>
            <ac:picMk id="3" creationId="{5696DE9D-F6DC-4148-A740-A321E654BEAD}"/>
          </ac:picMkLst>
        </pc:picChg>
        <pc:picChg chg="add">
          <ac:chgData name="Charlotte Ipema" userId="32a34b08-cf38-4e41-8d40-0b24ea8eb9fc" providerId="ADAL" clId="{1466AD17-8D3B-49F7-AC1A-41B7735048FB}" dt="2018-09-11T12:14:23.715" v="977"/>
          <ac:picMkLst>
            <pc:docMk/>
            <pc:sldMk cId="999016883" sldId="355"/>
            <ac:picMk id="6" creationId="{8FBAB17D-18E1-47FF-9B1F-C071EE630C08}"/>
          </ac:picMkLst>
        </pc:picChg>
      </pc:sldChg>
      <pc:sldChg chg="addSp delSp modSp add">
        <pc:chgData name="Charlotte Ipema" userId="32a34b08-cf38-4e41-8d40-0b24ea8eb9fc" providerId="ADAL" clId="{1466AD17-8D3B-49F7-AC1A-41B7735048FB}" dt="2018-09-11T12:22:40.279" v="1324" actId="20577"/>
        <pc:sldMkLst>
          <pc:docMk/>
          <pc:sldMk cId="292169120" sldId="356"/>
        </pc:sldMkLst>
        <pc:spChg chg="mod">
          <ac:chgData name="Charlotte Ipema" userId="32a34b08-cf38-4e41-8d40-0b24ea8eb9fc" providerId="ADAL" clId="{1466AD17-8D3B-49F7-AC1A-41B7735048FB}" dt="2018-09-11T12:22:40.279" v="1324" actId="20577"/>
          <ac:spMkLst>
            <pc:docMk/>
            <pc:sldMk cId="292169120" sldId="356"/>
            <ac:spMk id="87" creationId="{00000000-0000-0000-0000-000000000000}"/>
          </ac:spMkLst>
        </pc:spChg>
        <pc:picChg chg="add mod">
          <ac:chgData name="Charlotte Ipema" userId="32a34b08-cf38-4e41-8d40-0b24ea8eb9fc" providerId="ADAL" clId="{1466AD17-8D3B-49F7-AC1A-41B7735048FB}" dt="2018-09-11T12:20:53.034" v="1129" actId="1035"/>
          <ac:picMkLst>
            <pc:docMk/>
            <pc:sldMk cId="292169120" sldId="356"/>
            <ac:picMk id="2" creationId="{AE530EAD-BABC-4772-8775-2AF32194CC2F}"/>
          </ac:picMkLst>
        </pc:picChg>
        <pc:picChg chg="del">
          <ac:chgData name="Charlotte Ipema" userId="32a34b08-cf38-4e41-8d40-0b24ea8eb9fc" providerId="ADAL" clId="{1466AD17-8D3B-49F7-AC1A-41B7735048FB}" dt="2018-09-11T12:18:45.236" v="1106" actId="478"/>
          <ac:picMkLst>
            <pc:docMk/>
            <pc:sldMk cId="292169120" sldId="356"/>
            <ac:picMk id="8" creationId="{1D1570D3-D13A-463F-99F3-37DE8A2B23BD}"/>
          </ac:picMkLst>
        </pc:picChg>
      </pc:sldChg>
      <pc:sldChg chg="modSp add">
        <pc:chgData name="Charlotte Ipema" userId="32a34b08-cf38-4e41-8d40-0b24ea8eb9fc" providerId="ADAL" clId="{1466AD17-8D3B-49F7-AC1A-41B7735048FB}" dt="2018-09-11T12:27:52.527" v="1804" actId="255"/>
        <pc:sldMkLst>
          <pc:docMk/>
          <pc:sldMk cId="623448364" sldId="357"/>
        </pc:sldMkLst>
        <pc:spChg chg="mod">
          <ac:chgData name="Charlotte Ipema" userId="32a34b08-cf38-4e41-8d40-0b24ea8eb9fc" providerId="ADAL" clId="{1466AD17-8D3B-49F7-AC1A-41B7735048FB}" dt="2018-09-11T12:27:52.527" v="1804" actId="255"/>
          <ac:spMkLst>
            <pc:docMk/>
            <pc:sldMk cId="623448364" sldId="357"/>
            <ac:spMk id="87" creationId="{00000000-0000-0000-0000-000000000000}"/>
          </ac:spMkLst>
        </pc:spChg>
      </pc:sldChg>
      <pc:sldMasterChg chg="modSp modSldLayout">
        <pc:chgData name="Charlotte Ipema" userId="32a34b08-cf38-4e41-8d40-0b24ea8eb9fc" providerId="ADAL" clId="{1466AD17-8D3B-49F7-AC1A-41B7735048FB}" dt="2018-09-11T11:08:20.516" v="146"/>
        <pc:sldMasterMkLst>
          <pc:docMk/>
          <pc:sldMasterMk cId="0" sldId="2147483648"/>
        </pc:sldMaster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asterMk cId="0" sldId="2147483648"/>
            <ac:spMk id="3" creationId="{00000000-0000-0000-0000-000000000000}"/>
          </ac:spMkLst>
        </pc:sp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0" sldId="2147483648"/>
            <pc:sldLayoutMk cId="0" sldId="2147483649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49"/>
              <ac:spMk id="10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49"/>
              <ac:spMk id="11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49"/>
              <ac:spMk id="12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49"/>
              <ac:spMk id="13" creationId="{00000000-0000-0000-0000-000000000000}"/>
            </ac:spMkLst>
          </pc:spChg>
          <pc:picChg chg="mod">
            <ac:chgData name="Charlotte Ipema" userId="32a34b08-cf38-4e41-8d40-0b24ea8eb9fc" providerId="ADAL" clId="{1466AD17-8D3B-49F7-AC1A-41B7735048FB}" dt="2018-09-11T11:08:20.516" v="146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</pc:sldLayout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0" sldId="2147483648"/>
            <pc:sldLayoutMk cId="0" sldId="2147483650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50"/>
              <ac:spMk id="10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50"/>
              <ac:spMk id="12" creationId="{00000000-0000-0000-0000-000000000000}"/>
            </ac:spMkLst>
          </pc:spChg>
          <pc:picChg chg="mod">
            <ac:chgData name="Charlotte Ipema" userId="32a34b08-cf38-4e41-8d40-0b24ea8eb9fc" providerId="ADAL" clId="{1466AD17-8D3B-49F7-AC1A-41B7735048FB}" dt="2018-09-11T11:08:20.516" v="146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</pc:sldLayout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0" sldId="2147483648"/>
            <pc:sldLayoutMk cId="0" sldId="2147483651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51"/>
              <ac:spMk id="10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0" sldId="2147483651"/>
              <ac:spMk id="12" creationId="{00000000-0000-0000-0000-000000000000}"/>
            </ac:spMkLst>
          </pc:spChg>
          <pc:picChg chg="mod">
            <ac:chgData name="Charlotte Ipema" userId="32a34b08-cf38-4e41-8d40-0b24ea8eb9fc" providerId="ADAL" clId="{1466AD17-8D3B-49F7-AC1A-41B7735048FB}" dt="2018-09-11T11:08:20.516" v="146"/>
            <ac:picMkLst>
              <pc:docMk/>
              <pc:sldMasterMk cId="0" sldId="2147483648"/>
              <pc:sldLayoutMk cId="0" sldId="2147483651"/>
              <ac:picMk id="7" creationId="{00000000-0000-0000-0000-000000000000}"/>
            </ac:picMkLst>
          </pc:picChg>
        </pc:sldLayout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0" sldId="2147483648"/>
            <pc:sldLayoutMk cId="3443873441" sldId="2147483656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3443873441" sldId="2147483656"/>
              <ac:spMk id="70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3443873441" sldId="2147483656"/>
              <ac:spMk id="71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3443873441" sldId="2147483656"/>
              <ac:spMk id="72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0" sldId="2147483648"/>
              <pc:sldLayoutMk cId="3443873441" sldId="2147483656"/>
              <ac:spMk id="73" creationId="{00000000-0000-0000-0000-000000000000}"/>
            </ac:spMkLst>
          </pc:spChg>
        </pc:sldLayoutChg>
      </pc:sldMasterChg>
      <pc:sldMasterChg chg="modSp modSldLayout">
        <pc:chgData name="Charlotte Ipema" userId="32a34b08-cf38-4e41-8d40-0b24ea8eb9fc" providerId="ADAL" clId="{1466AD17-8D3B-49F7-AC1A-41B7735048FB}" dt="2018-09-11T11:08:20.516" v="146"/>
        <pc:sldMasterMkLst>
          <pc:docMk/>
          <pc:sldMasterMk cId="3293517783" sldId="2147483657"/>
        </pc:sldMasterMkLst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asterMk cId="3293517783" sldId="2147483657"/>
            <ac:spMk id="2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asterMk cId="3293517783" sldId="2147483657"/>
            <ac:spMk id="3" creationId="{00000000-0000-0000-0000-000000000000}"/>
          </ac:spMkLst>
        </pc:spChg>
        <pc:spChg chg="mod">
          <ac:chgData name="Charlotte Ipema" userId="32a34b08-cf38-4e41-8d40-0b24ea8eb9fc" providerId="ADAL" clId="{1466AD17-8D3B-49F7-AC1A-41B7735048FB}" dt="2018-09-11T11:08:20.516" v="146"/>
          <ac:spMkLst>
            <pc:docMk/>
            <pc:sldMasterMk cId="3293517783" sldId="2147483657"/>
            <ac:spMk id="4" creationId="{00000000-0000-0000-0000-000000000000}"/>
          </ac:spMkLst>
        </pc:sp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3293517783" sldId="2147483657"/>
            <pc:sldLayoutMk cId="1516330953" sldId="2147483658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1516330953" sldId="2147483658"/>
              <ac:spMk id="24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1516330953" sldId="2147483658"/>
              <ac:spMk id="25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1516330953" sldId="2147483658"/>
              <ac:spMk id="26" creationId="{00000000-0000-0000-0000-000000000000}"/>
            </ac:spMkLst>
          </pc:spChg>
          <pc:picChg chg="mod">
            <ac:chgData name="Charlotte Ipema" userId="32a34b08-cf38-4e41-8d40-0b24ea8eb9fc" providerId="ADAL" clId="{1466AD17-8D3B-49F7-AC1A-41B7735048FB}" dt="2018-09-11T11:08:20.516" v="146"/>
            <ac:picMkLst>
              <pc:docMk/>
              <pc:sldMasterMk cId="3293517783" sldId="2147483657"/>
              <pc:sldLayoutMk cId="1516330953" sldId="2147483658"/>
              <ac:picMk id="23" creationId="{00000000-0000-0000-0000-000000000000}"/>
            </ac:picMkLst>
          </pc:picChg>
        </pc:sldLayout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3293517783" sldId="2147483657"/>
            <pc:sldLayoutMk cId="2345992832" sldId="2147483659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2345992832" sldId="2147483659"/>
              <ac:spMk id="34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2345992832" sldId="2147483659"/>
              <ac:spMk id="35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2345992832" sldId="2147483659"/>
              <ac:spMk id="36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2345992832" sldId="2147483659"/>
              <ac:spMk id="37" creationId="{00000000-0000-0000-0000-000000000000}"/>
            </ac:spMkLst>
          </pc:spChg>
          <pc:picChg chg="mod">
            <ac:chgData name="Charlotte Ipema" userId="32a34b08-cf38-4e41-8d40-0b24ea8eb9fc" providerId="ADAL" clId="{1466AD17-8D3B-49F7-AC1A-41B7735048FB}" dt="2018-09-11T11:08:20.516" v="146"/>
            <ac:picMkLst>
              <pc:docMk/>
              <pc:sldMasterMk cId="3293517783" sldId="2147483657"/>
              <pc:sldLayoutMk cId="2345992832" sldId="2147483659"/>
              <ac:picMk id="33" creationId="{00000000-0000-0000-0000-000000000000}"/>
            </ac:picMkLst>
          </pc:picChg>
        </pc:sldLayout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3293517783" sldId="2147483657"/>
            <pc:sldLayoutMk cId="1695172391" sldId="2147483660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1695172391" sldId="2147483660"/>
              <ac:spMk id="44" creationId="{00000000-0000-0000-0000-000000000000}"/>
            </ac:spMkLst>
          </pc:spChg>
        </pc:sldLayout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3293517783" sldId="2147483657"/>
            <pc:sldLayoutMk cId="2361076776" sldId="2147483661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2361076776" sldId="2147483661"/>
              <ac:spMk id="51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2361076776" sldId="2147483661"/>
              <ac:spMk id="52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2361076776" sldId="2147483661"/>
              <ac:spMk id="53" creationId="{00000000-0000-0000-0000-000000000000}"/>
            </ac:spMkLst>
          </pc:spChg>
        </pc:sldLayoutChg>
        <pc:sldLayoutChg chg="modSp">
          <pc:chgData name="Charlotte Ipema" userId="32a34b08-cf38-4e41-8d40-0b24ea8eb9fc" providerId="ADAL" clId="{1466AD17-8D3B-49F7-AC1A-41B7735048FB}" dt="2018-09-11T11:08:20.516" v="146"/>
          <pc:sldLayoutMkLst>
            <pc:docMk/>
            <pc:sldMasterMk cId="3293517783" sldId="2147483657"/>
            <pc:sldLayoutMk cId="1919949372" sldId="2147483662"/>
          </pc:sldLayoutMkLst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1919949372" sldId="2147483662"/>
              <ac:spMk id="60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1919949372" sldId="2147483662"/>
              <ac:spMk id="61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1919949372" sldId="2147483662"/>
              <ac:spMk id="62" creationId="{00000000-0000-0000-0000-000000000000}"/>
            </ac:spMkLst>
          </pc:spChg>
          <pc:spChg chg="mod">
            <ac:chgData name="Charlotte Ipema" userId="32a34b08-cf38-4e41-8d40-0b24ea8eb9fc" providerId="ADAL" clId="{1466AD17-8D3B-49F7-AC1A-41B7735048FB}" dt="2018-09-11T11:08:20.516" v="146"/>
            <ac:spMkLst>
              <pc:docMk/>
              <pc:sldMasterMk cId="3293517783" sldId="2147483657"/>
              <pc:sldLayoutMk cId="1919949372" sldId="2147483662"/>
              <ac:spMk id="6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7E628-8F28-4EDF-A8A5-A87FD083F340}" type="datetimeFigureOut">
              <a:rPr lang="nl-NL" smtClean="0"/>
              <a:t>11-9-2018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33DB6-E072-4328-BB92-05C854B6A77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015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1D89-09CB-5D43-9605-54219E4A1A59}" type="datetimeFigureOut">
              <a:rPr lang="en-US" smtClean="0"/>
              <a:t>9/11/2018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4F102-A421-E246-BA82-D625ADAAE1C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6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Graaf voorbeeld via:   http://www.webgraphviz.com/</a:t>
            </a:r>
          </a:p>
          <a:p>
            <a:endParaRPr lang="nl-NL" dirty="0"/>
          </a:p>
          <a:p>
            <a:r>
              <a:rPr lang="pt-BR" dirty="0"/>
              <a:t>graph G {</a:t>
            </a:r>
          </a:p>
          <a:p>
            <a:r>
              <a:rPr lang="pt-BR" dirty="0"/>
              <a:t>A--C</a:t>
            </a:r>
          </a:p>
          <a:p>
            <a:r>
              <a:rPr lang="pt-BR" dirty="0"/>
              <a:t>A--B</a:t>
            </a:r>
          </a:p>
          <a:p>
            <a:r>
              <a:rPr lang="pt-BR" dirty="0"/>
              <a:t>A--D</a:t>
            </a:r>
          </a:p>
          <a:p>
            <a:r>
              <a:rPr lang="pt-BR" dirty="0"/>
              <a:t>C--E</a:t>
            </a:r>
          </a:p>
          <a:p>
            <a:r>
              <a:rPr lang="pt-BR" dirty="0"/>
              <a:t>C--F</a:t>
            </a:r>
          </a:p>
          <a:p>
            <a:r>
              <a:rPr lang="pt-BR" dirty="0"/>
              <a:t>B--E</a:t>
            </a:r>
          </a:p>
          <a:p>
            <a:r>
              <a:rPr lang="pt-BR" dirty="0"/>
              <a:t>B--F</a:t>
            </a:r>
          </a:p>
          <a:p>
            <a:r>
              <a:rPr lang="pt-BR" dirty="0"/>
              <a:t>D--F</a:t>
            </a:r>
          </a:p>
          <a:p>
            <a:r>
              <a:rPr lang="pt-BR" dirty="0"/>
              <a:t>}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4F102-A421-E246-BA82-D625ADAAE1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41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20715"/>
            <a:ext cx="8713788" cy="72072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/>
              <a:t>[Titel van de presentatie]</a:t>
            </a:r>
          </a:p>
        </p:txBody>
      </p:sp>
      <p:sp>
        <p:nvSpPr>
          <p:cNvPr id="11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500365"/>
            <a:ext cx="8713788" cy="2520925"/>
          </a:xfrm>
        </p:spPr>
        <p:txBody>
          <a:bodyPr>
            <a:normAutofit/>
          </a:bodyPr>
          <a:lstStyle>
            <a:lvl1pPr marL="93663" indent="-11113">
              <a:buFont typeface="Arial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/>
              <a:t>[Onderwerp]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18"/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6093296"/>
            <a:ext cx="1873771" cy="287262"/>
          </a:xfrm>
        </p:spPr>
        <p:txBody>
          <a:bodyPr>
            <a:noAutofit/>
          </a:bodyPr>
          <a:lstStyle>
            <a:lvl1pPr marL="0" indent="0"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[Periode]</a:t>
            </a:r>
          </a:p>
        </p:txBody>
      </p:sp>
      <p:sp>
        <p:nvSpPr>
          <p:cNvPr id="13" name="Tijdelijke aanduiding voor tekst 22"/>
          <p:cNvSpPr>
            <a:spLocks noGrp="1"/>
          </p:cNvSpPr>
          <p:nvPr>
            <p:ph type="body" sz="quarter" idx="13" hasCustomPrompt="1"/>
          </p:nvPr>
        </p:nvSpPr>
        <p:spPr>
          <a:xfrm>
            <a:off x="250950" y="6308626"/>
            <a:ext cx="1872778" cy="28795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[Jaargang]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2" y="476475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/>
              <a:t>[Hier komt de kop van de </a:t>
            </a:r>
            <a:r>
              <a:rPr lang="nl-NL" dirty="0" err="1"/>
              <a:t>slide</a:t>
            </a:r>
            <a:r>
              <a:rPr lang="nl-NL" dirty="0"/>
              <a:t>]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9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/>
              <a:t>Tekstuele content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r>
              <a:rPr lang="nl-NL" dirty="0"/>
              <a:t>Tiende niveau</a:t>
            </a:r>
          </a:p>
          <a:p>
            <a:pPr lvl="0"/>
            <a:endParaRPr lang="nl-NL" dirty="0"/>
          </a:p>
          <a:p>
            <a:pPr lvl="0"/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HSLeiden PP Template Huisstijl leeg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032" y="476475"/>
            <a:ext cx="8353425" cy="576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rgbClr val="20BDBA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nl-NL" dirty="0"/>
              <a:t>[Hier komt de kop van de </a:t>
            </a:r>
            <a:r>
              <a:rPr lang="nl-NL" dirty="0" err="1"/>
              <a:t>slide</a:t>
            </a:r>
            <a:r>
              <a:rPr lang="nl-NL" dirty="0"/>
              <a:t>]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13" y="1126259"/>
            <a:ext cx="7848600" cy="5327079"/>
          </a:xfrm>
        </p:spPr>
        <p:txBody>
          <a:bodyPr>
            <a:noAutofit/>
          </a:bodyPr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aseline="0">
                <a:solidFill>
                  <a:srgbClr val="23114C"/>
                </a:solidFill>
              </a:defRPr>
            </a:lvl1pPr>
            <a:lvl2pPr marL="44608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2pPr>
            <a:lvl3pPr marL="809625" indent="-1889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3pPr>
            <a:lvl4pPr marL="1160463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4pPr>
            <a:lvl5pPr marL="1524000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5pPr>
            <a:lvl6pPr marL="1887538" indent="-187325">
              <a:buFont typeface="Arial" pitchFamily="34" charset="0"/>
              <a:buChar char="•"/>
              <a:tabLst/>
              <a:defRPr sz="1600">
                <a:solidFill>
                  <a:srgbClr val="23114C"/>
                </a:solidFill>
              </a:defRPr>
            </a:lvl6pPr>
            <a:lvl7pPr marL="2238375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7pPr>
            <a:lvl8pPr marL="2601913" indent="-174625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8pPr>
            <a:lvl9pPr marL="2954338" indent="-176213">
              <a:buFont typeface="Arial" pitchFamily="34" charset="0"/>
              <a:buChar char="•"/>
              <a:defRPr sz="1600">
                <a:solidFill>
                  <a:srgbClr val="23114C"/>
                </a:solidFill>
              </a:defRPr>
            </a:lvl9pPr>
          </a:lstStyle>
          <a:p>
            <a:pPr lvl="0"/>
            <a:r>
              <a:rPr lang="nl-NL" dirty="0"/>
              <a:t>Tekstuele content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r>
              <a:rPr lang="nl-NL" dirty="0"/>
              <a:t>Tiende niveau</a:t>
            </a:r>
          </a:p>
          <a:p>
            <a:pPr lvl="0"/>
            <a:endParaRPr lang="nl-NL" dirty="0"/>
          </a:p>
          <a:p>
            <a:pPr lvl="0"/>
            <a:endParaRPr lang="nl-NL" dirty="0"/>
          </a:p>
        </p:txBody>
      </p:sp>
      <p:sp>
        <p:nvSpPr>
          <p:cNvPr id="6" name="Tijdelijke aanduiding voor afbeelding 5"/>
          <p:cNvSpPr>
            <a:spLocks noGrp="1"/>
          </p:cNvSpPr>
          <p:nvPr>
            <p:ph type="pic" sz="quarter" idx="12" hasCustomPrompt="1"/>
          </p:nvPr>
        </p:nvSpPr>
        <p:spPr>
          <a:xfrm>
            <a:off x="5651500" y="3365500"/>
            <a:ext cx="3492500" cy="3492500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 algn="ctr">
              <a:buFontTx/>
              <a:buNone/>
              <a:defRPr sz="2000">
                <a:solidFill>
                  <a:srgbClr val="23114C"/>
                </a:solidFill>
              </a:defRPr>
            </a:lvl1pPr>
          </a:lstStyle>
          <a:p>
            <a:r>
              <a:rPr lang="nl-NL" dirty="0"/>
              <a:t>Afbeelding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Alleen titel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4139952" y="5751259"/>
            <a:ext cx="216025" cy="216001"/>
          </a:xfrm>
          <a:prstGeom prst="ellipse">
            <a:avLst/>
          </a:prstGeom>
          <a:solidFill>
            <a:srgbClr val="23114C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latin typeface="+mn-lt"/>
                <a:ea typeface="+mn-ea"/>
                <a:cs typeface="+mn-cs"/>
                <a:sym typeface="Calibri"/>
              </a:defRPr>
            </a:pPr>
            <a:endParaRPr sz="2400"/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230833" y="843560"/>
            <a:ext cx="8229601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b"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590872" y="1816728"/>
            <a:ext cx="8229601" cy="3178449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700"/>
              </a:spcBef>
              <a:defRPr sz="3200"/>
            </a:lvl1pPr>
            <a:lvl2pPr marL="872836" indent="-415636" defTabSz="1219200">
              <a:spcBef>
                <a:spcPts val="700"/>
              </a:spcBef>
              <a:buChar char="–"/>
              <a:defRPr sz="3200"/>
            </a:lvl2pPr>
            <a:lvl3pPr marL="1299410" indent="-385010" defTabSz="1219200">
              <a:spcBef>
                <a:spcPts val="700"/>
              </a:spcBef>
              <a:defRPr sz="3200"/>
            </a:lvl3pPr>
            <a:lvl4pPr marL="1801905" indent="-430305" defTabSz="1219200">
              <a:spcBef>
                <a:spcPts val="700"/>
              </a:spcBef>
              <a:buChar char="–"/>
              <a:defRPr sz="3200"/>
            </a:lvl4pPr>
            <a:lvl5pPr marL="2351314" indent="-522514" defTabSz="1219200">
              <a:spcBef>
                <a:spcPts val="7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4131525" y="5705905"/>
            <a:ext cx="232878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387344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3" y="1126258"/>
            <a:ext cx="7848601" cy="5327081"/>
          </a:xfrm>
          <a:prstGeom prst="rect">
            <a:avLst/>
          </a:prstGeom>
        </p:spPr>
        <p:txBody>
          <a:bodyPr/>
          <a:lstStyle>
            <a:lvl1pPr marL="176212" indent="-176212">
              <a:buSzTx/>
              <a:buFontTx/>
              <a:buNone/>
              <a:defRPr/>
            </a:lvl1pPr>
          </a:lstStyle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xfrm>
            <a:off x="6187203" y="6217853"/>
            <a:ext cx="36599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63309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3" y="1126258"/>
            <a:ext cx="7848601" cy="5327081"/>
          </a:xfrm>
          <a:prstGeom prst="rect">
            <a:avLst/>
          </a:prstGeom>
        </p:spPr>
        <p:txBody>
          <a:bodyPr/>
          <a:lstStyle>
            <a:lvl1pPr marL="176212" indent="-176212">
              <a:buSzTx/>
              <a:buFontTx/>
              <a:buNone/>
              <a:defRPr/>
            </a:lvl1pPr>
          </a:lstStyle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xfrm>
            <a:off x="6187203" y="6217853"/>
            <a:ext cx="36599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599283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xfrm>
            <a:off x="6187203" y="6217853"/>
            <a:ext cx="365997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17239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376101" y="5484427"/>
            <a:ext cx="354199" cy="276999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107677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8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 hangingPunct="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2400" kern="0">
              <a:solidFill>
                <a:srgbClr val="FFFFFF"/>
              </a:solidFill>
              <a:latin typeface="Calibri"/>
              <a:ea typeface="+mj-ea"/>
              <a:cs typeface="Calibri"/>
              <a:sym typeface="Calibri"/>
            </a:endParaRPr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4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3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589807" y="5710160"/>
            <a:ext cx="323163" cy="24622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9493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Tekstuele content met </a:t>
            </a:r>
            <a:r>
              <a:rPr lang="nl-NL" dirty="0" err="1"/>
              <a:t>bullits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r>
              <a:rPr lang="nl-NL" dirty="0"/>
              <a:t>Tiende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20BDB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23114C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100193" y="6217853"/>
            <a:ext cx="453007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 hangingPunct="0"/>
            <a:fld id="{86CB4B4D-7CA3-9044-876B-883B54F8677D}" type="slidenum">
              <a:rPr kern="0">
                <a:solidFill>
                  <a:srgbClr val="23114C"/>
                </a:solidFill>
                <a:latin typeface="Verdana"/>
                <a:ea typeface="Verdana"/>
                <a:cs typeface="Verdana"/>
                <a:sym typeface="Verdana"/>
              </a:rPr>
              <a:pPr hangingPunct="0"/>
              <a:t>‹nr.›</a:t>
            </a:fld>
            <a:endParaRPr kern="0">
              <a:solidFill>
                <a:srgbClr val="23114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9351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4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19200" hangingPunct="0">
              <a:defRPr sz="1600">
                <a:solidFill>
                  <a:srgbClr val="FFFFFF"/>
                </a:solidFill>
              </a:defRPr>
            </a:pPr>
            <a:r>
              <a:rPr lang="nl-NL" sz="1600" kern="0" dirty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sz="1600" kern="0" dirty="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9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/>
              <a:t>Datastructure</a:t>
            </a:r>
            <a:r>
              <a:rPr lang="nl-NL" dirty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/>
              <a:t>Zoeken in een graaf:</a:t>
            </a:r>
          </a:p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/>
              <a:t>     Depth first search</a:t>
            </a:r>
          </a:p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/>
              <a:t>     </a:t>
            </a:r>
            <a:r>
              <a:rPr lang="nl-NL" dirty="0" err="1"/>
              <a:t>Breadth</a:t>
            </a:r>
            <a:r>
              <a:rPr lang="nl-NL" dirty="0"/>
              <a:t> first 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961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2" y="188642"/>
            <a:ext cx="8229601" cy="857251"/>
          </a:xfrm>
        </p:spPr>
        <p:txBody>
          <a:bodyPr/>
          <a:lstStyle/>
          <a:p>
            <a:r>
              <a:rPr lang="nl-NL" dirty="0"/>
              <a:t>Zoeken in een Graaf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3" y="1484786"/>
            <a:ext cx="8229601" cy="351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/>
              <a:t>Waarom? Bijvoorbeeld…</a:t>
            </a:r>
          </a:p>
          <a:p>
            <a:r>
              <a:rPr lang="nl-NL" sz="2400" dirty="0"/>
              <a:t>Om uit te zoeken of een graaf verbonden is.</a:t>
            </a:r>
          </a:p>
          <a:p>
            <a:r>
              <a:rPr lang="nl-NL" sz="2400" dirty="0"/>
              <a:t>Om te zoeken of een knoop in een bepaalde graaf voorkomt.</a:t>
            </a:r>
          </a:p>
          <a:p>
            <a:r>
              <a:rPr lang="nl-NL" sz="2400" dirty="0"/>
              <a:t>Als onderdeel van een moeilijker </a:t>
            </a:r>
            <a:br>
              <a:rPr lang="nl-NL" sz="2400" dirty="0"/>
            </a:br>
            <a:r>
              <a:rPr lang="nl-NL" sz="2400" dirty="0"/>
              <a:t>graaf-algoritme.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endParaRPr lang="nl-NL" sz="2400" dirty="0"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2</a:t>
            </a:fld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4BD8CC4-2516-4111-878C-784C99629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753" y="3068960"/>
            <a:ext cx="26860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554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2" y="188642"/>
            <a:ext cx="8229601" cy="857251"/>
          </a:xfrm>
        </p:spPr>
        <p:txBody>
          <a:bodyPr/>
          <a:lstStyle/>
          <a:p>
            <a:r>
              <a:rPr lang="nl-NL" dirty="0"/>
              <a:t>Depth first search (DFS)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3" y="1484786"/>
            <a:ext cx="8229601" cy="351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/>
              <a:t>Verkent een graaf door eerst de diepte in te gaan.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sz="2400" dirty="0"/>
              <a:t>Bezoek eerst de start-knoop en markeer deze.</a:t>
            </a:r>
          </a:p>
          <a:p>
            <a:pPr marL="0" indent="0">
              <a:buNone/>
            </a:pPr>
            <a:r>
              <a:rPr lang="nl-NL" sz="2400" dirty="0"/>
              <a:t>Dan per buur: bezoek (recursief) </a:t>
            </a:r>
            <a:br>
              <a:rPr lang="nl-NL" sz="2400" dirty="0"/>
            </a:br>
            <a:r>
              <a:rPr lang="nl-NL" sz="2400" dirty="0"/>
              <a:t>alle nog niet gemarkeerde buren.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sz="2400" dirty="0"/>
              <a:t>Complexiteit: O(V + E)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endParaRPr lang="nl-NL" sz="2400" dirty="0"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3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1D1570D3-D13A-463F-99F3-37DE8A2B2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53" y="3068960"/>
            <a:ext cx="26860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52762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2" y="188642"/>
            <a:ext cx="8229601" cy="857251"/>
          </a:xfrm>
        </p:spPr>
        <p:txBody>
          <a:bodyPr/>
          <a:lstStyle/>
          <a:p>
            <a:r>
              <a:rPr lang="nl-NL" dirty="0"/>
              <a:t>DFS voorbeeld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3" y="1484786"/>
            <a:ext cx="8229601" cy="351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600" dirty="0"/>
              <a:t>Volgorde voorbeeld: A B E C F D</a:t>
            </a:r>
          </a:p>
          <a:p>
            <a:pPr marL="0" indent="0">
              <a:buNone/>
            </a:pPr>
            <a:r>
              <a:rPr lang="nl-NL" sz="2600" dirty="0"/>
              <a:t>Bezoek A, dan het 1</a:t>
            </a:r>
            <a:r>
              <a:rPr lang="nl-NL" sz="2600" baseline="30000" dirty="0"/>
              <a:t>e</a:t>
            </a:r>
            <a:r>
              <a:rPr lang="nl-NL" sz="2600" dirty="0"/>
              <a:t> kind van A = B, dan het 1</a:t>
            </a:r>
            <a:r>
              <a:rPr lang="nl-NL" sz="2600" baseline="30000" dirty="0"/>
              <a:t>e</a:t>
            </a:r>
            <a:r>
              <a:rPr lang="nl-NL" sz="2600" dirty="0"/>
              <a:t> kind van B: E, dan het 1</a:t>
            </a:r>
            <a:r>
              <a:rPr lang="nl-NL" sz="2600" baseline="30000" dirty="0"/>
              <a:t>e</a:t>
            </a:r>
            <a:r>
              <a:rPr lang="nl-NL" sz="2600" dirty="0"/>
              <a:t> kind van E… </a:t>
            </a:r>
            <a:r>
              <a:rPr lang="nl-NL" sz="2600" dirty="0" err="1"/>
              <a:t>etc</a:t>
            </a:r>
            <a:r>
              <a:rPr lang="nl-NL" sz="2600" dirty="0"/>
              <a:t> tot er geen knopen meer zijn.</a:t>
            </a:r>
          </a:p>
          <a:p>
            <a:pPr marL="0" indent="0">
              <a:buNone/>
            </a:pPr>
            <a:endParaRPr lang="nl-NL" sz="2600" dirty="0"/>
          </a:p>
          <a:p>
            <a:pPr marL="0" indent="0">
              <a:buNone/>
            </a:pPr>
            <a:endParaRPr lang="nl-NL" sz="2600" dirty="0"/>
          </a:p>
          <a:p>
            <a:pPr marL="0" indent="0">
              <a:buNone/>
            </a:pPr>
            <a:endParaRPr lang="nl-NL" sz="2600" dirty="0"/>
          </a:p>
          <a:p>
            <a:pPr marL="0" indent="0">
              <a:buNone/>
            </a:pPr>
            <a:endParaRPr lang="nl-NL" sz="2600" dirty="0"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AE530EAD-BABC-4772-8775-2AF32194C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996952"/>
            <a:ext cx="2667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9120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2" y="188642"/>
            <a:ext cx="8229601" cy="857251"/>
          </a:xfrm>
        </p:spPr>
        <p:txBody>
          <a:bodyPr/>
          <a:lstStyle/>
          <a:p>
            <a:r>
              <a:rPr lang="nl-NL" dirty="0"/>
              <a:t>DFS pseudocode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3" y="1484786"/>
            <a:ext cx="8229601" cy="351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/>
              <a:t>DFS (knoop </a:t>
            </a:r>
            <a:r>
              <a:rPr lang="nl-NL" sz="2400" i="1" dirty="0"/>
              <a:t>v</a:t>
            </a:r>
            <a:r>
              <a:rPr lang="nl-NL" sz="2400" dirty="0"/>
              <a:t>):</a:t>
            </a:r>
          </a:p>
          <a:p>
            <a:pPr marL="0" indent="0">
              <a:buNone/>
            </a:pPr>
            <a:r>
              <a:rPr lang="nl-NL" sz="2400" dirty="0"/>
              <a:t>   </a:t>
            </a:r>
            <a:r>
              <a:rPr lang="nl-NL" sz="2400" dirty="0" err="1"/>
              <a:t>if</a:t>
            </a:r>
            <a:r>
              <a:rPr lang="nl-NL" sz="2400" dirty="0"/>
              <a:t>(</a:t>
            </a:r>
            <a:r>
              <a:rPr lang="nl-NL" sz="2400" i="1" dirty="0"/>
              <a:t>v </a:t>
            </a:r>
            <a:r>
              <a:rPr lang="nl-NL" sz="2400" dirty="0"/>
              <a:t>is nog niet bezocht):</a:t>
            </a:r>
          </a:p>
          <a:p>
            <a:pPr marL="0" indent="0">
              <a:buNone/>
            </a:pPr>
            <a:r>
              <a:rPr lang="nl-NL" sz="2400" dirty="0"/>
              <a:t>      Markeer knoop </a:t>
            </a:r>
            <a:r>
              <a:rPr lang="nl-NL" sz="2400" i="1" dirty="0"/>
              <a:t>v</a:t>
            </a:r>
            <a:r>
              <a:rPr lang="nl-NL" sz="2400" dirty="0"/>
              <a:t> als bezocht</a:t>
            </a:r>
          </a:p>
          <a:p>
            <a:pPr marL="0" indent="0">
              <a:buNone/>
            </a:pPr>
            <a:r>
              <a:rPr lang="nl-NL" sz="2400" dirty="0"/>
              <a:t>      For elke </a:t>
            </a:r>
            <a:r>
              <a:rPr lang="nl-NL" sz="2400" dirty="0" err="1"/>
              <a:t>edge</a:t>
            </a:r>
            <a:r>
              <a:rPr lang="nl-NL" sz="2400" dirty="0"/>
              <a:t> </a:t>
            </a:r>
            <a:r>
              <a:rPr lang="nl-NL" sz="2400" i="1" dirty="0" err="1"/>
              <a:t>vw</a:t>
            </a:r>
            <a:r>
              <a:rPr lang="nl-NL" sz="2400" i="1" dirty="0"/>
              <a:t>:</a:t>
            </a:r>
          </a:p>
          <a:p>
            <a:pPr marL="0" indent="0">
              <a:buNone/>
            </a:pPr>
            <a:r>
              <a:rPr lang="nl-NL" sz="2400" dirty="0"/>
              <a:t>         DFS (</a:t>
            </a:r>
            <a:r>
              <a:rPr lang="nl-NL" sz="2400" i="1" dirty="0"/>
              <a:t>w</a:t>
            </a:r>
            <a:r>
              <a:rPr lang="nl-NL" sz="2400" dirty="0"/>
              <a:t>)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sz="2400" dirty="0"/>
              <a:t>Gebruikt een Stack (d.m.v. recursie)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endParaRPr lang="nl-NL" sz="2400" dirty="0"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F0763CE-9D77-4E86-A1D2-5006713B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53" y="3068960"/>
            <a:ext cx="26860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6736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2" y="188642"/>
            <a:ext cx="8229601" cy="857251"/>
          </a:xfrm>
        </p:spPr>
        <p:txBody>
          <a:bodyPr/>
          <a:lstStyle/>
          <a:p>
            <a:r>
              <a:rPr lang="nl-NL" dirty="0" err="1"/>
              <a:t>Breadth</a:t>
            </a:r>
            <a:r>
              <a:rPr lang="nl-NL" dirty="0"/>
              <a:t> first search (BFS)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3" y="1484786"/>
            <a:ext cx="8229601" cy="351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/>
              <a:t>Verkent een graaf door de breedte in te gaan.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sz="2400" dirty="0"/>
              <a:t>Is ook een simpele manier om kortste paden te berekenen (als paden geen gewicht </a:t>
            </a:r>
            <a:br>
              <a:rPr lang="nl-NL" sz="2400" dirty="0"/>
            </a:br>
            <a:r>
              <a:rPr lang="nl-NL" sz="2400" dirty="0"/>
              <a:t>hebben.)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sz="2400" dirty="0"/>
              <a:t>Complexiteit: O(V + E)</a:t>
            </a:r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6</a:t>
            </a:fld>
            <a:endParaRPr lang="nl-NL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7F4BF2-4202-4807-84D0-97267493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53" y="3068960"/>
            <a:ext cx="26860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48364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2" y="188642"/>
            <a:ext cx="8229601" cy="857251"/>
          </a:xfrm>
        </p:spPr>
        <p:txBody>
          <a:bodyPr/>
          <a:lstStyle/>
          <a:p>
            <a:r>
              <a:rPr lang="nl-NL" dirty="0"/>
              <a:t>BFS voorbeeld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3" y="1484786"/>
            <a:ext cx="8229601" cy="351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/>
              <a:t>Volgorde in voorbeeld: A B C D E F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sz="2400" dirty="0"/>
              <a:t>Bezoek eerst knoop A, dan eerst alle knopen op afstand 1, dan alle knopen op </a:t>
            </a:r>
            <a:br>
              <a:rPr lang="nl-NL" sz="2400" dirty="0"/>
            </a:br>
            <a:r>
              <a:rPr lang="nl-NL" sz="2400" dirty="0"/>
              <a:t>afstand 2, afstand 3, en zo verder.</a:t>
            </a:r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7</a:t>
            </a:fld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B97A6F5-FBD4-47EB-97AB-32D18414A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3068960"/>
            <a:ext cx="26574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33048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51522" y="188642"/>
            <a:ext cx="8229601" cy="857251"/>
          </a:xfrm>
        </p:spPr>
        <p:txBody>
          <a:bodyPr/>
          <a:lstStyle/>
          <a:p>
            <a:r>
              <a:rPr lang="nl-NL" dirty="0"/>
              <a:t>BFS pseudocode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590873" y="1484786"/>
            <a:ext cx="8229601" cy="35103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400"/>
              <a:t>BFS():</a:t>
            </a:r>
            <a:endParaRPr lang="nl-NL" sz="2400" dirty="0"/>
          </a:p>
          <a:p>
            <a:pPr marL="0" indent="0">
              <a:buNone/>
            </a:pPr>
            <a:r>
              <a:rPr lang="nl-NL" sz="2400" dirty="0"/>
              <a:t>   zet de startknoop in de queue</a:t>
            </a:r>
          </a:p>
          <a:p>
            <a:pPr marL="0" indent="0">
              <a:buNone/>
            </a:pPr>
            <a:r>
              <a:rPr lang="nl-NL" sz="2400" dirty="0"/>
              <a:t>   zolang de queue niet leeg is:</a:t>
            </a:r>
          </a:p>
          <a:p>
            <a:pPr marL="0" indent="0">
              <a:buNone/>
            </a:pPr>
            <a:r>
              <a:rPr lang="nl-NL" sz="2400" dirty="0"/>
              <a:t>      verwijder knoop </a:t>
            </a:r>
            <a:r>
              <a:rPr lang="nl-NL" sz="2400" i="1" dirty="0"/>
              <a:t>v</a:t>
            </a:r>
            <a:r>
              <a:rPr lang="nl-NL" sz="2400" dirty="0"/>
              <a:t> uit de queue &amp; markeer.</a:t>
            </a:r>
          </a:p>
          <a:p>
            <a:pPr marL="0" indent="0">
              <a:buNone/>
            </a:pPr>
            <a:r>
              <a:rPr lang="nl-NL" sz="2400" dirty="0"/>
              <a:t>      stop alle (ongemarkeerde) </a:t>
            </a:r>
            <a:br>
              <a:rPr lang="nl-NL" sz="2400" dirty="0"/>
            </a:br>
            <a:r>
              <a:rPr lang="nl-NL" sz="2400" dirty="0"/>
              <a:t>      buren van </a:t>
            </a:r>
            <a:r>
              <a:rPr lang="nl-NL" sz="2400" i="1" dirty="0"/>
              <a:t>v</a:t>
            </a:r>
            <a:r>
              <a:rPr lang="nl-NL" sz="2400" dirty="0"/>
              <a:t> in de queue.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r>
              <a:rPr lang="nl-NL" sz="2400" dirty="0"/>
              <a:t>Gebruikt een Queue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endParaRPr lang="nl-NL" sz="2400" dirty="0"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nl-NL" smtClean="0"/>
              <a:pPr/>
              <a:t>8</a:t>
            </a:fld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F0763CE-9D77-4E86-A1D2-5006713B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53" y="3068960"/>
            <a:ext cx="26860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6235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Hashtables on ELO">
  <a:themeElements>
    <a:clrScheme name="Aangepast 2">
      <a:dk1>
        <a:srgbClr val="23114C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B5965E-8500-4F98-9724-782F71211595}"/>
</file>

<file path=customXml/itemProps2.xml><?xml version="1.0" encoding="utf-8"?>
<ds:datastoreItem xmlns:ds="http://schemas.openxmlformats.org/officeDocument/2006/customXml" ds:itemID="{1B709C09-6BB1-471D-9889-CA5D4DB959E3}"/>
</file>

<file path=customXml/itemProps3.xml><?xml version="1.0" encoding="utf-8"?>
<ds:datastoreItem xmlns:ds="http://schemas.openxmlformats.org/officeDocument/2006/customXml" ds:itemID="{6D20CD53-4B4A-43DF-859B-9774CA35165A}"/>
</file>

<file path=docProps/app.xml><?xml version="1.0" encoding="utf-8"?>
<Properties xmlns="http://schemas.openxmlformats.org/officeDocument/2006/extended-properties" xmlns:vt="http://schemas.openxmlformats.org/officeDocument/2006/docPropsVTypes">
  <Template>Hashtables on ELO.potx</Template>
  <TotalTime>2729</TotalTime>
  <Words>321</Words>
  <Application>Microsoft Office PowerPoint</Application>
  <PresentationFormat>Diavoorstelling (4:3)</PresentationFormat>
  <Paragraphs>69</Paragraphs>
  <Slides>8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2</vt:i4>
      </vt:variant>
      <vt:variant>
        <vt:lpstr>Diatitels</vt:lpstr>
      </vt:variant>
      <vt:variant>
        <vt:i4>8</vt:i4>
      </vt:variant>
    </vt:vector>
  </HeadingPairs>
  <TitlesOfParts>
    <vt:vector size="14" baseType="lpstr">
      <vt:lpstr>Arial</vt:lpstr>
      <vt:lpstr>Calibri</vt:lpstr>
      <vt:lpstr>Helvetica</vt:lpstr>
      <vt:lpstr>Verdana</vt:lpstr>
      <vt:lpstr>Hashtables on ELO</vt:lpstr>
      <vt:lpstr>1_Hashtables on ELO</vt:lpstr>
      <vt:lpstr>Algoritmen &amp; Datastructuren</vt:lpstr>
      <vt:lpstr>Zoeken in een Graaf</vt:lpstr>
      <vt:lpstr>Depth first search (DFS)</vt:lpstr>
      <vt:lpstr>DFS voorbeeld</vt:lpstr>
      <vt:lpstr>DFS pseudocode</vt:lpstr>
      <vt:lpstr>Breadth first search (BFS)</vt:lpstr>
      <vt:lpstr>BFS voorbeeld</vt:lpstr>
      <vt:lpstr>BFS pseudocode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UMW</dc:creator>
  <cp:lastModifiedBy>Charlotte Ipema</cp:lastModifiedBy>
  <cp:revision>122</cp:revision>
  <dcterms:created xsi:type="dcterms:W3CDTF">2013-08-26T08:11:19Z</dcterms:created>
  <dcterms:modified xsi:type="dcterms:W3CDTF">2018-09-11T13:17:19Z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1900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