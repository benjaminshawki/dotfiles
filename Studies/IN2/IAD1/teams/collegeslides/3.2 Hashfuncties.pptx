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</p:sldMasterIdLst>
  <p:notesMasterIdLst>
    <p:notesMasterId r:id="rId8"/>
  </p:notesMasterIdLst>
  <p:sldIdLst>
    <p:sldId id="286" r:id="rId3"/>
    <p:sldId id="288" r:id="rId4"/>
    <p:sldId id="265" r:id="rId5"/>
    <p:sldId id="270" r:id="rId6"/>
    <p:sldId id="279" r:id="rId7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6E8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23114C"/>
              </a:solidFill>
              <a:prstDash val="solid"/>
              <a:round/>
            </a:ln>
          </a:top>
          <a:bottom>
            <a:ln w="254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3114C"/>
              </a:solidFill>
              <a:prstDash val="solid"/>
              <a:round/>
            </a:ln>
          </a:top>
          <a:bottom>
            <a:ln w="254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CACE"/>
          </a:solidFill>
        </a:fill>
      </a:tcStyle>
    </a:wholeTbl>
    <a:band2H>
      <a:tcTxStyle/>
      <a:tcStyle>
        <a:tcBdr/>
        <a:fill>
          <a:solidFill>
            <a:srgbClr val="E7E6E8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3114C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3114C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3114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12700" cap="flat">
              <a:solidFill>
                <a:srgbClr val="23114C"/>
              </a:solidFill>
              <a:prstDash val="solid"/>
              <a:round/>
            </a:ln>
          </a:top>
          <a:bottom>
            <a:ln w="127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solidFill>
            <a:srgbClr val="23114C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12700" cap="flat">
              <a:solidFill>
                <a:srgbClr val="23114C"/>
              </a:solidFill>
              <a:prstDash val="solid"/>
              <a:round/>
            </a:ln>
          </a:top>
          <a:bottom>
            <a:ln w="127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solidFill>
            <a:srgbClr val="23114C">
              <a:alpha val="20000"/>
            </a:srgbClr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50800" cap="flat">
              <a:solidFill>
                <a:srgbClr val="23114C"/>
              </a:solidFill>
              <a:prstDash val="solid"/>
              <a:round/>
            </a:ln>
          </a:top>
          <a:bottom>
            <a:ln w="127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12700" cap="flat">
              <a:solidFill>
                <a:srgbClr val="23114C"/>
              </a:solidFill>
              <a:prstDash val="solid"/>
              <a:round/>
            </a:ln>
          </a:top>
          <a:bottom>
            <a:ln w="254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82" autoAdjust="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-14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0" name="Shape 8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2404153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1.jpg" descr="HSLeiden PP Template Huisstijl leeg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250825" y="620712"/>
            <a:ext cx="8713789" cy="72072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0" indent="0">
              <a:buSzTx/>
              <a:buFontTx/>
              <a:buNone/>
              <a:defRPr b="1">
                <a:solidFill>
                  <a:srgbClr val="FFFFFF"/>
                </a:solidFill>
              </a:defRPr>
            </a:lvl1pPr>
          </a:lstStyle>
          <a:p>
            <a:r>
              <a:t>[Titel van de presentatie]</a:t>
            </a:r>
          </a:p>
        </p:txBody>
      </p:sp>
      <p:sp>
        <p:nvSpPr>
          <p:cNvPr id="13" name="Shape 13"/>
          <p:cNvSpPr>
            <a:spLocks noGrp="1"/>
          </p:cNvSpPr>
          <p:nvPr>
            <p:ph type="body" sz="half" idx="13"/>
          </p:nvPr>
        </p:nvSpPr>
        <p:spPr>
          <a:xfrm>
            <a:off x="251519" y="3500363"/>
            <a:ext cx="8713790" cy="2520926"/>
          </a:xfrm>
          <a:prstGeom prst="rect">
            <a:avLst/>
          </a:prstGeom>
        </p:spPr>
        <p:txBody>
          <a:bodyPr/>
          <a:lstStyle/>
          <a:p>
            <a:pPr marL="11113" indent="71436">
              <a:spcBef>
                <a:spcPts val="400"/>
              </a:spcBef>
              <a:buSzTx/>
              <a:buFontTx/>
              <a:buNone/>
              <a:defRPr sz="2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Shape 14"/>
          <p:cNvSpPr>
            <a:spLocks noGrp="1"/>
          </p:cNvSpPr>
          <p:nvPr>
            <p:ph type="body" sz="quarter" idx="14"/>
          </p:nvPr>
        </p:nvSpPr>
        <p:spPr>
          <a:xfrm>
            <a:off x="251518" y="6093295"/>
            <a:ext cx="1873773" cy="2872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200"/>
              </a:spcBef>
              <a:buSzTx/>
              <a:buFontTx/>
              <a:buNone/>
              <a:defRPr sz="11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Shape 15"/>
          <p:cNvSpPr>
            <a:spLocks noGrp="1"/>
          </p:cNvSpPr>
          <p:nvPr>
            <p:ph type="body" sz="quarter" idx="15"/>
          </p:nvPr>
        </p:nvSpPr>
        <p:spPr>
          <a:xfrm>
            <a:off x="250950" y="6308623"/>
            <a:ext cx="1872777" cy="287958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200"/>
              </a:spcBef>
              <a:buSzTx/>
              <a:buFontTx/>
              <a:buNone/>
              <a:defRPr sz="11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" name="Shape 1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Shape 2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idx="13"/>
          </p:nvPr>
        </p:nvSpPr>
        <p:spPr>
          <a:xfrm>
            <a:off x="684212" y="1126256"/>
            <a:ext cx="7848601" cy="5327081"/>
          </a:xfrm>
          <a:prstGeom prst="rect">
            <a:avLst/>
          </a:prstGeom>
        </p:spPr>
        <p:txBody>
          <a:bodyPr/>
          <a:lstStyle/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 +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Shape 3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35" name="Shape 35"/>
          <p:cNvSpPr>
            <a:spLocks noGrp="1"/>
          </p:cNvSpPr>
          <p:nvPr>
            <p:ph type="body" idx="13"/>
          </p:nvPr>
        </p:nvSpPr>
        <p:spPr>
          <a:xfrm>
            <a:off x="684212" y="1126256"/>
            <a:ext cx="7848601" cy="5327081"/>
          </a:xfrm>
          <a:prstGeom prst="rect">
            <a:avLst/>
          </a:prstGeom>
        </p:spPr>
        <p:txBody>
          <a:bodyPr/>
          <a:lstStyle/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36" name="Shape 36"/>
          <p:cNvSpPr>
            <a:spLocks noGrp="1"/>
          </p:cNvSpPr>
          <p:nvPr>
            <p:ph type="pic" sz="quarter" idx="14"/>
          </p:nvPr>
        </p:nvSpPr>
        <p:spPr>
          <a:xfrm>
            <a:off x="5651500" y="3365500"/>
            <a:ext cx="3492500" cy="34925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lleen titel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/>
        </p:nvSpPr>
        <p:spPr>
          <a:xfrm>
            <a:off x="4644008" y="5751257"/>
            <a:ext cx="216025" cy="216001"/>
          </a:xfrm>
          <a:prstGeom prst="ellipse">
            <a:avLst/>
          </a:prstGeom>
          <a:solidFill>
            <a:srgbClr val="20BDBA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219200"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2" name="Shape 52"/>
          <p:cNvSpPr>
            <a:spLocks noGrp="1"/>
          </p:cNvSpPr>
          <p:nvPr>
            <p:ph type="sldNum" sz="quarter" idx="2"/>
          </p:nvPr>
        </p:nvSpPr>
        <p:spPr>
          <a:xfrm>
            <a:off x="4635581" y="5705903"/>
            <a:ext cx="232878" cy="256541"/>
          </a:xfrm>
          <a:prstGeom prst="rect">
            <a:avLst/>
          </a:prstGeom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53" name="Shape 53"/>
          <p:cNvSpPr>
            <a:spLocks noGrp="1"/>
          </p:cNvSpPr>
          <p:nvPr>
            <p:ph type="body" idx="1"/>
          </p:nvPr>
        </p:nvSpPr>
        <p:spPr>
          <a:xfrm>
            <a:off x="539551" y="1772816"/>
            <a:ext cx="8229601" cy="323245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457200" indent="-457200" defTabSz="1219200">
              <a:spcBef>
                <a:spcPts val="700"/>
              </a:spcBef>
              <a:defRPr sz="3200"/>
            </a:lvl1pPr>
            <a:lvl2pPr marL="872836" indent="-415636" defTabSz="1219200">
              <a:spcBef>
                <a:spcPts val="700"/>
              </a:spcBef>
              <a:buChar char="–"/>
              <a:defRPr sz="3200"/>
            </a:lvl2pPr>
            <a:lvl3pPr marL="1299410" indent="-385010" defTabSz="1219200">
              <a:spcBef>
                <a:spcPts val="700"/>
              </a:spcBef>
              <a:defRPr sz="3200"/>
            </a:lvl3pPr>
            <a:lvl4pPr marL="1801905" indent="-430305" defTabSz="1219200">
              <a:spcBef>
                <a:spcPts val="700"/>
              </a:spcBef>
              <a:buChar char="–"/>
              <a:defRPr sz="3200"/>
            </a:lvl4pPr>
            <a:lvl5pPr marL="2351314" indent="-522514" defTabSz="1219200">
              <a:spcBef>
                <a:spcPts val="700"/>
              </a:spcBef>
              <a:buChar char="»"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54" name="Shape 54"/>
          <p:cNvSpPr>
            <a:spLocks noGrp="1"/>
          </p:cNvSpPr>
          <p:nvPr>
            <p:ph type="title"/>
          </p:nvPr>
        </p:nvSpPr>
        <p:spPr>
          <a:xfrm>
            <a:off x="251519" y="1059582"/>
            <a:ext cx="8229601" cy="85725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defTabSz="1219200">
              <a:defRPr sz="3400" b="1"/>
            </a:lvl1pPr>
          </a:lstStyle>
          <a:p>
            <a:r>
              <a:t>Titeltekst</a:t>
            </a: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Shape 2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idx="13"/>
          </p:nvPr>
        </p:nvSpPr>
        <p:spPr>
          <a:xfrm>
            <a:off x="684212" y="1126256"/>
            <a:ext cx="7848601" cy="5327081"/>
          </a:xfrm>
          <a:prstGeom prst="rect">
            <a:avLst/>
          </a:prstGeom>
        </p:spPr>
        <p:txBody>
          <a:bodyPr/>
          <a:lstStyle/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127041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 +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Shape 3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35" name="Shape 35"/>
          <p:cNvSpPr>
            <a:spLocks noGrp="1"/>
          </p:cNvSpPr>
          <p:nvPr>
            <p:ph type="body" idx="13"/>
          </p:nvPr>
        </p:nvSpPr>
        <p:spPr>
          <a:xfrm>
            <a:off x="684212" y="1126256"/>
            <a:ext cx="7848601" cy="5327081"/>
          </a:xfrm>
          <a:prstGeom prst="rect">
            <a:avLst/>
          </a:prstGeom>
        </p:spPr>
        <p:txBody>
          <a:bodyPr/>
          <a:lstStyle/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36" name="Shape 36"/>
          <p:cNvSpPr>
            <a:spLocks noGrp="1"/>
          </p:cNvSpPr>
          <p:nvPr>
            <p:ph type="pic" sz="quarter" idx="14"/>
          </p:nvPr>
        </p:nvSpPr>
        <p:spPr>
          <a:xfrm>
            <a:off x="5651500" y="3365500"/>
            <a:ext cx="3492500" cy="34925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676631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882700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/>
          </p:cNvSpPr>
          <p:nvPr>
            <p:ph type="title"/>
          </p:nvPr>
        </p:nvSpPr>
        <p:spPr>
          <a:xfrm>
            <a:off x="685800" y="2455068"/>
            <a:ext cx="7772400" cy="11025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anchor="b"/>
          <a:lstStyle>
            <a:lvl1pPr algn="ctr" defTabSz="1219200">
              <a:defRPr sz="3400" b="1"/>
            </a:lvl1pPr>
          </a:lstStyle>
          <a:p>
            <a:r>
              <a:t>Titeltekst</a:t>
            </a:r>
          </a:p>
        </p:txBody>
      </p:sp>
      <p:sp>
        <p:nvSpPr>
          <p:cNvPr id="52" name="Shape 52"/>
          <p:cNvSpPr>
            <a:spLocks noGrp="1"/>
          </p:cNvSpPr>
          <p:nvPr>
            <p:ph type="body" sz="quarter" idx="1"/>
          </p:nvPr>
        </p:nvSpPr>
        <p:spPr>
          <a:xfrm>
            <a:off x="1371600" y="3771900"/>
            <a:ext cx="6400800" cy="1314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0" indent="0" algn="ctr" defTabSz="1219200">
              <a:spcBef>
                <a:spcPts val="600"/>
              </a:spcBef>
              <a:buSzTx/>
              <a:buFontTx/>
              <a:buNone/>
              <a:defRPr sz="3200"/>
            </a:lvl1pPr>
            <a:lvl2pPr marL="0" indent="457200" algn="ctr" defTabSz="1219200">
              <a:spcBef>
                <a:spcPts val="600"/>
              </a:spcBef>
              <a:buSzTx/>
              <a:buFontTx/>
              <a:buNone/>
              <a:defRPr sz="3200"/>
            </a:lvl2pPr>
            <a:lvl3pPr marL="0" indent="914400" algn="ctr" defTabSz="1219200">
              <a:spcBef>
                <a:spcPts val="600"/>
              </a:spcBef>
              <a:buSzTx/>
              <a:buFontTx/>
              <a:buNone/>
              <a:defRPr sz="3200"/>
            </a:lvl3pPr>
            <a:lvl4pPr marL="0" indent="1371600" algn="ctr" defTabSz="1219200">
              <a:spcBef>
                <a:spcPts val="600"/>
              </a:spcBef>
              <a:buSzTx/>
              <a:buFontTx/>
              <a:buNone/>
              <a:defRPr sz="3200"/>
            </a:lvl4pPr>
            <a:lvl5pPr marL="0" indent="1828800" algn="ctr" defTabSz="1219200">
              <a:spcBef>
                <a:spcPts val="600"/>
              </a:spcBef>
              <a:buSzTx/>
              <a:buFontTx/>
              <a:buNone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53" name="Shape 53"/>
          <p:cNvSpPr>
            <a:spLocks noGrp="1"/>
          </p:cNvSpPr>
          <p:nvPr>
            <p:ph type="sldNum" sz="quarter" idx="2"/>
          </p:nvPr>
        </p:nvSpPr>
        <p:spPr>
          <a:xfrm>
            <a:off x="6423888" y="5488305"/>
            <a:ext cx="258624" cy="269240"/>
          </a:xfrm>
          <a:prstGeom prst="rect">
            <a:avLst/>
          </a:prstGeom>
        </p:spPr>
        <p:txBody>
          <a:bodyPr/>
          <a:lstStyle>
            <a:lvl1pPr algn="ctr" defTabSz="1219200"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8748626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/>
        </p:nvSpPr>
        <p:spPr>
          <a:xfrm>
            <a:off x="4643437" y="5749925"/>
            <a:ext cx="215901" cy="215900"/>
          </a:xfrm>
          <a:prstGeom prst="ellipse">
            <a:avLst/>
          </a:prstGeom>
          <a:solidFill>
            <a:srgbClr val="20BDBA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219200"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2400">
              <a:solidFill>
                <a:srgbClr val="FFFFFF"/>
              </a:solidFill>
              <a:latin typeface="Calibri"/>
              <a:ea typeface="+mj-ea"/>
              <a:cs typeface="Calibri"/>
              <a:sym typeface="Calibri"/>
            </a:endParaRPr>
          </a:p>
        </p:txBody>
      </p:sp>
      <p:sp>
        <p:nvSpPr>
          <p:cNvPr id="61" name="Shape 61"/>
          <p:cNvSpPr>
            <a:spLocks noGrp="1"/>
          </p:cNvSpPr>
          <p:nvPr>
            <p:ph type="title"/>
          </p:nvPr>
        </p:nvSpPr>
        <p:spPr>
          <a:xfrm>
            <a:off x="250825" y="1058862"/>
            <a:ext cx="8229600" cy="8572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defTabSz="1219200">
              <a:defRPr sz="3400" b="1"/>
            </a:lvl1pPr>
          </a:lstStyle>
          <a:p>
            <a:r>
              <a:t>Titeltekst</a:t>
            </a:r>
          </a:p>
        </p:txBody>
      </p:sp>
      <p:sp>
        <p:nvSpPr>
          <p:cNvPr id="62" name="Shape 62"/>
          <p:cNvSpPr>
            <a:spLocks noGrp="1"/>
          </p:cNvSpPr>
          <p:nvPr>
            <p:ph type="body" idx="1"/>
          </p:nvPr>
        </p:nvSpPr>
        <p:spPr>
          <a:xfrm>
            <a:off x="538162" y="1771650"/>
            <a:ext cx="8229601" cy="32321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457200" indent="-457200" defTabSz="1219200">
              <a:spcBef>
                <a:spcPts val="600"/>
              </a:spcBef>
              <a:buChar char="»"/>
              <a:defRPr sz="3200"/>
            </a:lvl1pPr>
            <a:lvl2pPr marL="1010355" indent="-553155" defTabSz="1219200">
              <a:spcBef>
                <a:spcPts val="600"/>
              </a:spcBef>
              <a:buChar char="–"/>
              <a:defRPr sz="3200"/>
            </a:lvl2pPr>
            <a:lvl3pPr marL="1425222" indent="-510822" defTabSz="1219200">
              <a:spcBef>
                <a:spcPts val="600"/>
              </a:spcBef>
              <a:defRPr sz="3200"/>
            </a:lvl3pPr>
            <a:lvl4pPr marL="1944511" indent="-572911" defTabSz="1219200">
              <a:spcBef>
                <a:spcPts val="600"/>
              </a:spcBef>
              <a:buChar char="–"/>
              <a:defRPr sz="3200"/>
            </a:lvl4pPr>
            <a:lvl5pPr marL="2523066" indent="-694266" defTabSz="1219200">
              <a:spcBef>
                <a:spcPts val="600"/>
              </a:spcBef>
              <a:buChar char="»"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63" name="Shape 63"/>
          <p:cNvSpPr>
            <a:spLocks noGrp="1"/>
          </p:cNvSpPr>
          <p:nvPr>
            <p:ph type="sldNum" sz="quarter" idx="2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481076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endParaRPr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endParaRPr/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1pPr>
      <a:lvl2pPr marL="742950" marR="0" indent="-28575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2pPr>
      <a:lvl3pPr marL="1143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3pPr>
      <a:lvl4pPr marL="1600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4pPr>
      <a:lvl5pPr marL="20574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5pPr>
      <a:lvl6pPr marL="25146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6pPr>
      <a:lvl7pPr marL="29718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7pPr>
      <a:lvl8pPr marL="3429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8pPr>
      <a:lvl9pPr marL="3886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endParaRPr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endParaRPr/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4076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1pPr>
      <a:lvl2pPr marL="742950" marR="0" indent="-28575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2pPr>
      <a:lvl3pPr marL="1143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3pPr>
      <a:lvl4pPr marL="1600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4pPr>
      <a:lvl5pPr marL="20574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5pPr>
      <a:lvl6pPr marL="25146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6pPr>
      <a:lvl7pPr marL="29718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7pPr>
      <a:lvl8pPr marL="3429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8pPr>
      <a:lvl9pPr marL="3886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/>
          <p:nvPr/>
        </p:nvSpPr>
        <p:spPr>
          <a:xfrm>
            <a:off x="322262" y="5210175"/>
            <a:ext cx="612140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1219200">
              <a:defRPr sz="1600">
                <a:solidFill>
                  <a:srgbClr val="FFFFFF"/>
                </a:solidFill>
              </a:defRPr>
            </a:pPr>
            <a:r>
              <a:rPr lang="nl-NL" sz="1600" dirty="0" smtClean="0">
                <a:solidFill>
                  <a:srgbClr val="FFFFFF"/>
                </a:solidFill>
              </a:rPr>
              <a:t>  </a:t>
            </a:r>
            <a:endParaRPr sz="1600" dirty="0">
              <a:solidFill>
                <a:srgbClr val="FFFFFF"/>
              </a:solidFill>
            </a:endParaRPr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280987" y="69850"/>
            <a:ext cx="7772401" cy="1100138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FFFFFF"/>
                </a:solidFill>
              </a:defRPr>
            </a:lvl1pPr>
          </a:lstStyle>
          <a:p>
            <a:r>
              <a:rPr dirty="0" err="1"/>
              <a:t>Algoritmen</a:t>
            </a:r>
            <a:r>
              <a:rPr dirty="0"/>
              <a:t> &amp; </a:t>
            </a:r>
            <a:r>
              <a:rPr dirty="0" err="1" smtClean="0"/>
              <a:t>Datastructure</a:t>
            </a:r>
            <a:r>
              <a:rPr lang="nl-NL" dirty="0" smtClean="0"/>
              <a:t>n</a:t>
            </a:r>
            <a:endParaRPr dirty="0"/>
          </a:p>
        </p:txBody>
      </p:sp>
      <p:sp>
        <p:nvSpPr>
          <p:cNvPr id="89" name="Shape 89"/>
          <p:cNvSpPr>
            <a:spLocks noGrp="1"/>
          </p:cNvSpPr>
          <p:nvPr>
            <p:ph type="body" sz="quarter" idx="1"/>
          </p:nvPr>
        </p:nvSpPr>
        <p:spPr>
          <a:xfrm>
            <a:off x="330200" y="3429000"/>
            <a:ext cx="6400800" cy="1314450"/>
          </a:xfrm>
          <a:prstGeom prst="rect">
            <a:avLst/>
          </a:prstGeom>
        </p:spPr>
        <p:txBody>
          <a:bodyPr/>
          <a:lstStyle/>
          <a:p>
            <a:pPr algn="l" defTabSz="1133855">
              <a:spcBef>
                <a:spcPts val="400"/>
              </a:spcBef>
              <a:defRPr sz="2418">
                <a:solidFill>
                  <a:srgbClr val="FFFFFF"/>
                </a:solidFill>
              </a:defRPr>
            </a:pPr>
            <a:r>
              <a:rPr lang="nl-NL" dirty="0" err="1" smtClean="0"/>
              <a:t>Hashfunctie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3004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/>
          </p:cNvSpPr>
          <p:nvPr>
            <p:ph type="sldNum" sz="quarter" idx="2"/>
          </p:nvPr>
        </p:nvSpPr>
        <p:spPr>
          <a:xfrm>
            <a:off x="4667765" y="5705903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pPr/>
              <a:t>2</a:t>
            </a:fld>
            <a:endParaRPr/>
          </a:p>
        </p:txBody>
      </p:sp>
      <p:sp>
        <p:nvSpPr>
          <p:cNvPr id="116" name="Shape 11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title"/>
          </p:nvPr>
        </p:nvSpPr>
        <p:spPr>
          <a:xfrm>
            <a:off x="251519" y="214932"/>
            <a:ext cx="8229601" cy="85725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nl-NL" dirty="0" err="1" smtClean="0"/>
              <a:t>Hash</a:t>
            </a:r>
            <a:r>
              <a:rPr lang="nl-NL" dirty="0" smtClean="0"/>
              <a:t> </a:t>
            </a:r>
            <a:r>
              <a:rPr lang="nl-NL" dirty="0" err="1" smtClean="0"/>
              <a:t>table</a:t>
            </a:r>
            <a:r>
              <a:rPr lang="nl-NL" dirty="0" smtClean="0"/>
              <a:t> gebruikt </a:t>
            </a:r>
            <a:r>
              <a:rPr lang="nl-NL" dirty="0" err="1" smtClean="0"/>
              <a:t>hashfunctie</a:t>
            </a:r>
            <a:endParaRPr dirty="0"/>
          </a:p>
        </p:txBody>
      </p:sp>
      <p:graphicFrame>
        <p:nvGraphicFramePr>
          <p:cNvPr id="118" name="Table 118"/>
          <p:cNvGraphicFramePr/>
          <p:nvPr>
            <p:extLst>
              <p:ext uri="{D42A27DB-BD31-4B8C-83A1-F6EECF244321}">
                <p14:modId xmlns:p14="http://schemas.microsoft.com/office/powerpoint/2010/main" val="3401361850"/>
              </p:ext>
            </p:extLst>
          </p:nvPr>
        </p:nvGraphicFramePr>
        <p:xfrm>
          <a:off x="5076056" y="1243908"/>
          <a:ext cx="2243211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1218"/>
                <a:gridCol w="1741993"/>
              </a:tblGrid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latin typeface="+mn-lt"/>
                          <a:ea typeface="+mn-ea"/>
                          <a:cs typeface="+mn-cs"/>
                          <a:sym typeface="Calibri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alex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24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christiaan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latin typeface="+mn-lt"/>
                          <a:ea typeface="+mn-ea"/>
                          <a:cs typeface="+mn-cs"/>
                          <a:sym typeface="Calibri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dirk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24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freek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24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 err="1">
                          <a:latin typeface="+mn-lt"/>
                          <a:ea typeface="+mn-ea"/>
                          <a:cs typeface="+mn-cs"/>
                          <a:sym typeface="Calibri"/>
                        </a:rPr>
                        <a:t>hugo</a:t>
                      </a:r>
                      <a:endParaRPr sz="2400" dirty="0"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21" name="Group 121"/>
          <p:cNvGrpSpPr/>
          <p:nvPr/>
        </p:nvGrpSpPr>
        <p:grpSpPr>
          <a:xfrm>
            <a:off x="1763688" y="2996951"/>
            <a:ext cx="2592290" cy="864097"/>
            <a:chOff x="0" y="0"/>
            <a:chExt cx="2592289" cy="864096"/>
          </a:xfrm>
        </p:grpSpPr>
        <p:sp>
          <p:nvSpPr>
            <p:cNvPr id="119" name="Shape 119"/>
            <p:cNvSpPr/>
            <p:nvPr/>
          </p:nvSpPr>
          <p:spPr>
            <a:xfrm>
              <a:off x="0" y="0"/>
              <a:ext cx="2592289" cy="86409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1219200">
                <a:defRPr sz="4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 sz="4200">
                <a:solidFill>
                  <a:srgbClr val="000000"/>
                </a:solidFill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20" name="Shape 120"/>
            <p:cNvSpPr/>
            <p:nvPr/>
          </p:nvSpPr>
          <p:spPr>
            <a:xfrm>
              <a:off x="42181" y="42181"/>
              <a:ext cx="2507926" cy="646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defTabSz="1219200">
                <a:defRPr sz="4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rPr sz="3600" dirty="0"/>
                <a:t>Hashfunctie</a:t>
              </a:r>
              <a:endParaRPr dirty="0"/>
            </a:p>
          </p:txBody>
        </p:sp>
      </p:grpSp>
      <p:sp>
        <p:nvSpPr>
          <p:cNvPr id="122" name="Shape 122"/>
          <p:cNvSpPr/>
          <p:nvPr/>
        </p:nvSpPr>
        <p:spPr>
          <a:xfrm>
            <a:off x="611560" y="3284983"/>
            <a:ext cx="570568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1219200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erik</a:t>
            </a:r>
          </a:p>
        </p:txBody>
      </p:sp>
      <p:sp>
        <p:nvSpPr>
          <p:cNvPr id="125" name="Shape 125"/>
          <p:cNvSpPr/>
          <p:nvPr/>
        </p:nvSpPr>
        <p:spPr>
          <a:xfrm>
            <a:off x="1182127" y="3540785"/>
            <a:ext cx="568862" cy="517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blurRad="38100" dist="127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4" name="Shape 124"/>
          <p:cNvSpPr/>
          <p:nvPr/>
        </p:nvSpPr>
        <p:spPr>
          <a:xfrm>
            <a:off x="4355975" y="3429000"/>
            <a:ext cx="720082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blurRad="38100" dist="127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1219200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 sz="2400">
              <a:solidFill>
                <a:srgbClr val="000000"/>
              </a:solidFill>
              <a:latin typeface="Calibri"/>
              <a:ea typeface="+mn-e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202480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/>
          </p:cNvSpPr>
          <p:nvPr>
            <p:ph type="sldNum" sz="quarter" idx="2"/>
          </p:nvPr>
        </p:nvSpPr>
        <p:spPr>
          <a:xfrm>
            <a:off x="4635581" y="5705903"/>
            <a:ext cx="232878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  <p:sp>
        <p:nvSpPr>
          <p:cNvPr id="128" name="Shape 128"/>
          <p:cNvSpPr>
            <a:spLocks noGrp="1"/>
          </p:cNvSpPr>
          <p:nvPr>
            <p:ph type="title"/>
          </p:nvPr>
        </p:nvSpPr>
        <p:spPr>
          <a:xfrm>
            <a:off x="226119" y="214932"/>
            <a:ext cx="8229601" cy="857251"/>
          </a:xfrm>
          <a:prstGeom prst="rect">
            <a:avLst/>
          </a:prstGeom>
        </p:spPr>
        <p:txBody>
          <a:bodyPr>
            <a:normAutofit/>
          </a:bodyPr>
          <a:lstStyle>
            <a:lvl1pPr defTabSz="1182624">
              <a:defRPr sz="3298"/>
            </a:lvl1pPr>
          </a:lstStyle>
          <a:p>
            <a:r>
              <a:rPr dirty="0"/>
              <a:t>Code van </a:t>
            </a:r>
            <a:r>
              <a:rPr dirty="0" err="1"/>
              <a:t>een</a:t>
            </a:r>
            <a:r>
              <a:rPr dirty="0"/>
              <a:t> </a:t>
            </a:r>
            <a:r>
              <a:rPr lang="nl-NL" dirty="0" smtClean="0"/>
              <a:t>simpele </a:t>
            </a:r>
            <a:r>
              <a:rPr lang="nl-NL" dirty="0"/>
              <a:t>h</a:t>
            </a:r>
            <a:r>
              <a:rPr dirty="0" err="1" smtClean="0"/>
              <a:t>ashfunctie</a:t>
            </a:r>
            <a:endParaRPr dirty="0"/>
          </a:p>
        </p:txBody>
      </p:sp>
      <p:sp>
        <p:nvSpPr>
          <p:cNvPr id="129" name="Shape 12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SzTx/>
              <a:buNone/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2800" dirty="0"/>
              <a:t>public int hash(String text){	</a:t>
            </a:r>
          </a:p>
          <a:p>
            <a:pPr marL="0" indent="0">
              <a:buSzTx/>
              <a:buNone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2800" dirty="0"/>
              <a:t>	</a:t>
            </a:r>
            <a:r>
              <a:rPr sz="2800" b="1" dirty="0"/>
              <a:t>int hash = text.charAt(0) - 'A';</a:t>
            </a:r>
          </a:p>
          <a:p>
            <a:pPr marL="0" indent="0">
              <a:buSzTx/>
              <a:buNone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2800" dirty="0"/>
              <a:t>	</a:t>
            </a:r>
            <a:r>
              <a:rPr sz="2800" b="1" dirty="0"/>
              <a:t>return hash % TABLE_SIZE;</a:t>
            </a:r>
          </a:p>
          <a:p>
            <a:pPr marL="0" indent="0">
              <a:buSzTx/>
              <a:buNone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2800" b="1" dirty="0"/>
              <a:t>}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>
            <a:spLocks noGrp="1"/>
          </p:cNvSpPr>
          <p:nvPr>
            <p:ph type="sldNum" sz="quarter" idx="2"/>
          </p:nvPr>
        </p:nvSpPr>
        <p:spPr>
          <a:xfrm>
            <a:off x="4635581" y="5705903"/>
            <a:ext cx="232878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sp>
        <p:nvSpPr>
          <p:cNvPr id="209" name="Shape 209"/>
          <p:cNvSpPr>
            <a:spLocks noGrp="1"/>
          </p:cNvSpPr>
          <p:nvPr>
            <p:ph type="body" idx="1"/>
          </p:nvPr>
        </p:nvSpPr>
        <p:spPr>
          <a:xfrm>
            <a:off x="520780" y="1352686"/>
            <a:ext cx="8229601" cy="3145173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0" indent="0">
              <a:buSzTx/>
              <a:buNone/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 smtClean="0"/>
              <a:t>Uniforme verdeling van </a:t>
            </a:r>
            <a:r>
              <a:rPr lang="nl-NL" sz="2800" dirty="0" err="1" smtClean="0"/>
              <a:t>hashwaardes</a:t>
            </a:r>
            <a:endParaRPr lang="nl-NL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 smtClean="0"/>
              <a:t>Gebruikt het hele bereik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 smtClean="0"/>
              <a:t>Weinig clustering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 smtClean="0"/>
              <a:t>Snel te berekenen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N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NL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 err="1" smtClean="0"/>
              <a:t>Cryptografische</a:t>
            </a:r>
            <a:r>
              <a:rPr lang="nl-NL" sz="2800" dirty="0" smtClean="0"/>
              <a:t> </a:t>
            </a:r>
            <a:r>
              <a:rPr lang="nl-NL" sz="2800" dirty="0" err="1" smtClean="0"/>
              <a:t>hash</a:t>
            </a:r>
            <a:r>
              <a:rPr lang="nl-NL" sz="2800" dirty="0" smtClean="0"/>
              <a:t> functies </a:t>
            </a:r>
            <a:r>
              <a:rPr lang="nl-NL" sz="2800" dirty="0" smtClean="0"/>
              <a:t>werken goed</a:t>
            </a:r>
            <a:r>
              <a:rPr lang="nl-NL" sz="2800" dirty="0" smtClean="0"/>
              <a:t>, </a:t>
            </a:r>
            <a:r>
              <a:rPr lang="nl-NL" sz="2800" dirty="0" smtClean="0"/>
              <a:t>maar zijn wel </a:t>
            </a:r>
            <a:r>
              <a:rPr lang="nl-NL" sz="2800" dirty="0" smtClean="0"/>
              <a:t>langzaam.</a:t>
            </a:r>
          </a:p>
        </p:txBody>
      </p:sp>
      <p:sp>
        <p:nvSpPr>
          <p:cNvPr id="210" name="Shape 210"/>
          <p:cNvSpPr>
            <a:spLocks noGrp="1"/>
          </p:cNvSpPr>
          <p:nvPr>
            <p:ph type="title"/>
          </p:nvPr>
        </p:nvSpPr>
        <p:spPr>
          <a:xfrm>
            <a:off x="226119" y="214932"/>
            <a:ext cx="8229601" cy="857251"/>
          </a:xfrm>
          <a:prstGeom prst="rect">
            <a:avLst/>
          </a:prstGeom>
        </p:spPr>
        <p:txBody>
          <a:bodyPr/>
          <a:lstStyle>
            <a:lvl1pPr defTabSz="1109472">
              <a:defRPr sz="3094"/>
            </a:lvl1pPr>
          </a:lstStyle>
          <a:p>
            <a:r>
              <a:rPr lang="nl-NL" dirty="0" smtClean="0"/>
              <a:t>Eisen aan een </a:t>
            </a:r>
            <a:r>
              <a:rPr lang="nl-NL" dirty="0" err="1" smtClean="0"/>
              <a:t>hash</a:t>
            </a:r>
            <a:r>
              <a:rPr lang="nl-NL" dirty="0" smtClean="0"/>
              <a:t> functie</a:t>
            </a:r>
            <a:endParaRPr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>
            <a:spLocks noGrp="1"/>
          </p:cNvSpPr>
          <p:nvPr>
            <p:ph type="sldNum" sz="quarter" idx="2"/>
          </p:nvPr>
        </p:nvSpPr>
        <p:spPr>
          <a:xfrm>
            <a:off x="4667765" y="5705903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sp>
        <p:nvSpPr>
          <p:cNvPr id="112" name="Shape 11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buSzTx/>
            </a:pPr>
            <a:r>
              <a:rPr lang="nl-NL" sz="2400" dirty="0" smtClean="0"/>
              <a:t>Je hebt net een simpele </a:t>
            </a:r>
            <a:r>
              <a:rPr lang="nl-NL" sz="2400" dirty="0" err="1" smtClean="0"/>
              <a:t>hash</a:t>
            </a:r>
            <a:r>
              <a:rPr lang="nl-NL" sz="2400" dirty="0" smtClean="0"/>
              <a:t>-functie gezien. Hoe kan dit nog meer?</a:t>
            </a:r>
            <a:endParaRPr sz="2400" dirty="0"/>
          </a:p>
        </p:txBody>
      </p:sp>
      <p:sp>
        <p:nvSpPr>
          <p:cNvPr id="113" name="Shape 113"/>
          <p:cNvSpPr>
            <a:spLocks noGrp="1"/>
          </p:cNvSpPr>
          <p:nvPr>
            <p:ph type="title"/>
          </p:nvPr>
        </p:nvSpPr>
        <p:spPr>
          <a:xfrm>
            <a:off x="251519" y="214932"/>
            <a:ext cx="8229601" cy="857251"/>
          </a:xfrm>
          <a:prstGeom prst="rect">
            <a:avLst/>
          </a:prstGeom>
        </p:spPr>
        <p:txBody>
          <a:bodyPr/>
          <a:lstStyle/>
          <a:p>
            <a:r>
              <a:rPr lang="nl-NL" dirty="0" smtClean="0"/>
              <a:t>Hoe bereken je een </a:t>
            </a:r>
            <a:r>
              <a:rPr lang="nl-NL" dirty="0" err="1" smtClean="0"/>
              <a:t>hash</a:t>
            </a:r>
            <a:r>
              <a:rPr lang="nl-NL" dirty="0" smtClean="0"/>
              <a:t>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021417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ashtables on ELO">
  <a:themeElements>
    <a:clrScheme name="Hashtables on ELO">
      <a:dk1>
        <a:srgbClr val="23114C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Hashtables on ELO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Hashtables on E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Hashtables on ELO">
  <a:themeElements>
    <a:clrScheme name="Hashtables on ELO">
      <a:dk1>
        <a:srgbClr val="23114C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Hashtables on ELO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Hashtables on E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Hashtables on ELO">
  <a:themeElements>
    <a:clrScheme name="Hashtables on EL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Hashtables on ELO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Hashtables on E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92C47A9634448A67B6C0F4E203E71" ma:contentTypeVersion="3" ma:contentTypeDescription="Een nieuw document maken." ma:contentTypeScope="" ma:versionID="6718b5531c9594f0118ad4d948279b35">
  <xsd:schema xmlns:xsd="http://www.w3.org/2001/XMLSchema" xmlns:xs="http://www.w3.org/2001/XMLSchema" xmlns:p="http://schemas.microsoft.com/office/2006/metadata/properties" xmlns:ns2="a158c91d-1665-465e-9b38-ca2a7ebcd6da" targetNamespace="http://schemas.microsoft.com/office/2006/metadata/properties" ma:root="true" ma:fieldsID="52e0feb564d94f319910592251323171" ns2:_="">
    <xsd:import namespace="a158c91d-1665-465e-9b38-ca2a7ebcd6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8c91d-1665-465e-9b38-ca2a7ebcd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1283E77-B611-418A-827E-9BB1000F2A09}"/>
</file>

<file path=customXml/itemProps2.xml><?xml version="1.0" encoding="utf-8"?>
<ds:datastoreItem xmlns:ds="http://schemas.openxmlformats.org/officeDocument/2006/customXml" ds:itemID="{9823A48F-3F29-429D-80EE-09C136CE39D7}"/>
</file>

<file path=customXml/itemProps3.xml><?xml version="1.0" encoding="utf-8"?>
<ds:datastoreItem xmlns:ds="http://schemas.openxmlformats.org/officeDocument/2006/customXml" ds:itemID="{5E33E70D-9555-438A-8978-850FB7EC4B27}"/>
</file>

<file path=docProps/app.xml><?xml version="1.0" encoding="utf-8"?>
<Properties xmlns="http://schemas.openxmlformats.org/officeDocument/2006/extended-properties" xmlns:vt="http://schemas.openxmlformats.org/officeDocument/2006/docPropsVTypes">
  <TotalTime>17405</TotalTime>
  <Words>89</Words>
  <Application>Microsoft Office PowerPoint</Application>
  <PresentationFormat>Diavoorstelling (4:3)</PresentationFormat>
  <Paragraphs>38</Paragraphs>
  <Slides>5</Slides>
  <Notes>0</Notes>
  <HiddenSlides>0</HiddenSlides>
  <MMClips>0</MMClips>
  <ScaleCrop>false</ScaleCrop>
  <HeadingPairs>
    <vt:vector size="4" baseType="variant">
      <vt:variant>
        <vt:lpstr>Thema</vt:lpstr>
      </vt:variant>
      <vt:variant>
        <vt:i4>2</vt:i4>
      </vt:variant>
      <vt:variant>
        <vt:lpstr>Diatitels</vt:lpstr>
      </vt:variant>
      <vt:variant>
        <vt:i4>5</vt:i4>
      </vt:variant>
    </vt:vector>
  </HeadingPairs>
  <TitlesOfParts>
    <vt:vector size="7" baseType="lpstr">
      <vt:lpstr>Hashtables on ELO</vt:lpstr>
      <vt:lpstr>1_Hashtables on ELO</vt:lpstr>
      <vt:lpstr>Algoritmen &amp; Datastructuren</vt:lpstr>
      <vt:lpstr>Hash table gebruikt hashfunctie</vt:lpstr>
      <vt:lpstr>Code van een simpele hashfunctie</vt:lpstr>
      <vt:lpstr>Eisen aan een hash functie</vt:lpstr>
      <vt:lpstr>Hoe bereken je een hash?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Algoritmen &amp; Datastructuren 1 (iad1)</dc:title>
  <cp:lastModifiedBy>Charlotte Ipema</cp:lastModifiedBy>
  <cp:revision>61</cp:revision>
  <dcterms:modified xsi:type="dcterms:W3CDTF">2018-01-31T11:31:05Z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0x010100D6492C47A9634448A67B6C0F4E203E71</vt:lpwstr>
  </property>
  <property fmtid="{D5CDD505-2E9C-101B-9397-08002B2CF9AE}" pid="3" name="EducationCourse">
    <vt:lpwstr/>
  </property>
  <property fmtid="{D5CDD505-2E9C-101B-9397-08002B2CF9AE}" pid="4" name="EducationYear">
    <vt:lpwstr/>
  </property>
  <property fmtid="{D5CDD505-2E9C-101B-9397-08002B2CF9AE}" pid="5" name="Order">
    <vt:r8>1400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