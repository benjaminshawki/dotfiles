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71" r:id="rId3"/>
    <p:sldId id="264" r:id="rId4"/>
    <p:sldId id="265" r:id="rId5"/>
    <p:sldId id="266" r:id="rId6"/>
    <p:sldId id="267" r:id="rId7"/>
    <p:sldId id="274" r:id="rId8"/>
    <p:sldId id="273" r:id="rId9"/>
  </p:sldIdLst>
  <p:sldSz cx="9144000" cy="6858000" type="screen4x3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23114C"/>
        </a:solidFill>
        <a:effectLst/>
        <a:uFillTx/>
        <a:latin typeface="Verdana"/>
        <a:ea typeface="Verdana"/>
        <a:cs typeface="Verdana"/>
        <a:sym typeface="Verdana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23114C"/>
        </a:solidFill>
        <a:effectLst/>
        <a:uFillTx/>
        <a:latin typeface="Verdana"/>
        <a:ea typeface="Verdana"/>
        <a:cs typeface="Verdana"/>
        <a:sym typeface="Verdana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23114C"/>
        </a:solidFill>
        <a:effectLst/>
        <a:uFillTx/>
        <a:latin typeface="Verdana"/>
        <a:ea typeface="Verdana"/>
        <a:cs typeface="Verdana"/>
        <a:sym typeface="Verdana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23114C"/>
        </a:solidFill>
        <a:effectLst/>
        <a:uFillTx/>
        <a:latin typeface="Verdana"/>
        <a:ea typeface="Verdana"/>
        <a:cs typeface="Verdana"/>
        <a:sym typeface="Verdana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23114C"/>
        </a:solidFill>
        <a:effectLst/>
        <a:uFillTx/>
        <a:latin typeface="Verdana"/>
        <a:ea typeface="Verdana"/>
        <a:cs typeface="Verdana"/>
        <a:sym typeface="Verdana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23114C"/>
        </a:solidFill>
        <a:effectLst/>
        <a:uFillTx/>
        <a:latin typeface="Verdana"/>
        <a:ea typeface="Verdana"/>
        <a:cs typeface="Verdana"/>
        <a:sym typeface="Verdana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23114C"/>
        </a:solidFill>
        <a:effectLst/>
        <a:uFillTx/>
        <a:latin typeface="Verdana"/>
        <a:ea typeface="Verdana"/>
        <a:cs typeface="Verdana"/>
        <a:sym typeface="Verdana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23114C"/>
        </a:solidFill>
        <a:effectLst/>
        <a:uFillTx/>
        <a:latin typeface="Verdana"/>
        <a:ea typeface="Verdana"/>
        <a:cs typeface="Verdana"/>
        <a:sym typeface="Verdana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23114C"/>
        </a:solidFill>
        <a:effectLst/>
        <a:uFillTx/>
        <a:latin typeface="Verdana"/>
        <a:ea typeface="Verdana"/>
        <a:cs typeface="Verdana"/>
        <a:sym typeface="Verdana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Verdana"/>
          <a:ea typeface="Verdana"/>
          <a:cs typeface="Verdana"/>
        </a:font>
        <a:srgbClr val="23114C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Verdana"/>
          <a:ea typeface="Verdana"/>
          <a:cs typeface="Verdana"/>
        </a:font>
        <a:srgbClr val="23114C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Verdana"/>
          <a:ea typeface="Verdana"/>
          <a:cs typeface="Verdana"/>
        </a:font>
        <a:srgbClr val="23114C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Verdana"/>
          <a:ea typeface="Verdana"/>
          <a:cs typeface="Verdana"/>
        </a:font>
        <a:srgbClr val="23114C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7E6E8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Verdana"/>
          <a:ea typeface="Verdana"/>
          <a:cs typeface="Verdana"/>
        </a:font>
        <a:srgbClr val="23114C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23114C"/>
              </a:solidFill>
              <a:prstDash val="solid"/>
              <a:round/>
            </a:ln>
          </a:top>
          <a:bottom>
            <a:ln w="25400" cap="flat">
              <a:solidFill>
                <a:srgbClr val="23114C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23114C"/>
              </a:solidFill>
              <a:prstDash val="solid"/>
              <a:round/>
            </a:ln>
          </a:top>
          <a:bottom>
            <a:ln w="25400" cap="flat">
              <a:solidFill>
                <a:srgbClr val="23114C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Verdana"/>
          <a:ea typeface="Verdana"/>
          <a:cs typeface="Verdana"/>
        </a:font>
        <a:srgbClr val="23114C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CACE"/>
          </a:solidFill>
        </a:fill>
      </a:tcStyle>
    </a:wholeTbl>
    <a:band2H>
      <a:tcTxStyle/>
      <a:tcStyle>
        <a:tcBdr/>
        <a:fill>
          <a:solidFill>
            <a:srgbClr val="E7E6E8"/>
          </a:solidFill>
        </a:fill>
      </a:tcStyle>
    </a:band2H>
    <a:firstCol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23114C"/>
          </a:solidFill>
        </a:fill>
      </a:tcStyle>
    </a:firstCol>
    <a:lastRow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23114C"/>
          </a:solidFill>
        </a:fill>
      </a:tcStyle>
    </a:lastRow>
    <a:firstRow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23114C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Verdana"/>
          <a:ea typeface="Verdana"/>
          <a:cs typeface="Verdana"/>
        </a:font>
        <a:srgbClr val="23114C"/>
      </a:tcTxStyle>
      <a:tcStyle>
        <a:tcBdr>
          <a:left>
            <a:ln w="12700" cap="flat">
              <a:solidFill>
                <a:srgbClr val="23114C"/>
              </a:solidFill>
              <a:prstDash val="solid"/>
              <a:round/>
            </a:ln>
          </a:left>
          <a:right>
            <a:ln w="12700" cap="flat">
              <a:solidFill>
                <a:srgbClr val="23114C"/>
              </a:solidFill>
              <a:prstDash val="solid"/>
              <a:round/>
            </a:ln>
          </a:right>
          <a:top>
            <a:ln w="12700" cap="flat">
              <a:solidFill>
                <a:srgbClr val="23114C"/>
              </a:solidFill>
              <a:prstDash val="solid"/>
              <a:round/>
            </a:ln>
          </a:top>
          <a:bottom>
            <a:ln w="12700" cap="flat">
              <a:solidFill>
                <a:srgbClr val="23114C"/>
              </a:solidFill>
              <a:prstDash val="solid"/>
              <a:round/>
            </a:ln>
          </a:bottom>
          <a:insideH>
            <a:ln w="12700" cap="flat">
              <a:solidFill>
                <a:srgbClr val="23114C"/>
              </a:solidFill>
              <a:prstDash val="solid"/>
              <a:round/>
            </a:ln>
          </a:insideH>
          <a:insideV>
            <a:ln w="12700" cap="flat">
              <a:solidFill>
                <a:srgbClr val="23114C"/>
              </a:solidFill>
              <a:prstDash val="solid"/>
              <a:round/>
            </a:ln>
          </a:insideV>
        </a:tcBdr>
        <a:fill>
          <a:solidFill>
            <a:srgbClr val="23114C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Verdana"/>
          <a:ea typeface="Verdana"/>
          <a:cs typeface="Verdana"/>
        </a:font>
        <a:srgbClr val="23114C"/>
      </a:tcTxStyle>
      <a:tcStyle>
        <a:tcBdr>
          <a:left>
            <a:ln w="12700" cap="flat">
              <a:solidFill>
                <a:srgbClr val="23114C"/>
              </a:solidFill>
              <a:prstDash val="solid"/>
              <a:round/>
            </a:ln>
          </a:left>
          <a:right>
            <a:ln w="12700" cap="flat">
              <a:solidFill>
                <a:srgbClr val="23114C"/>
              </a:solidFill>
              <a:prstDash val="solid"/>
              <a:round/>
            </a:ln>
          </a:right>
          <a:top>
            <a:ln w="12700" cap="flat">
              <a:solidFill>
                <a:srgbClr val="23114C"/>
              </a:solidFill>
              <a:prstDash val="solid"/>
              <a:round/>
            </a:ln>
          </a:top>
          <a:bottom>
            <a:ln w="12700" cap="flat">
              <a:solidFill>
                <a:srgbClr val="23114C"/>
              </a:solidFill>
              <a:prstDash val="solid"/>
              <a:round/>
            </a:ln>
          </a:bottom>
          <a:insideH>
            <a:ln w="12700" cap="flat">
              <a:solidFill>
                <a:srgbClr val="23114C"/>
              </a:solidFill>
              <a:prstDash val="solid"/>
              <a:round/>
            </a:ln>
          </a:insideH>
          <a:insideV>
            <a:ln w="12700" cap="flat">
              <a:solidFill>
                <a:srgbClr val="23114C"/>
              </a:solidFill>
              <a:prstDash val="solid"/>
              <a:round/>
            </a:ln>
          </a:insideV>
        </a:tcBdr>
        <a:fill>
          <a:solidFill>
            <a:srgbClr val="23114C">
              <a:alpha val="20000"/>
            </a:srgbClr>
          </a:solidFill>
        </a:fill>
      </a:tcStyle>
    </a:firstCol>
    <a:lastRow>
      <a:tcTxStyle b="on" i="off">
        <a:font>
          <a:latin typeface="Verdana"/>
          <a:ea typeface="Verdana"/>
          <a:cs typeface="Verdana"/>
        </a:font>
        <a:srgbClr val="23114C"/>
      </a:tcTxStyle>
      <a:tcStyle>
        <a:tcBdr>
          <a:left>
            <a:ln w="12700" cap="flat">
              <a:solidFill>
                <a:srgbClr val="23114C"/>
              </a:solidFill>
              <a:prstDash val="solid"/>
              <a:round/>
            </a:ln>
          </a:left>
          <a:right>
            <a:ln w="12700" cap="flat">
              <a:solidFill>
                <a:srgbClr val="23114C"/>
              </a:solidFill>
              <a:prstDash val="solid"/>
              <a:round/>
            </a:ln>
          </a:right>
          <a:top>
            <a:ln w="50800" cap="flat">
              <a:solidFill>
                <a:srgbClr val="23114C"/>
              </a:solidFill>
              <a:prstDash val="solid"/>
              <a:round/>
            </a:ln>
          </a:top>
          <a:bottom>
            <a:ln w="12700" cap="flat">
              <a:solidFill>
                <a:srgbClr val="23114C"/>
              </a:solidFill>
              <a:prstDash val="solid"/>
              <a:round/>
            </a:ln>
          </a:bottom>
          <a:insideH>
            <a:ln w="12700" cap="flat">
              <a:solidFill>
                <a:srgbClr val="23114C"/>
              </a:solidFill>
              <a:prstDash val="solid"/>
              <a:round/>
            </a:ln>
          </a:insideH>
          <a:insideV>
            <a:ln w="12700" cap="flat">
              <a:solidFill>
                <a:srgbClr val="23114C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Verdana"/>
          <a:ea typeface="Verdana"/>
          <a:cs typeface="Verdana"/>
        </a:font>
        <a:srgbClr val="23114C"/>
      </a:tcTxStyle>
      <a:tcStyle>
        <a:tcBdr>
          <a:left>
            <a:ln w="12700" cap="flat">
              <a:solidFill>
                <a:srgbClr val="23114C"/>
              </a:solidFill>
              <a:prstDash val="solid"/>
              <a:round/>
            </a:ln>
          </a:left>
          <a:right>
            <a:ln w="12700" cap="flat">
              <a:solidFill>
                <a:srgbClr val="23114C"/>
              </a:solidFill>
              <a:prstDash val="solid"/>
              <a:round/>
            </a:ln>
          </a:right>
          <a:top>
            <a:ln w="12700" cap="flat">
              <a:solidFill>
                <a:srgbClr val="23114C"/>
              </a:solidFill>
              <a:prstDash val="solid"/>
              <a:round/>
            </a:ln>
          </a:top>
          <a:bottom>
            <a:ln w="25400" cap="flat">
              <a:solidFill>
                <a:srgbClr val="23114C"/>
              </a:solidFill>
              <a:prstDash val="solid"/>
              <a:round/>
            </a:ln>
          </a:bottom>
          <a:insideH>
            <a:ln w="12700" cap="flat">
              <a:solidFill>
                <a:srgbClr val="23114C"/>
              </a:solidFill>
              <a:prstDash val="solid"/>
              <a:round/>
            </a:ln>
          </a:insideH>
          <a:insideV>
            <a:ln w="12700" cap="flat">
              <a:solidFill>
                <a:srgbClr val="23114C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6" d="100"/>
          <a:sy n="116" d="100"/>
        </p:scale>
        <p:origin x="-128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7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80" name="Shape 8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69703258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1.jpg" descr="HSLeiden PP Template Huisstijl leeg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Shape 12"/>
          <p:cNvSpPr>
            <a:spLocks noGrp="1"/>
          </p:cNvSpPr>
          <p:nvPr>
            <p:ph type="body" sz="quarter" idx="1"/>
          </p:nvPr>
        </p:nvSpPr>
        <p:spPr>
          <a:xfrm>
            <a:off x="250825" y="620712"/>
            <a:ext cx="8713789" cy="72072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>
            <a:lvl1pPr marL="0" indent="0">
              <a:buSzTx/>
              <a:buFontTx/>
              <a:buNone/>
              <a:defRPr b="1">
                <a:solidFill>
                  <a:srgbClr val="FFFFFF"/>
                </a:solidFill>
              </a:defRPr>
            </a:lvl1pPr>
          </a:lstStyle>
          <a:p>
            <a:r>
              <a:t>[Titel van de presentatie]</a:t>
            </a:r>
          </a:p>
        </p:txBody>
      </p:sp>
      <p:sp>
        <p:nvSpPr>
          <p:cNvPr id="13" name="Shape 13"/>
          <p:cNvSpPr>
            <a:spLocks noGrp="1"/>
          </p:cNvSpPr>
          <p:nvPr>
            <p:ph type="body" sz="half" idx="13"/>
          </p:nvPr>
        </p:nvSpPr>
        <p:spPr>
          <a:xfrm>
            <a:off x="251519" y="3500363"/>
            <a:ext cx="8713790" cy="2520926"/>
          </a:xfrm>
          <a:prstGeom prst="rect">
            <a:avLst/>
          </a:prstGeom>
        </p:spPr>
        <p:txBody>
          <a:bodyPr/>
          <a:lstStyle/>
          <a:p>
            <a:pPr marL="11113" indent="71436">
              <a:spcBef>
                <a:spcPts val="400"/>
              </a:spcBef>
              <a:buSzTx/>
              <a:buFontTx/>
              <a:buNone/>
              <a:defRPr sz="20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4" name="Shape 14"/>
          <p:cNvSpPr>
            <a:spLocks noGrp="1"/>
          </p:cNvSpPr>
          <p:nvPr>
            <p:ph type="body" sz="quarter" idx="14"/>
          </p:nvPr>
        </p:nvSpPr>
        <p:spPr>
          <a:xfrm>
            <a:off x="251518" y="6093295"/>
            <a:ext cx="1873773" cy="2872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200"/>
              </a:spcBef>
              <a:buSzTx/>
              <a:buFontTx/>
              <a:buNone/>
              <a:defRPr sz="11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5" name="Shape 15"/>
          <p:cNvSpPr>
            <a:spLocks noGrp="1"/>
          </p:cNvSpPr>
          <p:nvPr>
            <p:ph type="body" sz="quarter" idx="15"/>
          </p:nvPr>
        </p:nvSpPr>
        <p:spPr>
          <a:xfrm>
            <a:off x="250950" y="6308623"/>
            <a:ext cx="1872777" cy="287958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200"/>
              </a:spcBef>
              <a:buSzTx/>
              <a:buFontTx/>
              <a:buNone/>
              <a:defRPr sz="11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6" name="Shape 16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ekstu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2.jpg" descr="HSLeiden PP Template Huisstijl leeg2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24" name="Shape 24"/>
          <p:cNvSpPr>
            <a:spLocks noGrp="1"/>
          </p:cNvSpPr>
          <p:nvPr>
            <p:ph type="body" sz="quarter" idx="1"/>
          </p:nvPr>
        </p:nvSpPr>
        <p:spPr>
          <a:xfrm>
            <a:off x="323031" y="476472"/>
            <a:ext cx="8353426" cy="57626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>
            <a:lvl1pPr marL="0" indent="0">
              <a:spcBef>
                <a:spcPts val="600"/>
              </a:spcBef>
              <a:buSzTx/>
              <a:buFontTx/>
              <a:buNone/>
              <a:defRPr sz="2800" b="1">
                <a:solidFill>
                  <a:srgbClr val="20BDBA"/>
                </a:solidFill>
              </a:defRPr>
            </a:lvl1pPr>
          </a:lstStyle>
          <a:p>
            <a:r>
              <a:t>[Hier komt de kop van de slide]</a:t>
            </a:r>
          </a:p>
        </p:txBody>
      </p:sp>
      <p:sp>
        <p:nvSpPr>
          <p:cNvPr id="25" name="Shape 25"/>
          <p:cNvSpPr>
            <a:spLocks noGrp="1"/>
          </p:cNvSpPr>
          <p:nvPr>
            <p:ph type="body" idx="13"/>
          </p:nvPr>
        </p:nvSpPr>
        <p:spPr>
          <a:xfrm>
            <a:off x="684212" y="1126256"/>
            <a:ext cx="7848601" cy="5327081"/>
          </a:xfrm>
          <a:prstGeom prst="rect">
            <a:avLst/>
          </a:prstGeom>
        </p:spPr>
        <p:txBody>
          <a:bodyPr/>
          <a:lstStyle/>
          <a:p>
            <a:pPr marL="176212" indent="-176212">
              <a:buSzTx/>
              <a:buFontTx/>
              <a:buNone/>
            </a:pPr>
            <a:endParaRPr/>
          </a:p>
        </p:txBody>
      </p:sp>
      <p:sp>
        <p:nvSpPr>
          <p:cNvPr id="26" name="Shape 26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ekstueel +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image2.jpg" descr="HSLeiden PP Template Huisstijl leeg2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34" name="Shape 34"/>
          <p:cNvSpPr>
            <a:spLocks noGrp="1"/>
          </p:cNvSpPr>
          <p:nvPr>
            <p:ph type="body" sz="quarter" idx="1"/>
          </p:nvPr>
        </p:nvSpPr>
        <p:spPr>
          <a:xfrm>
            <a:off x="323031" y="476472"/>
            <a:ext cx="8353426" cy="57626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>
            <a:lvl1pPr marL="0" indent="0">
              <a:spcBef>
                <a:spcPts val="600"/>
              </a:spcBef>
              <a:buSzTx/>
              <a:buFontTx/>
              <a:buNone/>
              <a:defRPr sz="2800" b="1">
                <a:solidFill>
                  <a:srgbClr val="20BDBA"/>
                </a:solidFill>
              </a:defRPr>
            </a:lvl1pPr>
          </a:lstStyle>
          <a:p>
            <a:r>
              <a:t>[Hier komt de kop van de slide]</a:t>
            </a:r>
          </a:p>
        </p:txBody>
      </p:sp>
      <p:sp>
        <p:nvSpPr>
          <p:cNvPr id="35" name="Shape 35"/>
          <p:cNvSpPr>
            <a:spLocks noGrp="1"/>
          </p:cNvSpPr>
          <p:nvPr>
            <p:ph type="body" idx="13"/>
          </p:nvPr>
        </p:nvSpPr>
        <p:spPr>
          <a:xfrm>
            <a:off x="684212" y="1126256"/>
            <a:ext cx="7848601" cy="5327081"/>
          </a:xfrm>
          <a:prstGeom prst="rect">
            <a:avLst/>
          </a:prstGeom>
        </p:spPr>
        <p:txBody>
          <a:bodyPr/>
          <a:lstStyle/>
          <a:p>
            <a:pPr marL="176212" indent="-176212">
              <a:buSzTx/>
              <a:buFontTx/>
              <a:buNone/>
            </a:pPr>
            <a:endParaRPr/>
          </a:p>
        </p:txBody>
      </p:sp>
      <p:sp>
        <p:nvSpPr>
          <p:cNvPr id="36" name="Shape 36"/>
          <p:cNvSpPr>
            <a:spLocks noGrp="1"/>
          </p:cNvSpPr>
          <p:nvPr>
            <p:ph type="pic" sz="quarter" idx="14"/>
          </p:nvPr>
        </p:nvSpPr>
        <p:spPr>
          <a:xfrm>
            <a:off x="5651500" y="3365500"/>
            <a:ext cx="3492500" cy="34925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37" name="Shape 37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4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eldia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>
            <a:spLocks noGrp="1"/>
          </p:cNvSpPr>
          <p:nvPr>
            <p:ph type="title"/>
          </p:nvPr>
        </p:nvSpPr>
        <p:spPr>
          <a:xfrm>
            <a:off x="255984" y="728699"/>
            <a:ext cx="7772401" cy="110252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anchor="b"/>
          <a:lstStyle>
            <a:lvl1pPr defTabSz="1219200">
              <a:defRPr sz="3400" b="1">
                <a:solidFill>
                  <a:srgbClr val="FFFFFF"/>
                </a:solidFill>
              </a:defRPr>
            </a:lvl1pPr>
          </a:lstStyle>
          <a:p>
            <a:r>
              <a:t>Titeltekst</a:t>
            </a:r>
          </a:p>
        </p:txBody>
      </p:sp>
      <p:sp>
        <p:nvSpPr>
          <p:cNvPr id="52" name="Shape 52"/>
          <p:cNvSpPr>
            <a:spLocks noGrp="1"/>
          </p:cNvSpPr>
          <p:nvPr>
            <p:ph type="body" sz="quarter" idx="1"/>
          </p:nvPr>
        </p:nvSpPr>
        <p:spPr>
          <a:xfrm>
            <a:off x="331438" y="3429000"/>
            <a:ext cx="6400803" cy="1314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>
            <a:lvl1pPr marL="0" indent="0" defTabSz="1219200">
              <a:spcBef>
                <a:spcPts val="500"/>
              </a:spcBef>
              <a:buSzTx/>
              <a:buFontTx/>
              <a:buNone/>
              <a:defRPr sz="2600">
                <a:solidFill>
                  <a:srgbClr val="FFFFFF"/>
                </a:solidFill>
              </a:defRPr>
            </a:lvl1pPr>
            <a:lvl2pPr marL="0" indent="0" defTabSz="1219200">
              <a:spcBef>
                <a:spcPts val="500"/>
              </a:spcBef>
              <a:buSzTx/>
              <a:buFontTx/>
              <a:buNone/>
              <a:defRPr sz="2600">
                <a:solidFill>
                  <a:srgbClr val="FFFFFF"/>
                </a:solidFill>
              </a:defRPr>
            </a:lvl2pPr>
            <a:lvl3pPr marL="0" indent="0" defTabSz="1219200">
              <a:spcBef>
                <a:spcPts val="500"/>
              </a:spcBef>
              <a:buSzTx/>
              <a:buFontTx/>
              <a:buNone/>
              <a:defRPr sz="2600">
                <a:solidFill>
                  <a:srgbClr val="FFFFFF"/>
                </a:solidFill>
              </a:defRPr>
            </a:lvl3pPr>
            <a:lvl4pPr marL="0" indent="0" defTabSz="1219200">
              <a:spcBef>
                <a:spcPts val="500"/>
              </a:spcBef>
              <a:buSzTx/>
              <a:buFontTx/>
              <a:buNone/>
              <a:defRPr sz="2600">
                <a:solidFill>
                  <a:srgbClr val="FFFFFF"/>
                </a:solidFill>
              </a:defRPr>
            </a:lvl4pPr>
            <a:lvl5pPr marL="0" indent="0" defTabSz="1219200">
              <a:spcBef>
                <a:spcPts val="500"/>
              </a:spcBef>
              <a:buSzTx/>
              <a:buFontTx/>
              <a:buNone/>
              <a:defRPr sz="2600">
                <a:solidFill>
                  <a:srgbClr val="FFFFFF"/>
                </a:solidFill>
              </a:defRPr>
            </a:lvl5pPr>
          </a:lstStyle>
          <a:p>
            <a:r>
              <a:t>Hoofdtekst - niveau één</a:t>
            </a:r>
          </a:p>
          <a:p>
            <a:pPr lvl="1"/>
            <a:r>
              <a:t>Hoofdtekst - niveau twee</a:t>
            </a:r>
          </a:p>
          <a:p>
            <a:pPr lvl="2"/>
            <a:r>
              <a:t>Hoofdtekst - niveau drie</a:t>
            </a:r>
          </a:p>
          <a:p>
            <a:pPr lvl="3"/>
            <a:r>
              <a:t>Hoofdtekst - niveau vier</a:t>
            </a:r>
          </a:p>
          <a:p>
            <a:pPr lvl="4"/>
            <a:r>
              <a:t>Hoofdtekst - niveau vijf</a:t>
            </a:r>
          </a:p>
        </p:txBody>
      </p:sp>
      <p:sp>
        <p:nvSpPr>
          <p:cNvPr id="53" name="Shape 53"/>
          <p:cNvSpPr>
            <a:spLocks noGrp="1"/>
          </p:cNvSpPr>
          <p:nvPr>
            <p:ph type="sldNum" sz="quarter" idx="2"/>
          </p:nvPr>
        </p:nvSpPr>
        <p:spPr>
          <a:xfrm>
            <a:off x="6423888" y="5489892"/>
            <a:ext cx="258624" cy="269241"/>
          </a:xfrm>
          <a:prstGeom prst="rect">
            <a:avLst/>
          </a:prstGeom>
        </p:spPr>
        <p:txBody>
          <a:bodyPr/>
          <a:lstStyle>
            <a:lvl1pPr algn="ctr" defTabSz="1219200">
              <a:defRPr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lleen titel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60"/>
          <p:cNvSpPr/>
          <p:nvPr/>
        </p:nvSpPr>
        <p:spPr>
          <a:xfrm>
            <a:off x="4644008" y="5751257"/>
            <a:ext cx="216026" cy="216003"/>
          </a:xfrm>
          <a:prstGeom prst="ellipse">
            <a:avLst/>
          </a:prstGeom>
          <a:solidFill>
            <a:srgbClr val="20BDBA"/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1219200">
              <a:defRPr sz="24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61" name="Shape 61"/>
          <p:cNvSpPr>
            <a:spLocks noGrp="1"/>
          </p:cNvSpPr>
          <p:nvPr>
            <p:ph type="body" idx="1"/>
          </p:nvPr>
        </p:nvSpPr>
        <p:spPr>
          <a:xfrm>
            <a:off x="539550" y="1772816"/>
            <a:ext cx="8229602" cy="3232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>
            <a:lvl1pPr marL="457200" indent="-457200" defTabSz="1219200">
              <a:spcBef>
                <a:spcPts val="600"/>
              </a:spcBef>
              <a:defRPr sz="3200"/>
            </a:lvl1pPr>
            <a:lvl2pPr marL="872836" indent="-415636" defTabSz="1219200">
              <a:spcBef>
                <a:spcPts val="600"/>
              </a:spcBef>
              <a:buChar char="–"/>
              <a:defRPr sz="3200"/>
            </a:lvl2pPr>
            <a:lvl3pPr marL="1299409" indent="-385009" defTabSz="1219200">
              <a:spcBef>
                <a:spcPts val="600"/>
              </a:spcBef>
              <a:defRPr sz="3200"/>
            </a:lvl3pPr>
            <a:lvl4pPr marL="1801905" indent="-430305" defTabSz="1219200">
              <a:spcBef>
                <a:spcPts val="600"/>
              </a:spcBef>
              <a:buChar char="–"/>
              <a:defRPr sz="3200"/>
            </a:lvl4pPr>
            <a:lvl5pPr marL="2351313" indent="-522513" defTabSz="1219200">
              <a:spcBef>
                <a:spcPts val="600"/>
              </a:spcBef>
              <a:buChar char="»"/>
              <a:defRPr sz="3200"/>
            </a:lvl5pPr>
          </a:lstStyle>
          <a:p>
            <a:r>
              <a:t>Hoofdtekst - niveau één</a:t>
            </a:r>
          </a:p>
          <a:p>
            <a:pPr lvl="1"/>
            <a:r>
              <a:t>Hoofdtekst - niveau twee</a:t>
            </a:r>
          </a:p>
          <a:p>
            <a:pPr lvl="2"/>
            <a:r>
              <a:t>Hoofdtekst - niveau drie</a:t>
            </a:r>
          </a:p>
          <a:p>
            <a:pPr lvl="3"/>
            <a:r>
              <a:t>Hoofdtekst - niveau vier</a:t>
            </a:r>
          </a:p>
          <a:p>
            <a:pPr lvl="4"/>
            <a:r>
              <a:t>Hoofdtekst - niveau vijf</a:t>
            </a:r>
          </a:p>
        </p:txBody>
      </p:sp>
      <p:sp>
        <p:nvSpPr>
          <p:cNvPr id="62" name="Shape 62"/>
          <p:cNvSpPr>
            <a:spLocks noGrp="1"/>
          </p:cNvSpPr>
          <p:nvPr>
            <p:ph type="title"/>
          </p:nvPr>
        </p:nvSpPr>
        <p:spPr>
          <a:xfrm>
            <a:off x="251518" y="1059582"/>
            <a:ext cx="8229602" cy="85725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>
            <a:lvl1pPr defTabSz="1219200">
              <a:defRPr sz="3400" b="1"/>
            </a:lvl1pPr>
          </a:lstStyle>
          <a:p>
            <a:r>
              <a:t>Titeltekst</a:t>
            </a:r>
          </a:p>
        </p:txBody>
      </p:sp>
      <p:sp>
        <p:nvSpPr>
          <p:cNvPr id="63" name="Shape 63"/>
          <p:cNvSpPr>
            <a:spLocks noGrp="1"/>
          </p:cNvSpPr>
          <p:nvPr>
            <p:ph type="sldNum" sz="quarter" idx="2"/>
          </p:nvPr>
        </p:nvSpPr>
        <p:spPr>
          <a:xfrm>
            <a:off x="4635581" y="5705903"/>
            <a:ext cx="232878" cy="256541"/>
          </a:xfrm>
          <a:prstGeom prst="rect">
            <a:avLst/>
          </a:prstGeom>
        </p:spPr>
        <p:txBody>
          <a:bodyPr/>
          <a:lstStyle>
            <a:lvl1pPr algn="ctr" defTabSz="1219200">
              <a:defRPr sz="10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457200" y="92074"/>
            <a:ext cx="8229600" cy="1508127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endParaRPr/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52578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endParaRPr/>
          </a:p>
        </p:txBody>
      </p:sp>
      <p:sp>
        <p:nvSpPr>
          <p:cNvPr id="4" name="Shape 4"/>
          <p:cNvSpPr>
            <a:spLocks noGrp="1"/>
          </p:cNvSpPr>
          <p:nvPr>
            <p:ph type="sldNum" sz="quarter" idx="2"/>
          </p:nvPr>
        </p:nvSpPr>
        <p:spPr>
          <a:xfrm>
            <a:off x="4419600" y="6172200"/>
            <a:ext cx="21336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fld id="{86CB4B4D-7CA3-9044-876B-883B54F8677D}" type="slidenum">
              <a:t>‹nr.›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ransition spd="med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20BDBA"/>
          </a:solidFill>
          <a:uFillTx/>
          <a:latin typeface="Verdana"/>
          <a:ea typeface="Verdana"/>
          <a:cs typeface="Verdana"/>
          <a:sym typeface="Verdana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20BDBA"/>
          </a:solidFill>
          <a:uFillTx/>
          <a:latin typeface="Verdana"/>
          <a:ea typeface="Verdana"/>
          <a:cs typeface="Verdana"/>
          <a:sym typeface="Verdana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20BDBA"/>
          </a:solidFill>
          <a:uFillTx/>
          <a:latin typeface="Verdana"/>
          <a:ea typeface="Verdana"/>
          <a:cs typeface="Verdana"/>
          <a:sym typeface="Verdana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20BDBA"/>
          </a:solidFill>
          <a:uFillTx/>
          <a:latin typeface="Verdana"/>
          <a:ea typeface="Verdana"/>
          <a:cs typeface="Verdana"/>
          <a:sym typeface="Verdana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20BDBA"/>
          </a:solidFill>
          <a:uFillTx/>
          <a:latin typeface="Verdana"/>
          <a:ea typeface="Verdana"/>
          <a:cs typeface="Verdana"/>
          <a:sym typeface="Verdana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20BDBA"/>
          </a:solidFill>
          <a:uFillTx/>
          <a:latin typeface="Verdana"/>
          <a:ea typeface="Verdana"/>
          <a:cs typeface="Verdana"/>
          <a:sym typeface="Verdana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20BDBA"/>
          </a:solidFill>
          <a:uFillTx/>
          <a:latin typeface="Verdana"/>
          <a:ea typeface="Verdana"/>
          <a:cs typeface="Verdana"/>
          <a:sym typeface="Verdana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20BDBA"/>
          </a:solidFill>
          <a:uFillTx/>
          <a:latin typeface="Verdana"/>
          <a:ea typeface="Verdana"/>
          <a:cs typeface="Verdana"/>
          <a:sym typeface="Verdana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20BDBA"/>
          </a:solidFill>
          <a:uFillTx/>
          <a:latin typeface="Verdana"/>
          <a:ea typeface="Verdana"/>
          <a:cs typeface="Verdana"/>
          <a:sym typeface="Verdana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rgbClr val="23114C"/>
          </a:solidFill>
          <a:uFillTx/>
          <a:latin typeface="Verdana"/>
          <a:ea typeface="Verdana"/>
          <a:cs typeface="Verdana"/>
          <a:sym typeface="Verdana"/>
        </a:defRPr>
      </a:lvl1pPr>
      <a:lvl2pPr marL="742950" marR="0" indent="-28575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rgbClr val="23114C"/>
          </a:solidFill>
          <a:uFillTx/>
          <a:latin typeface="Verdana"/>
          <a:ea typeface="Verdana"/>
          <a:cs typeface="Verdana"/>
          <a:sym typeface="Verdana"/>
        </a:defRPr>
      </a:lvl2pPr>
      <a:lvl3pPr marL="1143000" marR="0" indent="-22860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rgbClr val="23114C"/>
          </a:solidFill>
          <a:uFillTx/>
          <a:latin typeface="Verdana"/>
          <a:ea typeface="Verdana"/>
          <a:cs typeface="Verdana"/>
          <a:sym typeface="Verdana"/>
        </a:defRPr>
      </a:lvl3pPr>
      <a:lvl4pPr marL="1600200" marR="0" indent="-22860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rgbClr val="23114C"/>
          </a:solidFill>
          <a:uFillTx/>
          <a:latin typeface="Verdana"/>
          <a:ea typeface="Verdana"/>
          <a:cs typeface="Verdana"/>
          <a:sym typeface="Verdana"/>
        </a:defRPr>
      </a:lvl4pPr>
      <a:lvl5pPr marL="2057400" marR="0" indent="-22860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rgbClr val="23114C"/>
          </a:solidFill>
          <a:uFillTx/>
          <a:latin typeface="Verdana"/>
          <a:ea typeface="Verdana"/>
          <a:cs typeface="Verdana"/>
          <a:sym typeface="Verdana"/>
        </a:defRPr>
      </a:lvl5pPr>
      <a:lvl6pPr marL="2514600" marR="0" indent="-22860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rgbClr val="23114C"/>
          </a:solidFill>
          <a:uFillTx/>
          <a:latin typeface="Verdana"/>
          <a:ea typeface="Verdana"/>
          <a:cs typeface="Verdana"/>
          <a:sym typeface="Verdana"/>
        </a:defRPr>
      </a:lvl6pPr>
      <a:lvl7pPr marL="2971800" marR="0" indent="-22860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rgbClr val="23114C"/>
          </a:solidFill>
          <a:uFillTx/>
          <a:latin typeface="Verdana"/>
          <a:ea typeface="Verdana"/>
          <a:cs typeface="Verdana"/>
          <a:sym typeface="Verdana"/>
        </a:defRPr>
      </a:lvl7pPr>
      <a:lvl8pPr marL="3429000" marR="0" indent="-22860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rgbClr val="23114C"/>
          </a:solidFill>
          <a:uFillTx/>
          <a:latin typeface="Verdana"/>
          <a:ea typeface="Verdana"/>
          <a:cs typeface="Verdana"/>
          <a:sym typeface="Verdana"/>
        </a:defRPr>
      </a:lvl8pPr>
      <a:lvl9pPr marL="3886200" marR="0" indent="-22860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rgbClr val="23114C"/>
          </a:solidFill>
          <a:uFillTx/>
          <a:latin typeface="Verdana"/>
          <a:ea typeface="Verdana"/>
          <a:cs typeface="Verdana"/>
          <a:sym typeface="Verdana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82"/>
          <p:cNvSpPr/>
          <p:nvPr/>
        </p:nvSpPr>
        <p:spPr>
          <a:xfrm>
            <a:off x="323526" y="5211198"/>
            <a:ext cx="6120684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defTabSz="1219200">
              <a:defRPr sz="1600">
                <a:solidFill>
                  <a:srgbClr val="FFFFFF"/>
                </a:solidFill>
              </a:defRPr>
            </a:pPr>
            <a:r>
              <a:rPr lang="nl-NL" dirty="0" smtClean="0"/>
              <a:t>  </a:t>
            </a:r>
            <a:endParaRPr dirty="0"/>
          </a:p>
        </p:txBody>
      </p:sp>
      <p:sp>
        <p:nvSpPr>
          <p:cNvPr id="83" name="Shape 83"/>
          <p:cNvSpPr>
            <a:spLocks noGrp="1"/>
          </p:cNvSpPr>
          <p:nvPr>
            <p:ph type="title"/>
          </p:nvPr>
        </p:nvSpPr>
        <p:spPr>
          <a:xfrm>
            <a:off x="243284" y="93699"/>
            <a:ext cx="7772401" cy="1102521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r>
              <a:rPr dirty="0" err="1"/>
              <a:t>Algoritmen</a:t>
            </a:r>
            <a:r>
              <a:rPr dirty="0"/>
              <a:t> &amp; </a:t>
            </a:r>
            <a:r>
              <a:rPr dirty="0" err="1" smtClean="0"/>
              <a:t>Datastructuren</a:t>
            </a:r>
            <a:endParaRPr dirty="0"/>
          </a:p>
        </p:txBody>
      </p:sp>
      <p:sp>
        <p:nvSpPr>
          <p:cNvPr id="84" name="Shape 84"/>
          <p:cNvSpPr>
            <a:spLocks noGrp="1"/>
          </p:cNvSpPr>
          <p:nvPr>
            <p:ph type="body" sz="quarter" idx="1"/>
          </p:nvPr>
        </p:nvSpPr>
        <p:spPr>
          <a:xfrm>
            <a:off x="331438" y="3429000"/>
            <a:ext cx="6400803" cy="1314450"/>
          </a:xfrm>
          <a:prstGeom prst="rect">
            <a:avLst/>
          </a:prstGeom>
        </p:spPr>
        <p:txBody>
          <a:bodyPr/>
          <a:lstStyle/>
          <a:p>
            <a:pPr defTabSz="1133855">
              <a:spcBef>
                <a:spcPts val="400"/>
              </a:spcBef>
              <a:defRPr sz="2418"/>
            </a:pPr>
            <a:r>
              <a:rPr dirty="0" smtClean="0"/>
              <a:t>Heapsort</a:t>
            </a:r>
            <a:endParaRPr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121"/>
          <p:cNvSpPr>
            <a:spLocks noGrp="1"/>
          </p:cNvSpPr>
          <p:nvPr>
            <p:ph type="sldNum" sz="quarter" idx="4294967295"/>
          </p:nvPr>
        </p:nvSpPr>
        <p:spPr>
          <a:xfrm>
            <a:off x="4667765" y="5705903"/>
            <a:ext cx="168510" cy="2565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>
            <a:lvl1pPr algn="ctr" defTabSz="1219200">
              <a:defRPr sz="10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fld id="{86CB4B4D-7CA3-9044-876B-883B54F8677D}" type="slidenum">
              <a:t>2</a:t>
            </a:fld>
            <a:endParaRPr/>
          </a:p>
        </p:txBody>
      </p:sp>
      <p:sp>
        <p:nvSpPr>
          <p:cNvPr id="122" name="Shape 122"/>
          <p:cNvSpPr>
            <a:spLocks noGrp="1"/>
          </p:cNvSpPr>
          <p:nvPr>
            <p:ph type="title"/>
          </p:nvPr>
        </p:nvSpPr>
        <p:spPr>
          <a:xfrm>
            <a:off x="238819" y="214932"/>
            <a:ext cx="8229601" cy="857252"/>
          </a:xfrm>
          <a:prstGeom prst="rect">
            <a:avLst/>
          </a:prstGeom>
        </p:spPr>
        <p:txBody>
          <a:bodyPr/>
          <a:lstStyle/>
          <a:p>
            <a:r>
              <a:t>Wat is een heap?</a:t>
            </a:r>
          </a:p>
        </p:txBody>
      </p:sp>
      <p:sp>
        <p:nvSpPr>
          <p:cNvPr id="123" name="Shape 123"/>
          <p:cNvSpPr>
            <a:spLocks noGrp="1"/>
          </p:cNvSpPr>
          <p:nvPr>
            <p:ph type="body" idx="1"/>
          </p:nvPr>
        </p:nvSpPr>
        <p:spPr>
          <a:xfrm>
            <a:off x="457199" y="1061616"/>
            <a:ext cx="8229602" cy="3232456"/>
          </a:xfrm>
          <a:prstGeom prst="rect">
            <a:avLst/>
          </a:prstGeom>
        </p:spPr>
        <p:txBody>
          <a:bodyPr>
            <a:normAutofit fontScale="85000" lnSpcReduction="20000"/>
          </a:bodyPr>
          <a:lstStyle/>
          <a:p>
            <a:pPr marL="0" indent="0" defTabSz="963168">
              <a:spcBef>
                <a:spcPts val="500"/>
              </a:spcBef>
              <a:buSzTx/>
              <a:buNone/>
              <a:defRPr sz="2528"/>
            </a:pPr>
            <a:r>
              <a:rPr dirty="0" err="1"/>
              <a:t>Een</a:t>
            </a:r>
            <a:r>
              <a:rPr dirty="0"/>
              <a:t> heap is </a:t>
            </a:r>
            <a:r>
              <a:rPr dirty="0" err="1"/>
              <a:t>letterlijk</a:t>
            </a:r>
            <a:r>
              <a:rPr dirty="0"/>
              <a:t> </a:t>
            </a:r>
            <a:r>
              <a:rPr dirty="0" err="1"/>
              <a:t>vertaald</a:t>
            </a:r>
            <a:r>
              <a:rPr dirty="0"/>
              <a:t> </a:t>
            </a:r>
            <a:r>
              <a:rPr dirty="0" err="1"/>
              <a:t>een</a:t>
            </a:r>
            <a:r>
              <a:rPr dirty="0"/>
              <a:t> “hoop”. </a:t>
            </a:r>
          </a:p>
          <a:p>
            <a:pPr marL="0" indent="0" defTabSz="963168">
              <a:spcBef>
                <a:spcPts val="500"/>
              </a:spcBef>
              <a:buSzTx/>
              <a:buNone/>
              <a:defRPr sz="2528"/>
            </a:pPr>
            <a:endParaRPr dirty="0"/>
          </a:p>
          <a:p>
            <a:pPr marL="0" indent="0" defTabSz="963168">
              <a:spcBef>
                <a:spcPts val="500"/>
              </a:spcBef>
              <a:buSzTx/>
              <a:buNone/>
              <a:defRPr sz="2528"/>
            </a:pPr>
            <a:r>
              <a:rPr dirty="0" err="1"/>
              <a:t>Een</a:t>
            </a:r>
            <a:r>
              <a:rPr dirty="0"/>
              <a:t> heap </a:t>
            </a:r>
            <a:r>
              <a:rPr dirty="0" err="1"/>
              <a:t>bevat</a:t>
            </a:r>
            <a:r>
              <a:rPr dirty="0"/>
              <a:t> </a:t>
            </a:r>
            <a:r>
              <a:rPr dirty="0" err="1"/>
              <a:t>elementen</a:t>
            </a:r>
            <a:r>
              <a:rPr dirty="0"/>
              <a:t>. </a:t>
            </a:r>
          </a:p>
          <a:p>
            <a:pPr marL="0" indent="0" defTabSz="963168">
              <a:spcBef>
                <a:spcPts val="500"/>
              </a:spcBef>
              <a:buSzTx/>
              <a:buNone/>
              <a:defRPr sz="2528"/>
            </a:pPr>
            <a:endParaRPr lang="nl-NL" dirty="0" smtClean="0"/>
          </a:p>
          <a:p>
            <a:pPr marL="0" indent="0" defTabSz="963168">
              <a:spcBef>
                <a:spcPts val="500"/>
              </a:spcBef>
              <a:buSzTx/>
              <a:buNone/>
              <a:defRPr sz="2528"/>
            </a:pPr>
            <a:r>
              <a:rPr lang="nl-NL" dirty="0" smtClean="0"/>
              <a:t>Een </a:t>
            </a:r>
            <a:r>
              <a:rPr lang="nl-NL" dirty="0" err="1" smtClean="0"/>
              <a:t>heap</a:t>
            </a:r>
            <a:r>
              <a:rPr lang="nl-NL" dirty="0" smtClean="0"/>
              <a:t> heeft de vorm van een </a:t>
            </a:r>
            <a:r>
              <a:rPr lang="nl-NL" b="1" dirty="0" smtClean="0"/>
              <a:t>binaire boom</a:t>
            </a:r>
          </a:p>
          <a:p>
            <a:pPr marL="0" indent="0" defTabSz="963168">
              <a:spcBef>
                <a:spcPts val="500"/>
              </a:spcBef>
              <a:buSzTx/>
              <a:buNone/>
              <a:defRPr sz="2528"/>
            </a:pPr>
            <a:r>
              <a:rPr lang="nl-NL" dirty="0" smtClean="0"/>
              <a:t>Je kunt hem handig opslaan in een </a:t>
            </a:r>
            <a:r>
              <a:rPr lang="nl-NL" b="1" dirty="0" smtClean="0"/>
              <a:t>array</a:t>
            </a:r>
          </a:p>
          <a:p>
            <a:pPr marL="0" indent="0" defTabSz="963168">
              <a:spcBef>
                <a:spcPts val="500"/>
              </a:spcBef>
              <a:buSzTx/>
              <a:buNone/>
              <a:defRPr sz="2528"/>
            </a:pPr>
            <a:endParaRPr dirty="0"/>
          </a:p>
          <a:p>
            <a:pPr marL="0" indent="0" defTabSz="963168">
              <a:spcBef>
                <a:spcPts val="500"/>
              </a:spcBef>
              <a:buSzTx/>
              <a:buNone/>
              <a:defRPr sz="2528"/>
            </a:pPr>
            <a:r>
              <a:rPr dirty="0" err="1"/>
              <a:t>Er</a:t>
            </a:r>
            <a:r>
              <a:rPr dirty="0"/>
              <a:t> </a:t>
            </a:r>
            <a:r>
              <a:rPr dirty="0" err="1"/>
              <a:t>zijn</a:t>
            </a:r>
            <a:r>
              <a:rPr dirty="0"/>
              <a:t> twee </a:t>
            </a:r>
            <a:r>
              <a:rPr dirty="0" err="1"/>
              <a:t>smaken</a:t>
            </a:r>
            <a:r>
              <a:rPr dirty="0"/>
              <a:t>:</a:t>
            </a:r>
          </a:p>
          <a:p>
            <a:pPr marL="361188" indent="-361188" defTabSz="963168">
              <a:spcBef>
                <a:spcPts val="500"/>
              </a:spcBef>
              <a:defRPr sz="2528"/>
            </a:pPr>
            <a:r>
              <a:rPr lang="nl-NL" dirty="0" smtClean="0"/>
              <a:t>min-</a:t>
            </a:r>
            <a:r>
              <a:rPr lang="nl-NL" dirty="0" err="1" smtClean="0"/>
              <a:t>heap</a:t>
            </a:r>
            <a:endParaRPr dirty="0"/>
          </a:p>
          <a:p>
            <a:pPr marL="361188" indent="-361188" defTabSz="963168">
              <a:spcBef>
                <a:spcPts val="500"/>
              </a:spcBef>
              <a:defRPr sz="2528"/>
            </a:pPr>
            <a:r>
              <a:rPr lang="nl-NL" dirty="0" smtClean="0"/>
              <a:t>max-</a:t>
            </a:r>
            <a:r>
              <a:rPr lang="nl-NL" dirty="0" err="1" smtClean="0"/>
              <a:t>heap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90280304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125"/>
          <p:cNvSpPr>
            <a:spLocks noGrp="1"/>
          </p:cNvSpPr>
          <p:nvPr>
            <p:ph type="sldNum" sz="quarter" idx="4294967295"/>
          </p:nvPr>
        </p:nvSpPr>
        <p:spPr>
          <a:xfrm>
            <a:off x="4667765" y="5705903"/>
            <a:ext cx="168510" cy="2565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>
            <a:lvl1pPr algn="ctr" defTabSz="1219200">
              <a:defRPr sz="10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fld id="{86CB4B4D-7CA3-9044-876B-883B54F8677D}" type="slidenum">
              <a:t>3</a:t>
            </a:fld>
            <a:endParaRPr/>
          </a:p>
        </p:txBody>
      </p:sp>
      <p:pic>
        <p:nvPicPr>
          <p:cNvPr id="126" name="image3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95993" y="1772816"/>
            <a:ext cx="7516716" cy="3232456"/>
          </a:xfrm>
          <a:prstGeom prst="rect">
            <a:avLst/>
          </a:prstGeom>
          <a:ln w="12700">
            <a:miter lim="400000"/>
          </a:ln>
        </p:spPr>
      </p:pic>
      <p:sp>
        <p:nvSpPr>
          <p:cNvPr id="127" name="Shape 127"/>
          <p:cNvSpPr>
            <a:spLocks noGrp="1"/>
          </p:cNvSpPr>
          <p:nvPr>
            <p:ph type="title"/>
          </p:nvPr>
        </p:nvSpPr>
        <p:spPr>
          <a:xfrm>
            <a:off x="276919" y="169578"/>
            <a:ext cx="8229601" cy="857252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dirty="0" err="1"/>
              <a:t>Een</a:t>
            </a:r>
            <a:r>
              <a:rPr dirty="0"/>
              <a:t> heap </a:t>
            </a:r>
            <a:r>
              <a:rPr lang="nl-NL" dirty="0" smtClean="0"/>
              <a:t>als </a:t>
            </a:r>
            <a:r>
              <a:rPr dirty="0" smtClean="0"/>
              <a:t>binary </a:t>
            </a:r>
            <a:r>
              <a:rPr dirty="0"/>
              <a:t>tree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129"/>
          <p:cNvSpPr>
            <a:spLocks noGrp="1"/>
          </p:cNvSpPr>
          <p:nvPr>
            <p:ph type="sldNum" sz="quarter" idx="4294967295"/>
          </p:nvPr>
        </p:nvSpPr>
        <p:spPr>
          <a:xfrm>
            <a:off x="4635581" y="5705903"/>
            <a:ext cx="232878" cy="2565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>
            <a:lvl1pPr algn="ctr" defTabSz="1219200">
              <a:defRPr sz="10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fld id="{86CB4B4D-7CA3-9044-876B-883B54F8677D}" type="slidenum">
              <a:t>4</a:t>
            </a:fld>
            <a:endParaRPr/>
          </a:p>
        </p:txBody>
      </p:sp>
      <p:sp>
        <p:nvSpPr>
          <p:cNvPr id="130" name="Shape 130"/>
          <p:cNvSpPr>
            <a:spLocks noGrp="1"/>
          </p:cNvSpPr>
          <p:nvPr>
            <p:ph type="title"/>
          </p:nvPr>
        </p:nvSpPr>
        <p:spPr>
          <a:xfrm>
            <a:off x="238819" y="169578"/>
            <a:ext cx="8229601" cy="857252"/>
          </a:xfrm>
          <a:prstGeom prst="rect">
            <a:avLst/>
          </a:prstGeom>
        </p:spPr>
        <p:txBody>
          <a:bodyPr/>
          <a:lstStyle/>
          <a:p>
            <a:r>
              <a:rPr dirty="0" smtClean="0"/>
              <a:t>O</a:t>
            </a:r>
            <a:r>
              <a:rPr lang="nl-NL" dirty="0" err="1" smtClean="0"/>
              <a:t>pgeslagen</a:t>
            </a:r>
            <a:r>
              <a:rPr dirty="0" smtClean="0"/>
              <a:t> </a:t>
            </a:r>
            <a:r>
              <a:rPr dirty="0" err="1"/>
              <a:t>als</a:t>
            </a:r>
            <a:r>
              <a:rPr dirty="0"/>
              <a:t> array</a:t>
            </a:r>
          </a:p>
        </p:txBody>
      </p:sp>
      <p:pic>
        <p:nvPicPr>
          <p:cNvPr id="131" name="image4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16909" y="1026829"/>
            <a:ext cx="5313276" cy="461282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133"/>
          <p:cNvSpPr>
            <a:spLocks noGrp="1"/>
          </p:cNvSpPr>
          <p:nvPr>
            <p:ph type="sldNum" sz="quarter" idx="4294967295"/>
          </p:nvPr>
        </p:nvSpPr>
        <p:spPr>
          <a:xfrm>
            <a:off x="4635581" y="5705903"/>
            <a:ext cx="232878" cy="2565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>
            <a:lvl1pPr algn="ctr" defTabSz="1219200">
              <a:defRPr sz="10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fld id="{86CB4B4D-7CA3-9044-876B-883B54F8677D}" type="slidenum">
              <a:t>5</a:t>
            </a:fld>
            <a:endParaRPr/>
          </a:p>
        </p:txBody>
      </p:sp>
      <p:pic>
        <p:nvPicPr>
          <p:cNvPr id="134" name="image5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01363" y="1026830"/>
            <a:ext cx="7925012" cy="5062437"/>
          </a:xfrm>
          <a:prstGeom prst="rect">
            <a:avLst/>
          </a:prstGeom>
          <a:ln w="12700">
            <a:miter lim="400000"/>
          </a:ln>
        </p:spPr>
      </p:pic>
      <p:sp>
        <p:nvSpPr>
          <p:cNvPr id="135" name="Shape 135"/>
          <p:cNvSpPr>
            <a:spLocks noGrp="1"/>
          </p:cNvSpPr>
          <p:nvPr>
            <p:ph type="title"/>
          </p:nvPr>
        </p:nvSpPr>
        <p:spPr>
          <a:xfrm>
            <a:off x="226119" y="169578"/>
            <a:ext cx="8229601" cy="857252"/>
          </a:xfrm>
          <a:prstGeom prst="rect">
            <a:avLst/>
          </a:prstGeom>
        </p:spPr>
        <p:txBody>
          <a:bodyPr/>
          <a:lstStyle/>
          <a:p>
            <a:r>
              <a:t>Min en maxheap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/>
          <p:cNvSpPr>
            <a:spLocks noGrp="1"/>
          </p:cNvSpPr>
          <p:nvPr>
            <p:ph type="sldNum" sz="quarter" idx="4294967295"/>
          </p:nvPr>
        </p:nvSpPr>
        <p:spPr>
          <a:xfrm>
            <a:off x="4635581" y="5705903"/>
            <a:ext cx="232878" cy="2565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>
            <a:lvl1pPr algn="ctr" defTabSz="1219200">
              <a:defRPr sz="10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fld id="{86CB4B4D-7CA3-9044-876B-883B54F8677D}" type="slidenum">
              <a:t>6</a:t>
            </a:fld>
            <a:endParaRPr/>
          </a:p>
        </p:txBody>
      </p:sp>
      <p:sp>
        <p:nvSpPr>
          <p:cNvPr id="138" name="Shape 138"/>
          <p:cNvSpPr>
            <a:spLocks noGrp="1"/>
          </p:cNvSpPr>
          <p:nvPr>
            <p:ph type="body" idx="1"/>
          </p:nvPr>
        </p:nvSpPr>
        <p:spPr>
          <a:xfrm>
            <a:off x="539551" y="1772816"/>
            <a:ext cx="8229601" cy="3232456"/>
          </a:xfrm>
          <a:prstGeom prst="rect">
            <a:avLst/>
          </a:prstGeom>
        </p:spPr>
        <p:txBody>
          <a:bodyPr>
            <a:normAutofit fontScale="85000" lnSpcReduction="20000"/>
          </a:bodyPr>
          <a:lstStyle/>
          <a:p>
            <a:pPr defTabSz="999744">
              <a:spcBef>
                <a:spcPts val="500"/>
              </a:spcBef>
              <a:buSzTx/>
              <a:defRPr sz="2624"/>
            </a:pPr>
            <a:r>
              <a:rPr lang="nl-NL" dirty="0" err="1" smtClean="0"/>
              <a:t>getParent</a:t>
            </a:r>
            <a:r>
              <a:rPr lang="nl-NL" dirty="0" smtClean="0"/>
              <a:t>(</a:t>
            </a:r>
            <a:r>
              <a:rPr lang="nl-NL" dirty="0" err="1" smtClean="0"/>
              <a:t>id</a:t>
            </a:r>
            <a:r>
              <a:rPr lang="nl-NL" dirty="0" smtClean="0"/>
              <a:t>)</a:t>
            </a:r>
          </a:p>
          <a:p>
            <a:pPr defTabSz="999744">
              <a:spcBef>
                <a:spcPts val="500"/>
              </a:spcBef>
              <a:buSzTx/>
              <a:defRPr sz="2624"/>
            </a:pPr>
            <a:r>
              <a:rPr lang="nl-NL" dirty="0" err="1" smtClean="0"/>
              <a:t>getLeftChild</a:t>
            </a:r>
            <a:r>
              <a:rPr lang="nl-NL" dirty="0" smtClean="0"/>
              <a:t>(</a:t>
            </a:r>
            <a:r>
              <a:rPr lang="nl-NL" dirty="0" err="1" smtClean="0"/>
              <a:t>id</a:t>
            </a:r>
            <a:r>
              <a:rPr lang="nl-NL" dirty="0" smtClean="0"/>
              <a:t>) &amp; </a:t>
            </a:r>
            <a:r>
              <a:rPr lang="nl-NL" dirty="0" err="1" smtClean="0"/>
              <a:t>getRightChild</a:t>
            </a:r>
            <a:r>
              <a:rPr lang="nl-NL" dirty="0" smtClean="0"/>
              <a:t>(</a:t>
            </a:r>
            <a:r>
              <a:rPr lang="nl-NL" dirty="0" err="1" smtClean="0"/>
              <a:t>id</a:t>
            </a:r>
            <a:r>
              <a:rPr lang="nl-NL" dirty="0" smtClean="0"/>
              <a:t>)</a:t>
            </a:r>
          </a:p>
          <a:p>
            <a:pPr lvl="1" defTabSz="999744">
              <a:spcBef>
                <a:spcPts val="500"/>
              </a:spcBef>
              <a:buSzTx/>
              <a:defRPr sz="2624"/>
            </a:pPr>
            <a:r>
              <a:rPr lang="nl-NL" dirty="0" smtClean="0"/>
              <a:t>Wat als de kinderen niet bestaan?</a:t>
            </a:r>
          </a:p>
          <a:p>
            <a:pPr defTabSz="999744">
              <a:spcBef>
                <a:spcPts val="500"/>
              </a:spcBef>
              <a:buSzTx/>
              <a:defRPr sz="2624"/>
            </a:pPr>
            <a:endParaRPr lang="nl-NL" dirty="0" smtClean="0"/>
          </a:p>
          <a:p>
            <a:pPr defTabSz="999744">
              <a:spcBef>
                <a:spcPts val="500"/>
              </a:spcBef>
              <a:buSzTx/>
              <a:defRPr sz="2624"/>
            </a:pPr>
            <a:r>
              <a:rPr lang="nl-NL" dirty="0" err="1"/>
              <a:t>swim</a:t>
            </a:r>
            <a:r>
              <a:rPr lang="nl-NL" dirty="0"/>
              <a:t>(</a:t>
            </a:r>
            <a:r>
              <a:rPr lang="nl-NL" dirty="0" err="1"/>
              <a:t>id</a:t>
            </a:r>
            <a:r>
              <a:rPr lang="nl-NL" dirty="0"/>
              <a:t>)</a:t>
            </a:r>
          </a:p>
          <a:p>
            <a:pPr defTabSz="999744">
              <a:spcBef>
                <a:spcPts val="500"/>
              </a:spcBef>
              <a:buSzTx/>
              <a:defRPr sz="2624"/>
            </a:pPr>
            <a:r>
              <a:rPr lang="nl-NL" dirty="0" err="1"/>
              <a:t>sink</a:t>
            </a:r>
            <a:r>
              <a:rPr lang="nl-NL" dirty="0"/>
              <a:t>(</a:t>
            </a:r>
            <a:r>
              <a:rPr lang="nl-NL" dirty="0" err="1"/>
              <a:t>id</a:t>
            </a:r>
            <a:r>
              <a:rPr lang="nl-NL" dirty="0"/>
              <a:t>)</a:t>
            </a:r>
          </a:p>
          <a:p>
            <a:pPr defTabSz="999744">
              <a:spcBef>
                <a:spcPts val="500"/>
              </a:spcBef>
              <a:buSzTx/>
              <a:defRPr sz="2624"/>
            </a:pPr>
            <a:endParaRPr lang="nl-NL" dirty="0"/>
          </a:p>
          <a:p>
            <a:pPr defTabSz="999744">
              <a:spcBef>
                <a:spcPts val="500"/>
              </a:spcBef>
              <a:buSzTx/>
              <a:defRPr sz="2624"/>
            </a:pPr>
            <a:r>
              <a:rPr lang="nl-NL" dirty="0" err="1" smtClean="0"/>
              <a:t>size</a:t>
            </a:r>
            <a:r>
              <a:rPr lang="nl-NL" dirty="0" smtClean="0"/>
              <a:t>()</a:t>
            </a:r>
          </a:p>
          <a:p>
            <a:pPr defTabSz="999744">
              <a:spcBef>
                <a:spcPts val="500"/>
              </a:spcBef>
              <a:buSzTx/>
              <a:defRPr sz="2624"/>
            </a:pPr>
            <a:r>
              <a:rPr lang="nl-NL" dirty="0" err="1" smtClean="0"/>
              <a:t>isEmpty</a:t>
            </a:r>
            <a:r>
              <a:rPr lang="nl-NL" dirty="0" smtClean="0"/>
              <a:t>()</a:t>
            </a:r>
          </a:p>
          <a:p>
            <a:pPr defTabSz="999744">
              <a:spcBef>
                <a:spcPts val="500"/>
              </a:spcBef>
              <a:buSzTx/>
              <a:defRPr sz="2624"/>
            </a:pPr>
            <a:endParaRPr lang="nl-NL" dirty="0" smtClean="0"/>
          </a:p>
        </p:txBody>
      </p:sp>
      <p:sp>
        <p:nvSpPr>
          <p:cNvPr id="139" name="Shape 139"/>
          <p:cNvSpPr>
            <a:spLocks noGrp="1"/>
          </p:cNvSpPr>
          <p:nvPr>
            <p:ph type="title"/>
          </p:nvPr>
        </p:nvSpPr>
        <p:spPr>
          <a:xfrm>
            <a:off x="251519" y="310282"/>
            <a:ext cx="8229601" cy="857251"/>
          </a:xfrm>
          <a:prstGeom prst="rect">
            <a:avLst/>
          </a:prstGeom>
        </p:spPr>
        <p:txBody>
          <a:bodyPr/>
          <a:lstStyle/>
          <a:p>
            <a:r>
              <a:rPr lang="nl-NL" dirty="0" err="1" smtClean="0"/>
              <a:t>Heap</a:t>
            </a:r>
            <a:r>
              <a:rPr lang="nl-NL" smtClean="0"/>
              <a:t> methodes</a:t>
            </a:r>
            <a:endParaRPr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/>
          <p:cNvSpPr>
            <a:spLocks noGrp="1"/>
          </p:cNvSpPr>
          <p:nvPr>
            <p:ph type="sldNum" sz="quarter" idx="4294967295"/>
          </p:nvPr>
        </p:nvSpPr>
        <p:spPr>
          <a:xfrm>
            <a:off x="4635581" y="5705903"/>
            <a:ext cx="232878" cy="2565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>
            <a:lvl1pPr algn="ctr" defTabSz="1219200">
              <a:defRPr sz="10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fld id="{86CB4B4D-7CA3-9044-876B-883B54F8677D}" type="slidenum">
              <a:t>7</a:t>
            </a:fld>
            <a:endParaRPr/>
          </a:p>
        </p:txBody>
      </p:sp>
      <p:sp>
        <p:nvSpPr>
          <p:cNvPr id="138" name="Shape 138"/>
          <p:cNvSpPr>
            <a:spLocks noGrp="1"/>
          </p:cNvSpPr>
          <p:nvPr>
            <p:ph type="body" idx="1"/>
          </p:nvPr>
        </p:nvSpPr>
        <p:spPr>
          <a:xfrm>
            <a:off x="539551" y="1772816"/>
            <a:ext cx="8229601" cy="3232456"/>
          </a:xfrm>
          <a:prstGeom prst="rect">
            <a:avLst/>
          </a:prstGeom>
        </p:spPr>
        <p:txBody>
          <a:bodyPr/>
          <a:lstStyle/>
          <a:p>
            <a:pPr defTabSz="999744">
              <a:spcBef>
                <a:spcPts val="500"/>
              </a:spcBef>
              <a:buSzTx/>
              <a:defRPr sz="2624"/>
            </a:pPr>
            <a:r>
              <a:rPr lang="nl-NL" dirty="0" err="1" smtClean="0"/>
              <a:t>heapify</a:t>
            </a:r>
            <a:r>
              <a:rPr lang="nl-NL" dirty="0" smtClean="0"/>
              <a:t>() / </a:t>
            </a:r>
            <a:r>
              <a:rPr lang="nl-NL" dirty="0" err="1" smtClean="0"/>
              <a:t>buildMaxheap</a:t>
            </a:r>
            <a:r>
              <a:rPr lang="nl-NL" smtClean="0"/>
              <a:t>()</a:t>
            </a:r>
            <a:r>
              <a:rPr lang="nl-NL" dirty="0" smtClean="0"/>
              <a:t>	</a:t>
            </a:r>
            <a:r>
              <a:rPr lang="nl-NL" smtClean="0"/>
              <a:t>: </a:t>
            </a:r>
            <a:br>
              <a:rPr lang="nl-NL" smtClean="0"/>
            </a:br>
            <a:r>
              <a:rPr lang="nl-NL" smtClean="0"/>
              <a:t>	bouwt </a:t>
            </a:r>
            <a:r>
              <a:rPr lang="nl-NL" dirty="0" smtClean="0"/>
              <a:t>een </a:t>
            </a:r>
            <a:r>
              <a:rPr lang="nl-NL" dirty="0" err="1" smtClean="0"/>
              <a:t>heap</a:t>
            </a:r>
            <a:r>
              <a:rPr lang="nl-NL" dirty="0" smtClean="0"/>
              <a:t> uit een array</a:t>
            </a:r>
          </a:p>
          <a:p>
            <a:pPr defTabSz="999744">
              <a:spcBef>
                <a:spcPts val="500"/>
              </a:spcBef>
              <a:buSzTx/>
              <a:defRPr sz="2624"/>
            </a:pPr>
            <a:r>
              <a:rPr lang="nl-NL" dirty="0" err="1" smtClean="0"/>
              <a:t>insert</a:t>
            </a:r>
            <a:r>
              <a:rPr lang="nl-NL" dirty="0" smtClean="0"/>
              <a:t>(element) : voegt een element toe</a:t>
            </a:r>
          </a:p>
          <a:p>
            <a:pPr defTabSz="999744">
              <a:spcBef>
                <a:spcPts val="500"/>
              </a:spcBef>
              <a:buSzTx/>
              <a:defRPr sz="2624"/>
            </a:pPr>
            <a:r>
              <a:rPr lang="nl-NL" dirty="0" err="1" smtClean="0"/>
              <a:t>remove</a:t>
            </a:r>
            <a:r>
              <a:rPr lang="nl-NL" dirty="0" smtClean="0"/>
              <a:t>() : verwijdert het root-element</a:t>
            </a:r>
            <a:endParaRPr dirty="0" err="1" smtClean="0"/>
          </a:p>
        </p:txBody>
      </p:sp>
      <p:sp>
        <p:nvSpPr>
          <p:cNvPr id="139" name="Shape 139"/>
          <p:cNvSpPr>
            <a:spLocks noGrp="1"/>
          </p:cNvSpPr>
          <p:nvPr>
            <p:ph type="title"/>
          </p:nvPr>
        </p:nvSpPr>
        <p:spPr>
          <a:xfrm>
            <a:off x="251519" y="310282"/>
            <a:ext cx="8229601" cy="857251"/>
          </a:xfrm>
          <a:prstGeom prst="rect">
            <a:avLst/>
          </a:prstGeom>
        </p:spPr>
        <p:txBody>
          <a:bodyPr/>
          <a:lstStyle/>
          <a:p>
            <a:r>
              <a:rPr lang="nl-NL" dirty="0" err="1" smtClean="0"/>
              <a:t>Heap</a:t>
            </a:r>
            <a:r>
              <a:rPr lang="nl-NL" dirty="0" smtClean="0"/>
              <a:t> methodes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7329397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/>
          <p:cNvSpPr>
            <a:spLocks noGrp="1"/>
          </p:cNvSpPr>
          <p:nvPr>
            <p:ph type="sldNum" sz="quarter" idx="4294967295"/>
          </p:nvPr>
        </p:nvSpPr>
        <p:spPr>
          <a:xfrm>
            <a:off x="4635581" y="5705903"/>
            <a:ext cx="232878" cy="2565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>
            <a:lvl1pPr algn="ctr" defTabSz="1219200">
              <a:defRPr sz="10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fld id="{86CB4B4D-7CA3-9044-876B-883B54F8677D}" type="slidenum">
              <a:t>8</a:t>
            </a:fld>
            <a:endParaRPr/>
          </a:p>
        </p:txBody>
      </p:sp>
      <p:sp>
        <p:nvSpPr>
          <p:cNvPr id="138" name="Shape 138"/>
          <p:cNvSpPr>
            <a:spLocks noGrp="1"/>
          </p:cNvSpPr>
          <p:nvPr>
            <p:ph type="body" idx="1"/>
          </p:nvPr>
        </p:nvSpPr>
        <p:spPr>
          <a:xfrm>
            <a:off x="539551" y="1772816"/>
            <a:ext cx="8229601" cy="3232456"/>
          </a:xfrm>
          <a:prstGeom prst="rect">
            <a:avLst/>
          </a:prstGeom>
        </p:spPr>
        <p:txBody>
          <a:bodyPr/>
          <a:lstStyle/>
          <a:p>
            <a:pPr marL="0" indent="0" defTabSz="999744">
              <a:spcBef>
                <a:spcPts val="500"/>
              </a:spcBef>
              <a:buSzTx/>
              <a:buNone/>
              <a:defRPr sz="2624"/>
            </a:pPr>
            <a:r>
              <a:rPr dirty="0" err="1"/>
              <a:t>Voor</a:t>
            </a:r>
            <a:r>
              <a:rPr dirty="0"/>
              <a:t> elk element in de heap (</a:t>
            </a:r>
            <a:r>
              <a:rPr dirty="0" err="1"/>
              <a:t>totdat</a:t>
            </a:r>
            <a:r>
              <a:rPr dirty="0"/>
              <a:t> de heap </a:t>
            </a:r>
            <a:r>
              <a:rPr dirty="0" err="1"/>
              <a:t>leeg</a:t>
            </a:r>
            <a:r>
              <a:rPr dirty="0"/>
              <a:t> is</a:t>
            </a:r>
            <a:r>
              <a:rPr dirty="0" smtClean="0"/>
              <a:t>)</a:t>
            </a:r>
            <a:r>
              <a:rPr lang="nl-NL" dirty="0" smtClean="0"/>
              <a:t>:</a:t>
            </a:r>
            <a:endParaRPr dirty="0"/>
          </a:p>
          <a:p>
            <a:pPr marL="0" indent="0" defTabSz="999744">
              <a:spcBef>
                <a:spcPts val="500"/>
              </a:spcBef>
              <a:buSzTx/>
              <a:buNone/>
              <a:defRPr sz="2624"/>
            </a:pPr>
            <a:r>
              <a:rPr dirty="0"/>
              <a:t>	</a:t>
            </a:r>
            <a:r>
              <a:rPr dirty="0" err="1"/>
              <a:t>vraag</a:t>
            </a:r>
            <a:r>
              <a:rPr dirty="0"/>
              <a:t> de max </a:t>
            </a:r>
            <a:r>
              <a:rPr dirty="0" err="1"/>
              <a:t>waarde</a:t>
            </a:r>
            <a:r>
              <a:rPr dirty="0"/>
              <a:t> van de heap op.</a:t>
            </a:r>
          </a:p>
          <a:p>
            <a:pPr marL="0" indent="0" defTabSz="999744">
              <a:spcBef>
                <a:spcPts val="500"/>
              </a:spcBef>
              <a:buSzTx/>
              <a:buNone/>
              <a:defRPr sz="2624"/>
            </a:pPr>
            <a:r>
              <a:rPr dirty="0"/>
              <a:t>	</a:t>
            </a:r>
            <a:r>
              <a:rPr dirty="0" err="1"/>
              <a:t>zet</a:t>
            </a:r>
            <a:r>
              <a:rPr dirty="0"/>
              <a:t> </a:t>
            </a:r>
            <a:r>
              <a:rPr dirty="0" err="1"/>
              <a:t>deze</a:t>
            </a:r>
            <a:r>
              <a:rPr dirty="0"/>
              <a:t> </a:t>
            </a:r>
            <a:r>
              <a:rPr dirty="0" err="1"/>
              <a:t>achteraan</a:t>
            </a:r>
            <a:r>
              <a:rPr dirty="0"/>
              <a:t> in de heap.</a:t>
            </a:r>
          </a:p>
          <a:p>
            <a:pPr marL="0" indent="0" defTabSz="999744">
              <a:spcBef>
                <a:spcPts val="500"/>
              </a:spcBef>
              <a:buSzTx/>
              <a:buNone/>
              <a:defRPr sz="2624"/>
            </a:pPr>
            <a:r>
              <a:rPr dirty="0"/>
              <a:t>	</a:t>
            </a:r>
            <a:r>
              <a:rPr dirty="0" err="1"/>
              <a:t>verklein</a:t>
            </a:r>
            <a:r>
              <a:rPr dirty="0"/>
              <a:t> de heap met </a:t>
            </a:r>
            <a:r>
              <a:rPr dirty="0" err="1"/>
              <a:t>één</a:t>
            </a:r>
            <a:r>
              <a:rPr dirty="0"/>
              <a:t> element</a:t>
            </a:r>
          </a:p>
          <a:p>
            <a:pPr marL="0" indent="0" defTabSz="999744">
              <a:spcBef>
                <a:spcPts val="500"/>
              </a:spcBef>
              <a:buSzTx/>
              <a:buNone/>
              <a:defRPr sz="2624"/>
            </a:pPr>
            <a:r>
              <a:rPr dirty="0"/>
              <a:t>	</a:t>
            </a:r>
            <a:r>
              <a:rPr dirty="0" err="1"/>
              <a:t>laat</a:t>
            </a:r>
            <a:r>
              <a:rPr dirty="0"/>
              <a:t> de heap </a:t>
            </a:r>
            <a:r>
              <a:rPr dirty="0" err="1"/>
              <a:t>weer</a:t>
            </a:r>
            <a:r>
              <a:rPr dirty="0"/>
              <a:t> </a:t>
            </a:r>
            <a:r>
              <a:rPr dirty="0" err="1"/>
              <a:t>zich</a:t>
            </a:r>
            <a:r>
              <a:rPr dirty="0"/>
              <a:t> </a:t>
            </a:r>
            <a:r>
              <a:rPr dirty="0" err="1"/>
              <a:t>opnieuw</a:t>
            </a:r>
            <a:r>
              <a:rPr dirty="0"/>
              <a:t> </a:t>
            </a:r>
            <a:r>
              <a:rPr dirty="0" err="1"/>
              <a:t>opbouwen</a:t>
            </a:r>
            <a:endParaRPr dirty="0"/>
          </a:p>
        </p:txBody>
      </p:sp>
      <p:sp>
        <p:nvSpPr>
          <p:cNvPr id="139" name="Shape 139"/>
          <p:cNvSpPr>
            <a:spLocks noGrp="1"/>
          </p:cNvSpPr>
          <p:nvPr>
            <p:ph type="title"/>
          </p:nvPr>
        </p:nvSpPr>
        <p:spPr>
          <a:xfrm>
            <a:off x="251519" y="310282"/>
            <a:ext cx="8229601" cy="857251"/>
          </a:xfrm>
          <a:prstGeom prst="rect">
            <a:avLst/>
          </a:prstGeom>
        </p:spPr>
        <p:txBody>
          <a:bodyPr/>
          <a:lstStyle/>
          <a:p>
            <a:r>
              <a:t>Heapsort pseudocode</a:t>
            </a:r>
          </a:p>
        </p:txBody>
      </p:sp>
    </p:spTree>
    <p:extLst>
      <p:ext uri="{BB962C8B-B14F-4D97-AF65-F5344CB8AC3E}">
        <p14:creationId xmlns:p14="http://schemas.microsoft.com/office/powerpoint/2010/main" val="2838475339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Hashtables on ELO">
  <a:themeElements>
    <a:clrScheme name="Hashtables on ELO">
      <a:dk1>
        <a:srgbClr val="23114C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Hashtables on ELO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Hashtables on EL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23114C"/>
            </a:solidFill>
            <a:effectLst/>
            <a:uFillTx/>
            <a:latin typeface="Verdana"/>
            <a:ea typeface="Verdana"/>
            <a:cs typeface="Verdana"/>
            <a:sym typeface="Verdan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23114C"/>
            </a:solidFill>
            <a:effectLst/>
            <a:uFillTx/>
            <a:latin typeface="Verdana"/>
            <a:ea typeface="Verdana"/>
            <a:cs typeface="Verdana"/>
            <a:sym typeface="Verdan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Hashtables on ELO">
  <a:themeElements>
    <a:clrScheme name="Hashtables on ELO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Hashtables on ELO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Hashtables on EL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23114C"/>
            </a:solidFill>
            <a:effectLst/>
            <a:uFillTx/>
            <a:latin typeface="Verdana"/>
            <a:ea typeface="Verdana"/>
            <a:cs typeface="Verdana"/>
            <a:sym typeface="Verdan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23114C"/>
            </a:solidFill>
            <a:effectLst/>
            <a:uFillTx/>
            <a:latin typeface="Verdana"/>
            <a:ea typeface="Verdana"/>
            <a:cs typeface="Verdana"/>
            <a:sym typeface="Verdan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6492C47A9634448A67B6C0F4E203E71" ma:contentTypeVersion="3" ma:contentTypeDescription="Een nieuw document maken." ma:contentTypeScope="" ma:versionID="6718b5531c9594f0118ad4d948279b35">
  <xsd:schema xmlns:xsd="http://www.w3.org/2001/XMLSchema" xmlns:xs="http://www.w3.org/2001/XMLSchema" xmlns:p="http://schemas.microsoft.com/office/2006/metadata/properties" xmlns:ns2="a158c91d-1665-465e-9b38-ca2a7ebcd6da" targetNamespace="http://schemas.microsoft.com/office/2006/metadata/properties" ma:root="true" ma:fieldsID="52e0feb564d94f319910592251323171" ns2:_="">
    <xsd:import namespace="a158c91d-1665-465e-9b38-ca2a7ebcd6d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58c91d-1665-465e-9b38-ca2a7ebcd6d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87958BE-BF7E-4E69-B95B-E5A5EF93C4DC}"/>
</file>

<file path=customXml/itemProps2.xml><?xml version="1.0" encoding="utf-8"?>
<ds:datastoreItem xmlns:ds="http://schemas.openxmlformats.org/officeDocument/2006/customXml" ds:itemID="{68F43B3F-8251-45BF-A601-2E6C5E791516}"/>
</file>

<file path=customXml/itemProps3.xml><?xml version="1.0" encoding="utf-8"?>
<ds:datastoreItem xmlns:ds="http://schemas.openxmlformats.org/officeDocument/2006/customXml" ds:itemID="{5D11853A-7E09-484A-8A02-C1DD32384AA6}"/>
</file>

<file path=docProps/app.xml><?xml version="1.0" encoding="utf-8"?>
<Properties xmlns="http://schemas.openxmlformats.org/officeDocument/2006/extended-properties" xmlns:vt="http://schemas.openxmlformats.org/officeDocument/2006/docPropsVTypes">
  <TotalTime>2571</TotalTime>
  <Words>114</Words>
  <Application>Microsoft Office PowerPoint</Application>
  <PresentationFormat>Diavoorstelling (4:3)</PresentationFormat>
  <Paragraphs>44</Paragraphs>
  <Slides>8</Slides>
  <Notes>0</Notes>
  <HiddenSlides>0</HiddenSlides>
  <MMClips>0</MMClips>
  <ScaleCrop>false</ScaleCrop>
  <HeadingPairs>
    <vt:vector size="4" baseType="variant">
      <vt:variant>
        <vt:lpstr>Thema</vt:lpstr>
      </vt:variant>
      <vt:variant>
        <vt:i4>1</vt:i4>
      </vt:variant>
      <vt:variant>
        <vt:lpstr>Diatitels</vt:lpstr>
      </vt:variant>
      <vt:variant>
        <vt:i4>8</vt:i4>
      </vt:variant>
    </vt:vector>
  </HeadingPairs>
  <TitlesOfParts>
    <vt:vector size="9" baseType="lpstr">
      <vt:lpstr>Hashtables on ELO</vt:lpstr>
      <vt:lpstr>Algoritmen &amp; Datastructuren</vt:lpstr>
      <vt:lpstr>Wat is een heap?</vt:lpstr>
      <vt:lpstr>Een heap als binary tree</vt:lpstr>
      <vt:lpstr>Opgeslagen als array</vt:lpstr>
      <vt:lpstr>Min en maxheap</vt:lpstr>
      <vt:lpstr>Heap methodes</vt:lpstr>
      <vt:lpstr>Heap methodes</vt:lpstr>
      <vt:lpstr>Heapsort pseudocode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Algoritmen &amp; Datastructuren 1 (iad1)</dc:title>
  <cp:lastModifiedBy>Charlotte Ipema</cp:lastModifiedBy>
  <cp:revision>70</cp:revision>
  <dcterms:modified xsi:type="dcterms:W3CDTF">2017-12-13T09:23:22Z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0x010100D6492C47A9634448A67B6C0F4E203E71</vt:lpwstr>
  </property>
  <property fmtid="{D5CDD505-2E9C-101B-9397-08002B2CF9AE}" pid="3" name="EducationCourse">
    <vt:lpwstr/>
  </property>
  <property fmtid="{D5CDD505-2E9C-101B-9397-08002B2CF9AE}" pid="4" name="EducationYear">
    <vt:lpwstr/>
  </property>
  <property fmtid="{D5CDD505-2E9C-101B-9397-08002B2CF9AE}" pid="5" name="Order">
    <vt:r8>900</vt:r8>
  </property>
  <property fmtid="{D5CDD505-2E9C-101B-9397-08002B2CF9AE}" pid="6" name="xd_Signature">
    <vt:bool>false</vt:bool>
  </property>
  <property fmtid="{D5CDD505-2E9C-101B-9397-08002B2CF9AE}" pid="7" name="xd_ProgID">
    <vt:lpwstr/>
  </property>
  <property fmtid="{D5CDD505-2E9C-101B-9397-08002B2CF9AE}" pid="8" name="TriggerFlowInfo">
    <vt:lpwstr/>
  </property>
  <property fmtid="{D5CDD505-2E9C-101B-9397-08002B2CF9AE}" pid="9" name="_SourceUrl">
    <vt:lpwstr/>
  </property>
  <property fmtid="{D5CDD505-2E9C-101B-9397-08002B2CF9AE}" pid="10" name="_SharedFileIndex">
    <vt:lpwstr/>
  </property>
  <property fmtid="{D5CDD505-2E9C-101B-9397-08002B2CF9AE}" pid="11" name="ComplianceAssetId">
    <vt:lpwstr/>
  </property>
  <property fmtid="{D5CDD505-2E9C-101B-9397-08002B2CF9AE}" pid="12" name="TemplateUrl">
    <vt:lpwstr/>
  </property>
  <property fmtid="{D5CDD505-2E9C-101B-9397-08002B2CF9AE}" pid="13" name="_ExtendedDescription">
    <vt:lpwstr/>
  </property>
</Properties>
</file>