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32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237389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/>
              <a:t>  </a:t>
            </a:r>
            <a:endParaRPr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smtClean="0"/>
              <a:t>Introductie vak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/>
          </p:cNvSpPr>
          <p:nvPr>
            <p:ph type="sldNum" sz="quarter" idx="4294967295"/>
          </p:nvPr>
        </p:nvSpPr>
        <p:spPr>
          <a:xfrm>
            <a:off x="4667133" y="5704998"/>
            <a:ext cx="168509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96" name="Shape 96"/>
          <p:cNvSpPr>
            <a:spLocks noGrp="1"/>
          </p:cNvSpPr>
          <p:nvPr>
            <p:ph type="body" idx="1"/>
          </p:nvPr>
        </p:nvSpPr>
        <p:spPr>
          <a:xfrm>
            <a:off x="538162" y="1771649"/>
            <a:ext cx="8229601" cy="347585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955040">
              <a:spcBef>
                <a:spcPts val="400"/>
              </a:spcBef>
              <a:buSzTx/>
              <a:buNone/>
              <a:defRPr sz="1920" b="1"/>
            </a:pPr>
            <a:r>
              <a:rPr lang="nl-NL" dirty="0" smtClean="0"/>
              <a:t>2 x per jaar gegeven</a:t>
            </a:r>
            <a:endParaRPr lang="nl-NL" dirty="0"/>
          </a:p>
          <a:p>
            <a:pPr marL="0" indent="0" defTabSz="955040">
              <a:spcBef>
                <a:spcPts val="400"/>
              </a:spcBef>
              <a:buSzTx/>
              <a:buNone/>
              <a:defRPr sz="1920" b="1"/>
            </a:pPr>
            <a:r>
              <a:rPr dirty="0" err="1" smtClean="0"/>
              <a:t>Onderwijs</a:t>
            </a:r>
            <a:r>
              <a:rPr dirty="0"/>
              <a:t>:</a:t>
            </a:r>
            <a:r>
              <a:rPr b="0" dirty="0"/>
              <a:t> 7 </a:t>
            </a:r>
            <a:r>
              <a:rPr b="0" dirty="0" err="1" smtClean="0"/>
              <a:t>weken</a:t>
            </a:r>
            <a:r>
              <a:rPr lang="nl-NL" b="0" dirty="0" smtClean="0"/>
              <a:t> les op donderdag</a:t>
            </a:r>
          </a:p>
          <a:p>
            <a:pPr marL="0" indent="0" defTabSz="955040">
              <a:spcBef>
                <a:spcPts val="400"/>
              </a:spcBef>
              <a:buSzTx/>
              <a:buNone/>
              <a:defRPr sz="1920" b="1"/>
            </a:pPr>
            <a:r>
              <a:rPr dirty="0" err="1" smtClean="0"/>
              <a:t>Toets</a:t>
            </a:r>
            <a:r>
              <a:rPr dirty="0"/>
              <a:t>:</a:t>
            </a:r>
            <a:r>
              <a:rPr b="0" dirty="0"/>
              <a:t> schriftelijke toets in </a:t>
            </a:r>
            <a:r>
              <a:rPr b="0" dirty="0" err="1"/>
              <a:t>periode</a:t>
            </a:r>
            <a:r>
              <a:rPr b="0" dirty="0"/>
              <a:t> </a:t>
            </a:r>
            <a:r>
              <a:rPr lang="nl-NL" b="0" dirty="0" smtClean="0"/>
              <a:t>1</a:t>
            </a:r>
            <a:r>
              <a:rPr b="0" dirty="0" smtClean="0"/>
              <a:t> </a:t>
            </a:r>
            <a:r>
              <a:rPr b="0" dirty="0"/>
              <a:t>week </a:t>
            </a:r>
            <a:r>
              <a:rPr b="0" dirty="0" smtClean="0"/>
              <a:t>9</a:t>
            </a:r>
            <a:r>
              <a:rPr lang="nl-NL" b="0" dirty="0" smtClean="0"/>
              <a:t> &amp; periode 3 week 9</a:t>
            </a:r>
            <a:endParaRPr sz="2240" dirty="0"/>
          </a:p>
          <a:p>
            <a:pPr marL="0" indent="0" defTabSz="955040">
              <a:spcBef>
                <a:spcPts val="400"/>
              </a:spcBef>
              <a:buSzTx/>
              <a:buNone/>
              <a:defRPr sz="1920" b="1"/>
            </a:pPr>
            <a:r>
              <a:rPr dirty="0"/>
              <a:t>Herkansing:</a:t>
            </a:r>
            <a:r>
              <a:rPr b="0" dirty="0"/>
              <a:t> </a:t>
            </a:r>
            <a:r>
              <a:rPr b="0" dirty="0" smtClean="0"/>
              <a:t>periode </a:t>
            </a:r>
            <a:r>
              <a:rPr b="0" dirty="0"/>
              <a:t>4, </a:t>
            </a:r>
            <a:r>
              <a:rPr b="0" dirty="0" smtClean="0"/>
              <a:t>week </a:t>
            </a:r>
            <a:r>
              <a:rPr lang="nl-NL" b="0" dirty="0" smtClean="0"/>
              <a:t>8</a:t>
            </a:r>
            <a:endParaRPr sz="2240" dirty="0"/>
          </a:p>
          <a:p>
            <a:pPr marL="0" indent="0" defTabSz="955040">
              <a:spcBef>
                <a:spcPts val="500"/>
              </a:spcBef>
              <a:buSzTx/>
              <a:buNone/>
              <a:defRPr sz="2080"/>
            </a:pPr>
            <a:endParaRPr sz="2240" dirty="0"/>
          </a:p>
          <a:p>
            <a:pPr marL="0" indent="0" defTabSz="955040">
              <a:spcBef>
                <a:spcPts val="500"/>
              </a:spcBef>
              <a:buSzTx/>
              <a:buNone/>
              <a:defRPr sz="2080"/>
            </a:pPr>
            <a:endParaRPr sz="2240" dirty="0"/>
          </a:p>
          <a:p>
            <a:pPr marL="0" indent="0" defTabSz="955040">
              <a:spcBef>
                <a:spcPts val="400"/>
              </a:spcBef>
              <a:buSzTx/>
              <a:buNone/>
              <a:defRPr sz="1920" b="1"/>
            </a:pPr>
            <a:r>
              <a:rPr dirty="0"/>
              <a:t>Literatuur</a:t>
            </a:r>
            <a:endParaRPr sz="2080" dirty="0"/>
          </a:p>
          <a:p>
            <a:pPr marL="0" indent="0" defTabSz="955040">
              <a:spcBef>
                <a:spcPts val="400"/>
              </a:spcBef>
              <a:buSzTx/>
              <a:buNone/>
              <a:defRPr sz="1920"/>
            </a:pPr>
            <a:r>
              <a:rPr dirty="0"/>
              <a:t>Robert Sedgewick, ”Algorithms”, </a:t>
            </a:r>
            <a:endParaRPr sz="2080" dirty="0"/>
          </a:p>
          <a:p>
            <a:pPr marL="0" indent="0" defTabSz="955040">
              <a:spcBef>
                <a:spcPts val="400"/>
              </a:spcBef>
              <a:buSzTx/>
              <a:buNone/>
              <a:defRPr sz="1920"/>
            </a:pPr>
            <a:r>
              <a:rPr dirty="0"/>
              <a:t>fourth edition, </a:t>
            </a:r>
            <a:endParaRPr sz="2080" dirty="0"/>
          </a:p>
          <a:p>
            <a:pPr marL="0" indent="0" defTabSz="955040">
              <a:spcBef>
                <a:spcPts val="400"/>
              </a:spcBef>
              <a:buSzTx/>
              <a:buNone/>
              <a:defRPr sz="1920"/>
            </a:pPr>
            <a:r>
              <a:rPr dirty="0"/>
              <a:t>ISBN 9780321573513, Pearson </a:t>
            </a:r>
          </a:p>
        </p:txBody>
      </p:sp>
      <p:sp>
        <p:nvSpPr>
          <p:cNvPr id="97" name="Shape 97"/>
          <p:cNvSpPr>
            <a:spLocks noGrp="1"/>
          </p:cNvSpPr>
          <p:nvPr>
            <p:ph type="title"/>
          </p:nvPr>
        </p:nvSpPr>
        <p:spPr>
          <a:xfrm>
            <a:off x="250825" y="213201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Algemene</a:t>
            </a:r>
            <a:r>
              <a:rPr dirty="0"/>
              <a:t> info</a:t>
            </a:r>
          </a:p>
        </p:txBody>
      </p:sp>
      <p:pic>
        <p:nvPicPr>
          <p:cNvPr id="98" name="image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87900" y="3611562"/>
            <a:ext cx="1223963" cy="15065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/>
          </p:cNvSpPr>
          <p:nvPr>
            <p:ph type="sldNum" sz="quarter" idx="4294967295"/>
          </p:nvPr>
        </p:nvSpPr>
        <p:spPr>
          <a:xfrm>
            <a:off x="4667133" y="5704998"/>
            <a:ext cx="168509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title"/>
          </p:nvPr>
        </p:nvSpPr>
        <p:spPr>
          <a:xfrm>
            <a:off x="288925" y="202088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t>Studieplanning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38" y="1668808"/>
            <a:ext cx="8003589" cy="301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sldNum" sz="quarter" idx="4294967295"/>
          </p:nvPr>
        </p:nvSpPr>
        <p:spPr>
          <a:xfrm>
            <a:off x="4667133" y="5704998"/>
            <a:ext cx="168509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rPr dirty="0" err="1"/>
              <a:t>Waarom</a:t>
            </a:r>
            <a:r>
              <a:rPr dirty="0"/>
              <a:t> </a:t>
            </a:r>
            <a:r>
              <a:rPr dirty="0" err="1"/>
              <a:t>hebben</a:t>
            </a:r>
            <a:r>
              <a:rPr dirty="0"/>
              <a:t> we </a:t>
            </a:r>
            <a:r>
              <a:rPr lang="nl-NL" smtClean="0"/>
              <a:t>dit vak?</a:t>
            </a:r>
            <a:endParaRPr dirty="0"/>
          </a:p>
        </p:txBody>
      </p:sp>
      <p:sp>
        <p:nvSpPr>
          <p:cNvPr id="106" name="Shape 106"/>
          <p:cNvSpPr>
            <a:spLocks noGrp="1"/>
          </p:cNvSpPr>
          <p:nvPr>
            <p:ph type="title"/>
          </p:nvPr>
        </p:nvSpPr>
        <p:spPr>
          <a:xfrm>
            <a:off x="276225" y="213201"/>
            <a:ext cx="8229600" cy="857251"/>
          </a:xfrm>
          <a:prstGeom prst="rect">
            <a:avLst/>
          </a:prstGeom>
        </p:spPr>
        <p:txBody>
          <a:bodyPr/>
          <a:lstStyle>
            <a:lvl1pPr defTabSz="1011936">
              <a:defRPr sz="2822"/>
            </a:lvl1pPr>
          </a:lstStyle>
          <a:p>
            <a:r>
              <a:t>Waarom Algoritmen en Datastructuren?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8AC9D4-7F34-40A2-B3D9-A23DA897602A}"/>
</file>

<file path=customXml/itemProps2.xml><?xml version="1.0" encoding="utf-8"?>
<ds:datastoreItem xmlns:ds="http://schemas.openxmlformats.org/officeDocument/2006/customXml" ds:itemID="{15D8758A-6351-4A29-A736-2C9A4D4309DF}"/>
</file>

<file path=customXml/itemProps3.xml><?xml version="1.0" encoding="utf-8"?>
<ds:datastoreItem xmlns:ds="http://schemas.openxmlformats.org/officeDocument/2006/customXml" ds:itemID="{A4DB2AD2-0C61-4B64-BCED-1FA6A8344580}"/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71</Words>
  <Application>Microsoft Office PowerPoint</Application>
  <PresentationFormat>Diavoorstelling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5" baseType="lpstr">
      <vt:lpstr>Hashtables on ELO</vt:lpstr>
      <vt:lpstr>Algoritmen &amp; Datastructuren</vt:lpstr>
      <vt:lpstr>Algemene info</vt:lpstr>
      <vt:lpstr>Studieplanning</vt:lpstr>
      <vt:lpstr>Waarom Algoritmen en Datastructuren?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38</cp:revision>
  <dcterms:modified xsi:type="dcterms:W3CDTF">2017-12-13T09:39:23Z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1000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