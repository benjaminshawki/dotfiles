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7" r:id="rId2"/>
  </p:sldMasterIdLst>
  <p:notesMasterIdLst>
    <p:notesMasterId r:id="rId12"/>
  </p:notesMasterIdLst>
  <p:handoutMasterIdLst>
    <p:handoutMasterId r:id="rId13"/>
  </p:handoutMasterIdLst>
  <p:sldIdLst>
    <p:sldId id="347" r:id="rId3"/>
    <p:sldId id="337" r:id="rId4"/>
    <p:sldId id="349" r:id="rId5"/>
    <p:sldId id="350" r:id="rId6"/>
    <p:sldId id="348" r:id="rId7"/>
    <p:sldId id="351" r:id="rId8"/>
    <p:sldId id="330" r:id="rId9"/>
    <p:sldId id="336" r:id="rId10"/>
    <p:sldId id="329" r:id="rId11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14C"/>
    <a:srgbClr val="20BD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2" autoAdjust="0"/>
    <p:restoredTop sz="94633" autoAdjust="0"/>
  </p:normalViewPr>
  <p:slideViewPr>
    <p:cSldViewPr>
      <p:cViewPr varScale="1">
        <p:scale>
          <a:sx n="116" d="100"/>
          <a:sy n="116" d="100"/>
        </p:scale>
        <p:origin x="-159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54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1" d="100"/>
          <a:sy n="61" d="100"/>
        </p:scale>
        <p:origin x="-254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customXml" Target="../customXml/item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7E628-8F28-4EDF-A8A5-A87FD083F340}" type="datetimeFigureOut">
              <a:rPr lang="nl-NL" smtClean="0"/>
              <a:t>31-1-2018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33DB6-E072-4328-BB92-05C854B6A7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10152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21D89-09CB-5D43-9605-54219E4A1A59}" type="datetimeFigureOut">
              <a:rPr lang="en-US" smtClean="0"/>
              <a:t>1/31/2018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4F102-A421-E246-BA82-D625ADAAE1C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6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20713"/>
            <a:ext cx="8713788" cy="720725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[Titel van de presentatie]</a:t>
            </a:r>
            <a:endParaRPr lang="nl-NL" dirty="0"/>
          </a:p>
        </p:txBody>
      </p:sp>
      <p:sp>
        <p:nvSpPr>
          <p:cNvPr id="11" name="Tijdelijke aanduiding voor tekst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3500363"/>
            <a:ext cx="8713788" cy="2520925"/>
          </a:xfrm>
        </p:spPr>
        <p:txBody>
          <a:bodyPr>
            <a:normAutofit/>
          </a:bodyPr>
          <a:lstStyle>
            <a:lvl1pPr marL="93663" indent="-11113">
              <a:buFont typeface="Arial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[Onderwerp]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18"/>
          <p:cNvSpPr>
            <a:spLocks noGrp="1"/>
          </p:cNvSpPr>
          <p:nvPr>
            <p:ph type="body" sz="quarter" idx="12" hasCustomPrompt="1"/>
          </p:nvPr>
        </p:nvSpPr>
        <p:spPr>
          <a:xfrm>
            <a:off x="251519" y="6093296"/>
            <a:ext cx="1873771" cy="287262"/>
          </a:xfrm>
        </p:spPr>
        <p:txBody>
          <a:bodyPr>
            <a:no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 smtClean="0"/>
              <a:t>[Periode]</a:t>
            </a:r>
            <a:endParaRPr lang="nl-NL" dirty="0"/>
          </a:p>
        </p:txBody>
      </p:sp>
      <p:sp>
        <p:nvSpPr>
          <p:cNvPr id="13" name="Tijdelijke aanduiding voor tekst 22"/>
          <p:cNvSpPr>
            <a:spLocks noGrp="1"/>
          </p:cNvSpPr>
          <p:nvPr>
            <p:ph type="body" sz="quarter" idx="13" hasCustomPrompt="1"/>
          </p:nvPr>
        </p:nvSpPr>
        <p:spPr>
          <a:xfrm>
            <a:off x="250950" y="6308624"/>
            <a:ext cx="1872778" cy="28795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 smtClean="0"/>
              <a:t>[Jaargang]</a:t>
            </a:r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031" y="476473"/>
            <a:ext cx="8353425" cy="576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 b="1">
                <a:solidFill>
                  <a:srgbClr val="20BDBA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[Hier komt de kop van de </a:t>
            </a:r>
            <a:r>
              <a:rPr lang="nl-NL" dirty="0" err="1" smtClean="0"/>
              <a:t>slide</a:t>
            </a:r>
            <a:r>
              <a:rPr lang="nl-NL" dirty="0" smtClean="0"/>
              <a:t>]</a:t>
            </a:r>
            <a:endParaRPr lang="nl-NL" dirty="0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13" y="1126257"/>
            <a:ext cx="7848600" cy="5327079"/>
          </a:xfrm>
        </p:spPr>
        <p:txBody>
          <a:bodyPr>
            <a:noAutofit/>
          </a:bodyPr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aseline="0">
                <a:solidFill>
                  <a:srgbClr val="23114C"/>
                </a:solidFill>
              </a:defRPr>
            </a:lvl1pPr>
            <a:lvl2pPr marL="44608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2pPr>
            <a:lvl3pPr marL="809625" indent="-1889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3pPr>
            <a:lvl4pPr marL="1160463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4pPr>
            <a:lvl5pPr marL="1524000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5pPr>
            <a:lvl6pPr marL="1887538" indent="-187325">
              <a:buFont typeface="Arial" pitchFamily="34" charset="0"/>
              <a:buChar char="•"/>
              <a:tabLst/>
              <a:defRPr sz="1600">
                <a:solidFill>
                  <a:srgbClr val="23114C"/>
                </a:solidFill>
              </a:defRPr>
            </a:lvl6pPr>
            <a:lvl7pPr marL="2238375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7pPr>
            <a:lvl8pPr marL="2601913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8pPr>
            <a:lvl9pPr marL="295433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9pPr>
          </a:lstStyle>
          <a:p>
            <a:pPr lvl="0"/>
            <a:r>
              <a:rPr lang="nl-NL" dirty="0" smtClean="0"/>
              <a:t>Tekstuele content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  <a:p>
            <a:pPr lvl="5"/>
            <a:r>
              <a:rPr lang="nl-NL" dirty="0" smtClean="0"/>
              <a:t>Zesde niveau</a:t>
            </a:r>
          </a:p>
          <a:p>
            <a:pPr lvl="6"/>
            <a:r>
              <a:rPr lang="nl-NL" dirty="0" smtClean="0"/>
              <a:t>Zevende niveau</a:t>
            </a:r>
          </a:p>
          <a:p>
            <a:pPr lvl="7"/>
            <a:r>
              <a:rPr lang="nl-NL" dirty="0" smtClean="0"/>
              <a:t>Achtste niveau</a:t>
            </a:r>
          </a:p>
          <a:p>
            <a:pPr lvl="8"/>
            <a:r>
              <a:rPr lang="nl-NL" dirty="0" smtClean="0"/>
              <a:t>Negende niveau</a:t>
            </a:r>
          </a:p>
          <a:p>
            <a:pPr lvl="8"/>
            <a:r>
              <a:rPr lang="nl-NL" dirty="0" smtClean="0"/>
              <a:t>Tiende niveau</a:t>
            </a:r>
          </a:p>
          <a:p>
            <a:pPr lvl="0"/>
            <a:endParaRPr lang="nl-NL" dirty="0" smtClean="0"/>
          </a:p>
          <a:p>
            <a:pPr lvl="0"/>
            <a:endParaRPr lang="nl-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031" y="476473"/>
            <a:ext cx="8353425" cy="576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 b="1">
                <a:solidFill>
                  <a:srgbClr val="20BDBA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[Hier komt de kop van de </a:t>
            </a:r>
            <a:r>
              <a:rPr lang="nl-NL" dirty="0" err="1" smtClean="0"/>
              <a:t>slide</a:t>
            </a:r>
            <a:r>
              <a:rPr lang="nl-NL" dirty="0" smtClean="0"/>
              <a:t>]</a:t>
            </a:r>
            <a:endParaRPr lang="nl-NL" dirty="0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13" y="1126257"/>
            <a:ext cx="7848600" cy="5327079"/>
          </a:xfrm>
        </p:spPr>
        <p:txBody>
          <a:bodyPr>
            <a:noAutofit/>
          </a:bodyPr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aseline="0">
                <a:solidFill>
                  <a:srgbClr val="23114C"/>
                </a:solidFill>
              </a:defRPr>
            </a:lvl1pPr>
            <a:lvl2pPr marL="44608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2pPr>
            <a:lvl3pPr marL="809625" indent="-1889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3pPr>
            <a:lvl4pPr marL="1160463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4pPr>
            <a:lvl5pPr marL="1524000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5pPr>
            <a:lvl6pPr marL="1887538" indent="-187325">
              <a:buFont typeface="Arial" pitchFamily="34" charset="0"/>
              <a:buChar char="•"/>
              <a:tabLst/>
              <a:defRPr sz="1600">
                <a:solidFill>
                  <a:srgbClr val="23114C"/>
                </a:solidFill>
              </a:defRPr>
            </a:lvl6pPr>
            <a:lvl7pPr marL="2238375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7pPr>
            <a:lvl8pPr marL="2601913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8pPr>
            <a:lvl9pPr marL="295433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9pPr>
          </a:lstStyle>
          <a:p>
            <a:pPr lvl="0"/>
            <a:r>
              <a:rPr lang="nl-NL" dirty="0" smtClean="0"/>
              <a:t>Tekstuele content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  <a:p>
            <a:pPr lvl="5"/>
            <a:r>
              <a:rPr lang="nl-NL" dirty="0" smtClean="0"/>
              <a:t>Zesde niveau</a:t>
            </a:r>
          </a:p>
          <a:p>
            <a:pPr lvl="6"/>
            <a:r>
              <a:rPr lang="nl-NL" dirty="0" smtClean="0"/>
              <a:t>Zevende niveau</a:t>
            </a:r>
          </a:p>
          <a:p>
            <a:pPr lvl="7"/>
            <a:r>
              <a:rPr lang="nl-NL" dirty="0" smtClean="0"/>
              <a:t>Achtste niveau</a:t>
            </a:r>
          </a:p>
          <a:p>
            <a:pPr lvl="8"/>
            <a:r>
              <a:rPr lang="nl-NL" dirty="0" smtClean="0"/>
              <a:t>Negende niveau</a:t>
            </a:r>
          </a:p>
          <a:p>
            <a:pPr lvl="8"/>
            <a:r>
              <a:rPr lang="nl-NL" dirty="0" smtClean="0"/>
              <a:t>Tiende niveau</a:t>
            </a:r>
          </a:p>
          <a:p>
            <a:pPr lvl="0"/>
            <a:endParaRPr lang="nl-NL" dirty="0" smtClean="0"/>
          </a:p>
          <a:p>
            <a:pPr lvl="0"/>
            <a:endParaRPr lang="nl-NL" dirty="0"/>
          </a:p>
        </p:txBody>
      </p:sp>
      <p:sp>
        <p:nvSpPr>
          <p:cNvPr id="6" name="Tijdelijke aanduiding voor afbeelding 5"/>
          <p:cNvSpPr>
            <a:spLocks noGrp="1"/>
          </p:cNvSpPr>
          <p:nvPr>
            <p:ph type="pic" sz="quarter" idx="12" hasCustomPrompt="1"/>
          </p:nvPr>
        </p:nvSpPr>
        <p:spPr>
          <a:xfrm>
            <a:off x="5651500" y="3365500"/>
            <a:ext cx="3492500" cy="3492500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 algn="ctr">
              <a:buFontTx/>
              <a:buNone/>
              <a:defRPr sz="2000">
                <a:solidFill>
                  <a:srgbClr val="23114C"/>
                </a:solidFill>
              </a:defRPr>
            </a:lvl1pPr>
          </a:lstStyle>
          <a:p>
            <a:r>
              <a:rPr lang="nl-NL" dirty="0" smtClean="0"/>
              <a:t>Afbeelding</a:t>
            </a:r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Alleen titel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/>
        </p:nvSpPr>
        <p:spPr>
          <a:xfrm>
            <a:off x="4139951" y="5751257"/>
            <a:ext cx="216025" cy="216001"/>
          </a:xfrm>
          <a:prstGeom prst="ellipse">
            <a:avLst/>
          </a:prstGeom>
          <a:solidFill>
            <a:srgbClr val="23114C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219200">
              <a:defRPr sz="2400"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1" name="Shape 71"/>
          <p:cNvSpPr>
            <a:spLocks noGrp="1"/>
          </p:cNvSpPr>
          <p:nvPr>
            <p:ph type="title"/>
          </p:nvPr>
        </p:nvSpPr>
        <p:spPr>
          <a:xfrm>
            <a:off x="230832" y="843558"/>
            <a:ext cx="8229601" cy="85725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anchor="b"/>
          <a:lstStyle>
            <a:lvl1pPr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72" name="Shape 72"/>
          <p:cNvSpPr>
            <a:spLocks noGrp="1"/>
          </p:cNvSpPr>
          <p:nvPr>
            <p:ph type="body" idx="1"/>
          </p:nvPr>
        </p:nvSpPr>
        <p:spPr>
          <a:xfrm>
            <a:off x="590871" y="1816726"/>
            <a:ext cx="8229601" cy="317844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457200" indent="-457200" defTabSz="1219200">
              <a:spcBef>
                <a:spcPts val="700"/>
              </a:spcBef>
              <a:defRPr sz="3200"/>
            </a:lvl1pPr>
            <a:lvl2pPr marL="872836" indent="-415636" defTabSz="1219200">
              <a:spcBef>
                <a:spcPts val="700"/>
              </a:spcBef>
              <a:buChar char="–"/>
              <a:defRPr sz="3200"/>
            </a:lvl2pPr>
            <a:lvl3pPr marL="1299410" indent="-385010" defTabSz="1219200">
              <a:spcBef>
                <a:spcPts val="700"/>
              </a:spcBef>
              <a:defRPr sz="3200"/>
            </a:lvl3pPr>
            <a:lvl4pPr marL="1801905" indent="-430305" defTabSz="1219200">
              <a:spcBef>
                <a:spcPts val="700"/>
              </a:spcBef>
              <a:buChar char="–"/>
              <a:defRPr sz="3200"/>
            </a:lvl4pPr>
            <a:lvl5pPr marL="2351314" indent="-522514" defTabSz="1219200">
              <a:spcBef>
                <a:spcPts val="700"/>
              </a:spcBef>
              <a:buChar char="»"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73" name="Shape 73"/>
          <p:cNvSpPr>
            <a:spLocks noGrp="1"/>
          </p:cNvSpPr>
          <p:nvPr>
            <p:ph type="sldNum" sz="quarter" idx="2"/>
          </p:nvPr>
        </p:nvSpPr>
        <p:spPr>
          <a:xfrm>
            <a:off x="4131525" y="5705903"/>
            <a:ext cx="232878" cy="256541"/>
          </a:xfrm>
          <a:prstGeom prst="rect">
            <a:avLst/>
          </a:prstGeom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387344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Shape 2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633095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Shape 3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35" name="Shape 3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pic" sz="quarter" idx="14"/>
          </p:nvPr>
        </p:nvSpPr>
        <p:spPr>
          <a:xfrm>
            <a:off x="5651500" y="3365500"/>
            <a:ext cx="3492500" cy="34925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5992832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517239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/>
          </p:cNvSpPr>
          <p:nvPr>
            <p:ph type="title"/>
          </p:nvPr>
        </p:nvSpPr>
        <p:spPr>
          <a:xfrm>
            <a:off x="685800" y="2455068"/>
            <a:ext cx="7772400" cy="11025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anchor="b"/>
          <a:lstStyle>
            <a:lvl1pPr algn="ctr"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52" name="Shape 52"/>
          <p:cNvSpPr>
            <a:spLocks noGrp="1"/>
          </p:cNvSpPr>
          <p:nvPr>
            <p:ph type="body" sz="quarter" idx="1"/>
          </p:nvPr>
        </p:nvSpPr>
        <p:spPr>
          <a:xfrm>
            <a:off x="1371600" y="3771900"/>
            <a:ext cx="6400800" cy="1314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 algn="ctr" defTabSz="1219200">
              <a:spcBef>
                <a:spcPts val="600"/>
              </a:spcBef>
              <a:buSzTx/>
              <a:buFontTx/>
              <a:buNone/>
              <a:defRPr sz="3200"/>
            </a:lvl1pPr>
            <a:lvl2pPr marL="0" indent="457200" algn="ctr" defTabSz="1219200">
              <a:spcBef>
                <a:spcPts val="600"/>
              </a:spcBef>
              <a:buSzTx/>
              <a:buFontTx/>
              <a:buNone/>
              <a:defRPr sz="3200"/>
            </a:lvl2pPr>
            <a:lvl3pPr marL="0" indent="914400" algn="ctr" defTabSz="1219200">
              <a:spcBef>
                <a:spcPts val="600"/>
              </a:spcBef>
              <a:buSzTx/>
              <a:buFontTx/>
              <a:buNone/>
              <a:defRPr sz="3200"/>
            </a:lvl3pPr>
            <a:lvl4pPr marL="0" indent="1371600" algn="ctr" defTabSz="1219200">
              <a:spcBef>
                <a:spcPts val="600"/>
              </a:spcBef>
              <a:buSzTx/>
              <a:buFontTx/>
              <a:buNone/>
              <a:defRPr sz="3200"/>
            </a:lvl4pPr>
            <a:lvl5pPr marL="0" indent="1828800" algn="ctr" defTabSz="1219200">
              <a:spcBef>
                <a:spcPts val="600"/>
              </a:spcBef>
              <a:buSzTx/>
              <a:buFontTx/>
              <a:buNone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53" name="Shape 53"/>
          <p:cNvSpPr>
            <a:spLocks noGrp="1"/>
          </p:cNvSpPr>
          <p:nvPr>
            <p:ph type="sldNum" sz="quarter" idx="2"/>
          </p:nvPr>
        </p:nvSpPr>
        <p:spPr>
          <a:xfrm>
            <a:off x="6423888" y="5488305"/>
            <a:ext cx="258624" cy="269240"/>
          </a:xfrm>
          <a:prstGeom prst="rect">
            <a:avLst/>
          </a:prstGeom>
        </p:spPr>
        <p:txBody>
          <a:bodyPr/>
          <a:lstStyle>
            <a:lvl1pPr algn="ctr" defTabSz="1219200"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107677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/>
        </p:nvSpPr>
        <p:spPr>
          <a:xfrm>
            <a:off x="4643437" y="5749925"/>
            <a:ext cx="215901" cy="215900"/>
          </a:xfrm>
          <a:prstGeom prst="ellipse">
            <a:avLst/>
          </a:prstGeom>
          <a:solidFill>
            <a:srgbClr val="20BDBA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219200" hangingPunct="0"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2400" kern="0">
              <a:solidFill>
                <a:srgbClr val="FFFFFF"/>
              </a:solidFill>
              <a:latin typeface="Calibri"/>
              <a:ea typeface="+mj-ea"/>
              <a:cs typeface="Calibri"/>
              <a:sym typeface="Calibri"/>
            </a:endParaRPr>
          </a:p>
        </p:txBody>
      </p:sp>
      <p:sp>
        <p:nvSpPr>
          <p:cNvPr id="61" name="Shape 61"/>
          <p:cNvSpPr>
            <a:spLocks noGrp="1"/>
          </p:cNvSpPr>
          <p:nvPr>
            <p:ph type="title"/>
          </p:nvPr>
        </p:nvSpPr>
        <p:spPr>
          <a:xfrm>
            <a:off x="250825" y="1058862"/>
            <a:ext cx="8229600" cy="8572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62" name="Shape 62"/>
          <p:cNvSpPr>
            <a:spLocks noGrp="1"/>
          </p:cNvSpPr>
          <p:nvPr>
            <p:ph type="body" idx="1"/>
          </p:nvPr>
        </p:nvSpPr>
        <p:spPr>
          <a:xfrm>
            <a:off x="538162" y="1771650"/>
            <a:ext cx="8229601" cy="32321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457200" indent="-457200" defTabSz="1219200">
              <a:spcBef>
                <a:spcPts val="600"/>
              </a:spcBef>
              <a:buChar char="»"/>
              <a:defRPr sz="3200"/>
            </a:lvl1pPr>
            <a:lvl2pPr marL="1010355" indent="-553155" defTabSz="1219200">
              <a:spcBef>
                <a:spcPts val="600"/>
              </a:spcBef>
              <a:buChar char="–"/>
              <a:defRPr sz="3200"/>
            </a:lvl2pPr>
            <a:lvl3pPr marL="1425222" indent="-510822" defTabSz="1219200">
              <a:spcBef>
                <a:spcPts val="600"/>
              </a:spcBef>
              <a:defRPr sz="3200"/>
            </a:lvl3pPr>
            <a:lvl4pPr marL="1944511" indent="-572911" defTabSz="1219200">
              <a:spcBef>
                <a:spcPts val="600"/>
              </a:spcBef>
              <a:buChar char="–"/>
              <a:defRPr sz="3200"/>
            </a:lvl4pPr>
            <a:lvl5pPr marL="2523066" indent="-694266" defTabSz="1219200">
              <a:spcBef>
                <a:spcPts val="600"/>
              </a:spcBef>
              <a:buChar char="»"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63" name="Shape 63"/>
          <p:cNvSpPr>
            <a:spLocks noGrp="1"/>
          </p:cNvSpPr>
          <p:nvPr>
            <p:ph type="sldNum" sz="quarter" idx="2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99493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 smtClean="0"/>
              <a:t>Tekstuele content met </a:t>
            </a:r>
            <a:r>
              <a:rPr lang="nl-NL" dirty="0" err="1" smtClean="0"/>
              <a:t>bullits</a:t>
            </a:r>
            <a:endParaRPr lang="nl-NL" dirty="0" smtClean="0"/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  <a:p>
            <a:pPr lvl="5"/>
            <a:r>
              <a:rPr lang="nl-NL" dirty="0" smtClean="0"/>
              <a:t>Zesde niveau</a:t>
            </a:r>
          </a:p>
          <a:p>
            <a:pPr lvl="6"/>
            <a:r>
              <a:rPr lang="nl-NL" dirty="0" smtClean="0"/>
              <a:t>Zevende niveau</a:t>
            </a:r>
          </a:p>
          <a:p>
            <a:pPr lvl="7"/>
            <a:r>
              <a:rPr lang="nl-NL" dirty="0" smtClean="0"/>
              <a:t>Achtste niveau</a:t>
            </a:r>
          </a:p>
          <a:p>
            <a:pPr lvl="8"/>
            <a:r>
              <a:rPr lang="nl-NL" dirty="0" smtClean="0"/>
              <a:t>Negende niveau</a:t>
            </a:r>
          </a:p>
          <a:p>
            <a:pPr lvl="8"/>
            <a:r>
              <a:rPr lang="nl-NL" dirty="0" smtClean="0"/>
              <a:t>Tiende 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rgbClr val="20BDBA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 hangingPunct="0"/>
            <a:fld id="{86CB4B4D-7CA3-9044-876B-883B54F8677D}" type="slidenum">
              <a:rPr kern="0">
                <a:solidFill>
                  <a:srgbClr val="23114C"/>
                </a:solidFill>
                <a:latin typeface="Verdana"/>
                <a:ea typeface="Verdana"/>
                <a:cs typeface="Verdana"/>
                <a:sym typeface="Verdana"/>
              </a:rPr>
              <a:pPr hangingPunct="0"/>
              <a:t>‹nr.›</a:t>
            </a:fld>
            <a:endParaRPr kern="0">
              <a:solidFill>
                <a:srgbClr val="23114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93517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1pPr>
      <a:lvl2pPr marL="742950" marR="0" indent="-28575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2pPr>
      <a:lvl3pPr marL="1143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3pPr>
      <a:lvl4pPr marL="1600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4pPr>
      <a:lvl5pPr marL="20574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5pPr>
      <a:lvl6pPr marL="25146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6pPr>
      <a:lvl7pPr marL="29718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7pPr>
      <a:lvl8pPr marL="3429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8pPr>
      <a:lvl9pPr marL="3886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/>
          <p:nvPr/>
        </p:nvSpPr>
        <p:spPr>
          <a:xfrm>
            <a:off x="322262" y="5210175"/>
            <a:ext cx="612140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1219200" hangingPunct="0">
              <a:defRPr sz="1600">
                <a:solidFill>
                  <a:srgbClr val="FFFFFF"/>
                </a:solidFill>
              </a:defRPr>
            </a:pPr>
            <a:r>
              <a:rPr lang="nl-NL" sz="1600" kern="0" dirty="0" smtClean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 sz="1600" kern="0" dirty="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280987" y="69850"/>
            <a:ext cx="7772401" cy="1100138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FFFFFF"/>
                </a:solidFill>
              </a:defRPr>
            </a:lvl1pPr>
          </a:lstStyle>
          <a:p>
            <a:r>
              <a:rPr dirty="0" err="1"/>
              <a:t>Algoritmen</a:t>
            </a:r>
            <a:r>
              <a:rPr dirty="0"/>
              <a:t> &amp; </a:t>
            </a:r>
            <a:r>
              <a:rPr dirty="0" err="1" smtClean="0"/>
              <a:t>Datastructure</a:t>
            </a:r>
            <a:r>
              <a:rPr lang="nl-NL" dirty="0" smtClean="0"/>
              <a:t>n</a:t>
            </a:r>
            <a:endParaRPr dirty="0"/>
          </a:p>
        </p:txBody>
      </p:sp>
      <p:sp>
        <p:nvSpPr>
          <p:cNvPr id="89" name="Shape 89"/>
          <p:cNvSpPr>
            <a:spLocks noGrp="1"/>
          </p:cNvSpPr>
          <p:nvPr>
            <p:ph type="body" sz="quarter" idx="1"/>
          </p:nvPr>
        </p:nvSpPr>
        <p:spPr>
          <a:xfrm>
            <a:off x="330200" y="3429000"/>
            <a:ext cx="6400800" cy="1314450"/>
          </a:xfrm>
          <a:prstGeom prst="rect">
            <a:avLst/>
          </a:prstGeom>
        </p:spPr>
        <p:txBody>
          <a:bodyPr/>
          <a:lstStyle/>
          <a:p>
            <a:pPr algn="l" defTabSz="1133855">
              <a:spcBef>
                <a:spcPts val="400"/>
              </a:spcBef>
              <a:defRPr sz="2418">
                <a:solidFill>
                  <a:srgbClr val="FFFFFF"/>
                </a:solidFill>
              </a:defRPr>
            </a:pPr>
            <a:r>
              <a:rPr lang="nl-NL" dirty="0" smtClean="0"/>
              <a:t>Boom &amp; Binaire </a:t>
            </a:r>
            <a:r>
              <a:rPr lang="nl-NL" dirty="0" smtClean="0"/>
              <a:t>zoekboom</a:t>
            </a:r>
            <a:endParaRPr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4008" y="3429000"/>
            <a:ext cx="3801877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1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251520" y="188640"/>
            <a:ext cx="8229601" cy="857251"/>
          </a:xfrm>
        </p:spPr>
        <p:txBody>
          <a:bodyPr/>
          <a:lstStyle/>
          <a:p>
            <a:r>
              <a:rPr lang="nl-NL" dirty="0" smtClean="0"/>
              <a:t>Hoe ziet een boom eruit?</a:t>
            </a:r>
            <a:endParaRPr lang="nl-NL" dirty="0"/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590871" y="1484784"/>
            <a:ext cx="8229601" cy="3510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600" dirty="0" smtClean="0"/>
              <a:t>Een boom bestaat uit:</a:t>
            </a:r>
          </a:p>
          <a:p>
            <a:r>
              <a:rPr lang="nl-NL" sz="2600" dirty="0" err="1" smtClean="0"/>
              <a:t>Nodes</a:t>
            </a:r>
            <a:r>
              <a:rPr lang="nl-NL" sz="2600" dirty="0" smtClean="0"/>
              <a:t> (knopen)</a:t>
            </a:r>
          </a:p>
          <a:p>
            <a:r>
              <a:rPr lang="nl-NL" sz="2600" dirty="0" err="1" smtClean="0"/>
              <a:t>Edges</a:t>
            </a:r>
            <a:r>
              <a:rPr lang="nl-NL" sz="2600" dirty="0" smtClean="0"/>
              <a:t> (paden, branches)</a:t>
            </a:r>
          </a:p>
          <a:p>
            <a:endParaRPr lang="nl-NL" sz="2600" dirty="0"/>
          </a:p>
          <a:p>
            <a:r>
              <a:rPr lang="nl-NL" sz="2600" dirty="0" smtClean="0"/>
              <a:t>Een boom bevat </a:t>
            </a:r>
            <a:r>
              <a:rPr lang="nl-NL" sz="2600" dirty="0"/>
              <a:t/>
            </a:r>
            <a:br>
              <a:rPr lang="nl-NL" sz="2600" dirty="0"/>
            </a:br>
            <a:r>
              <a:rPr lang="nl-NL" sz="2600" dirty="0" smtClean="0"/>
              <a:t>nooit een </a:t>
            </a:r>
            <a:r>
              <a:rPr lang="nl-NL" sz="2600" dirty="0" err="1" smtClean="0"/>
              <a:t>cycle</a:t>
            </a:r>
            <a:r>
              <a:rPr lang="nl-NL" sz="2600" dirty="0" smtClean="0"/>
              <a:t>.</a:t>
            </a:r>
            <a:endParaRPr lang="nl-NL" sz="2600" dirty="0"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nl-NL" smtClean="0"/>
              <a:pPr/>
              <a:t>2</a:t>
            </a:fld>
            <a:endParaRPr lang="nl-NL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2996952"/>
            <a:ext cx="429577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012554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251520" y="188640"/>
            <a:ext cx="8229601" cy="857251"/>
          </a:xfrm>
        </p:spPr>
        <p:txBody>
          <a:bodyPr/>
          <a:lstStyle/>
          <a:p>
            <a:r>
              <a:rPr lang="nl-NL" dirty="0" smtClean="0"/>
              <a:t>Hoe ziet een boom eruit?</a:t>
            </a:r>
            <a:endParaRPr lang="nl-NL" dirty="0"/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590871" y="1484784"/>
            <a:ext cx="8229601" cy="3510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600" dirty="0" smtClean="0"/>
              <a:t>Sommige knopen zijn speciaal:</a:t>
            </a:r>
          </a:p>
          <a:p>
            <a:r>
              <a:rPr lang="nl-NL" sz="2600" dirty="0" smtClean="0"/>
              <a:t>Root (wortel) heeft geen ingaande paden</a:t>
            </a:r>
          </a:p>
          <a:p>
            <a:r>
              <a:rPr lang="nl-NL" sz="2600" dirty="0" err="1" smtClean="0"/>
              <a:t>Leaf</a:t>
            </a:r>
            <a:r>
              <a:rPr lang="nl-NL" sz="2600" dirty="0" smtClean="0"/>
              <a:t> (blad) heeft geen uitgaande paden</a:t>
            </a:r>
            <a:endParaRPr lang="nl-NL" sz="2600" dirty="0"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nl-NL" smtClean="0"/>
              <a:pPr/>
              <a:t>3</a:t>
            </a:fld>
            <a:endParaRPr lang="nl-NL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391" y="2946276"/>
            <a:ext cx="3990975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715276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xfrm>
            <a:off x="4139952" y="5733256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 dirty="0"/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601216" y="1196751"/>
            <a:ext cx="8229601" cy="385874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 </a:t>
            </a:r>
            <a:endParaRPr sz="2400"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313183" y="284882"/>
            <a:ext cx="8229601" cy="85725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nl-NL" dirty="0" smtClean="0"/>
              <a:t>Is dit een boom?</a:t>
            </a:r>
            <a:endParaRPr dirty="0"/>
          </a:p>
        </p:txBody>
      </p:sp>
      <p:sp>
        <p:nvSpPr>
          <p:cNvPr id="7" name="Shape 82"/>
          <p:cNvSpPr/>
          <p:nvPr/>
        </p:nvSpPr>
        <p:spPr>
          <a:xfrm>
            <a:off x="5436096" y="4962654"/>
            <a:ext cx="3456385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1219200">
              <a:defRPr sz="1600">
                <a:solidFill>
                  <a:srgbClr val="FFFFFF"/>
                </a:solidFill>
              </a:defRPr>
            </a:pPr>
            <a:r>
              <a:rPr lang="nl-NL" dirty="0" smtClean="0">
                <a:solidFill>
                  <a:srgbClr val="23114C"/>
                </a:solidFill>
              </a:rPr>
              <a:t>Bron: </a:t>
            </a:r>
            <a:r>
              <a:rPr lang="nl-NL" dirty="0" err="1" smtClean="0">
                <a:solidFill>
                  <a:srgbClr val="23114C"/>
                </a:solidFill>
              </a:rPr>
              <a:t>Algorithms</a:t>
            </a:r>
            <a:r>
              <a:rPr lang="nl-NL" dirty="0" smtClean="0">
                <a:solidFill>
                  <a:srgbClr val="23114C"/>
                </a:solidFill>
              </a:rPr>
              <a:t> boek</a:t>
            </a:r>
            <a:endParaRPr dirty="0">
              <a:solidFill>
                <a:srgbClr val="23114C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1600" y="1700808"/>
            <a:ext cx="4082418" cy="1800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989626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xfrm>
            <a:off x="4139952" y="5733256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 dirty="0"/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601216" y="1196751"/>
            <a:ext cx="8229601" cy="385874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 </a:t>
            </a:r>
            <a:endParaRPr sz="2400"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313183" y="284882"/>
            <a:ext cx="8229601" cy="85725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nl-NL" dirty="0" smtClean="0"/>
              <a:t>Is dit een boom?</a:t>
            </a:r>
            <a:endParaRPr dirty="0"/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19672" y="1628799"/>
            <a:ext cx="2160240" cy="2514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hape 82"/>
          <p:cNvSpPr/>
          <p:nvPr/>
        </p:nvSpPr>
        <p:spPr>
          <a:xfrm>
            <a:off x="5436096" y="4962654"/>
            <a:ext cx="3456385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1219200">
              <a:defRPr sz="1600">
                <a:solidFill>
                  <a:srgbClr val="FFFFFF"/>
                </a:solidFill>
              </a:defRPr>
            </a:pPr>
            <a:r>
              <a:rPr lang="nl-NL" dirty="0" smtClean="0">
                <a:solidFill>
                  <a:srgbClr val="23114C"/>
                </a:solidFill>
              </a:rPr>
              <a:t>Bron: </a:t>
            </a:r>
            <a:r>
              <a:rPr lang="nl-NL" dirty="0" err="1" smtClean="0">
                <a:solidFill>
                  <a:srgbClr val="23114C"/>
                </a:solidFill>
              </a:rPr>
              <a:t>Algorithms</a:t>
            </a:r>
            <a:r>
              <a:rPr lang="nl-NL" dirty="0" smtClean="0">
                <a:solidFill>
                  <a:srgbClr val="23114C"/>
                </a:solidFill>
              </a:rPr>
              <a:t> boek</a:t>
            </a:r>
            <a:endParaRPr dirty="0">
              <a:solidFill>
                <a:srgbClr val="2311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91761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xfrm>
            <a:off x="4139952" y="5733256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 dirty="0"/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601216" y="1196751"/>
            <a:ext cx="8229601" cy="385874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 </a:t>
            </a:r>
            <a:endParaRPr sz="2400"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313183" y="284882"/>
            <a:ext cx="8229601" cy="85725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nl-NL" dirty="0" smtClean="0"/>
              <a:t>Is dit een boom?</a:t>
            </a:r>
            <a:endParaRPr dirty="0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84" y="1556792"/>
            <a:ext cx="3886200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hape 82"/>
          <p:cNvSpPr/>
          <p:nvPr/>
        </p:nvSpPr>
        <p:spPr>
          <a:xfrm>
            <a:off x="5436096" y="4962654"/>
            <a:ext cx="3456385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1219200">
              <a:defRPr sz="1600">
                <a:solidFill>
                  <a:srgbClr val="FFFFFF"/>
                </a:solidFill>
              </a:defRPr>
            </a:pPr>
            <a:r>
              <a:rPr lang="nl-NL" dirty="0" smtClean="0">
                <a:solidFill>
                  <a:srgbClr val="23114C"/>
                </a:solidFill>
              </a:rPr>
              <a:t>Bron: </a:t>
            </a:r>
            <a:r>
              <a:rPr lang="nl-NL" dirty="0" err="1" smtClean="0">
                <a:solidFill>
                  <a:srgbClr val="23114C"/>
                </a:solidFill>
              </a:rPr>
              <a:t>Algorithms</a:t>
            </a:r>
            <a:r>
              <a:rPr lang="nl-NL" dirty="0" smtClean="0">
                <a:solidFill>
                  <a:srgbClr val="23114C"/>
                </a:solidFill>
              </a:rPr>
              <a:t> boek</a:t>
            </a:r>
            <a:endParaRPr dirty="0">
              <a:solidFill>
                <a:srgbClr val="2311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07591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xfrm>
            <a:off x="4139952" y="5733256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 dirty="0"/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601216" y="1196751"/>
            <a:ext cx="8229601" cy="3858741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indent="0" defTabSz="1146047">
              <a:buSzTx/>
              <a:buNone/>
              <a:defRPr sz="3008"/>
            </a:pPr>
            <a:r>
              <a:rPr lang="nl-NL" sz="2400" b="1" dirty="0" smtClean="0"/>
              <a:t>Hoogte</a:t>
            </a:r>
            <a:r>
              <a:rPr lang="nl-NL" sz="2400" dirty="0" smtClean="0"/>
              <a:t> = het aantal levels knopen in een boom</a:t>
            </a:r>
          </a:p>
          <a:p>
            <a:pPr marL="0" indent="0" defTabSz="1146047">
              <a:buSzTx/>
              <a:buNone/>
              <a:defRPr sz="3008"/>
            </a:pPr>
            <a:r>
              <a:rPr lang="nl-NL" sz="2400" b="1" dirty="0" smtClean="0"/>
              <a:t>Diepte</a:t>
            </a:r>
            <a:r>
              <a:rPr lang="nl-NL" sz="2400" dirty="0" smtClean="0"/>
              <a:t> = het aantal stapjes vanaf de root naar de verste </a:t>
            </a:r>
            <a:r>
              <a:rPr lang="nl-NL" sz="2400" dirty="0" err="1" smtClean="0"/>
              <a:t>leaf</a:t>
            </a:r>
            <a:r>
              <a:rPr lang="nl-NL" sz="2400" dirty="0" smtClean="0"/>
              <a:t>.</a:t>
            </a:r>
          </a:p>
          <a:p>
            <a:pPr marL="0" indent="0" defTabSz="1146047">
              <a:buSzTx/>
              <a:buNone/>
              <a:defRPr sz="3008"/>
            </a:pPr>
            <a:endParaRPr lang="nl-NL" sz="2400" dirty="0"/>
          </a:p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In dit voorbeeld:</a:t>
            </a:r>
          </a:p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    Hoogte = 4</a:t>
            </a:r>
          </a:p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    Diepte = 3</a:t>
            </a:r>
          </a:p>
          <a:p>
            <a:pPr marL="0" indent="0" defTabSz="1146047">
              <a:buSzTx/>
              <a:buNone/>
              <a:defRPr sz="3008"/>
            </a:pPr>
            <a:endParaRPr lang="nl-NL" sz="2400" dirty="0"/>
          </a:p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Er geldt altijd: </a:t>
            </a:r>
          </a:p>
          <a:p>
            <a:pPr marL="0" indent="0" defTabSz="1146047">
              <a:buSzTx/>
              <a:buNone/>
              <a:defRPr sz="3008"/>
            </a:pPr>
            <a:r>
              <a:rPr lang="nl-NL" sz="2400" dirty="0"/>
              <a:t> </a:t>
            </a:r>
            <a:r>
              <a:rPr lang="nl-NL" sz="2400" dirty="0" smtClean="0"/>
              <a:t>   hoogte = diepte + 1</a:t>
            </a:r>
            <a:endParaRPr sz="2400"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313183" y="284882"/>
            <a:ext cx="8229601" cy="85725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nl-NL" dirty="0" smtClean="0"/>
              <a:t>Hoogte en Diepte in een boom</a:t>
            </a:r>
            <a:endParaRPr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95702" y="2924944"/>
            <a:ext cx="3731111" cy="2130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hape 82"/>
          <p:cNvSpPr/>
          <p:nvPr/>
        </p:nvSpPr>
        <p:spPr>
          <a:xfrm>
            <a:off x="4949774" y="5175116"/>
            <a:ext cx="3456385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1219200">
              <a:defRPr sz="1600">
                <a:solidFill>
                  <a:srgbClr val="FFFFFF"/>
                </a:solidFill>
              </a:defRPr>
            </a:pPr>
            <a:r>
              <a:rPr lang="nl-NL" dirty="0" smtClean="0">
                <a:solidFill>
                  <a:srgbClr val="23114C"/>
                </a:solidFill>
              </a:rPr>
              <a:t>Bron: </a:t>
            </a:r>
            <a:r>
              <a:rPr lang="nl-NL" dirty="0" err="1" smtClean="0">
                <a:solidFill>
                  <a:srgbClr val="23114C"/>
                </a:solidFill>
              </a:rPr>
              <a:t>Algorithms</a:t>
            </a:r>
            <a:r>
              <a:rPr lang="nl-NL" dirty="0" smtClean="0">
                <a:solidFill>
                  <a:srgbClr val="23114C"/>
                </a:solidFill>
              </a:rPr>
              <a:t> boek </a:t>
            </a:r>
            <a:r>
              <a:rPr lang="nl-NL" dirty="0" err="1" smtClean="0">
                <a:solidFill>
                  <a:srgbClr val="23114C"/>
                </a:solidFill>
              </a:rPr>
              <a:t>blz</a:t>
            </a:r>
            <a:r>
              <a:rPr lang="nl-NL" dirty="0" smtClean="0">
                <a:solidFill>
                  <a:srgbClr val="23114C"/>
                </a:solidFill>
              </a:rPr>
              <a:t> 403</a:t>
            </a:r>
            <a:endParaRPr dirty="0">
              <a:solidFill>
                <a:srgbClr val="23114C"/>
              </a:solidFill>
            </a:endParaRPr>
          </a:p>
        </p:txBody>
      </p:sp>
      <p:sp>
        <p:nvSpPr>
          <p:cNvPr id="9" name="Rechthoek 8"/>
          <p:cNvSpPr/>
          <p:nvPr/>
        </p:nvSpPr>
        <p:spPr>
          <a:xfrm>
            <a:off x="4694533" y="2780928"/>
            <a:ext cx="1646983" cy="50405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190405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xfrm>
            <a:off x="4139952" y="5733256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 dirty="0"/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601216" y="1196751"/>
            <a:ext cx="8229601" cy="3858741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Eigenschap binaire zoekboom:</a:t>
            </a:r>
          </a:p>
          <a:p>
            <a:pPr marL="0" indent="0" defTabSz="1146047">
              <a:buSzTx/>
              <a:buNone/>
              <a:defRPr sz="3008"/>
            </a:pPr>
            <a:r>
              <a:rPr lang="nl-NL" sz="2400" i="1" dirty="0" smtClean="0"/>
              <a:t>Voor elke knoop geldt dat alle linkerkinderen kleiner zijn en alle rechterkinderen groter zijn.</a:t>
            </a:r>
          </a:p>
          <a:p>
            <a:pPr marL="0" indent="0" defTabSz="1146047">
              <a:buSzTx/>
              <a:buNone/>
              <a:defRPr sz="3008"/>
            </a:pPr>
            <a:endParaRPr lang="nl-NL" sz="2400" i="1" dirty="0"/>
          </a:p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Links of rechts van een knoop kan een enkele knoop staan, maar ook een grote </a:t>
            </a:r>
            <a:r>
              <a:rPr lang="nl-NL" sz="2400" dirty="0" err="1" smtClean="0"/>
              <a:t>subtree</a:t>
            </a:r>
            <a:r>
              <a:rPr lang="nl-NL" sz="2400" dirty="0"/>
              <a:t> </a:t>
            </a:r>
            <a:r>
              <a:rPr lang="nl-NL" sz="2400" dirty="0" smtClean="0"/>
              <a:t>(deelboom).</a:t>
            </a:r>
          </a:p>
          <a:p>
            <a:pPr marL="0" indent="0" defTabSz="1146047">
              <a:buSzTx/>
              <a:buNone/>
              <a:defRPr sz="3008"/>
            </a:pPr>
            <a:endParaRPr lang="nl-NL" sz="2400" dirty="0" smtClean="0"/>
          </a:p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In binaire zoekbomen kun je </a:t>
            </a:r>
            <a:r>
              <a:rPr lang="nl-NL" sz="2400" dirty="0" smtClean="0"/>
              <a:t>efficiënter </a:t>
            </a:r>
            <a:r>
              <a:rPr lang="nl-NL" sz="2400" dirty="0" smtClean="0"/>
              <a:t>zoeken dan in gewone (binaire) bomen.</a:t>
            </a:r>
            <a:endParaRPr lang="nl-NL" sz="2400" dirty="0"/>
          </a:p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 </a:t>
            </a:r>
            <a:endParaRPr sz="2400"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313183" y="284882"/>
            <a:ext cx="8229601" cy="85725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nl-NL" dirty="0" smtClean="0"/>
              <a:t>Binaire zoekboom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477966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xfrm>
            <a:off x="4139952" y="5733256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 dirty="0"/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601216" y="1196752"/>
            <a:ext cx="8229601" cy="431691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Dit zijn allemaal binaire zoekbomen:</a:t>
            </a:r>
          </a:p>
          <a:p>
            <a:pPr marL="0" indent="0" defTabSz="1146047">
              <a:buSzTx/>
              <a:buNone/>
              <a:defRPr sz="3008"/>
            </a:pPr>
            <a:endParaRPr lang="nl-NL" sz="2400" dirty="0"/>
          </a:p>
          <a:p>
            <a:pPr marL="0" indent="0" defTabSz="1146047">
              <a:buSzTx/>
              <a:buNone/>
              <a:defRPr sz="3008"/>
            </a:pPr>
            <a:endParaRPr lang="nl-NL" sz="2400" dirty="0" smtClean="0"/>
          </a:p>
          <a:p>
            <a:pPr marL="0" indent="0" defTabSz="1146047">
              <a:buSzTx/>
              <a:buNone/>
              <a:defRPr sz="3008"/>
            </a:pPr>
            <a:endParaRPr lang="nl-NL" sz="2400" dirty="0"/>
          </a:p>
          <a:p>
            <a:pPr marL="0" indent="0" defTabSz="1146047">
              <a:buSzTx/>
              <a:buNone/>
              <a:defRPr sz="3008"/>
            </a:pPr>
            <a:endParaRPr lang="nl-NL" sz="2400" dirty="0" smtClean="0"/>
          </a:p>
          <a:p>
            <a:pPr marL="0" indent="0" defTabSz="1146047">
              <a:buSzTx/>
              <a:buNone/>
              <a:defRPr sz="3008"/>
            </a:pPr>
            <a:endParaRPr lang="nl-NL" sz="2400" dirty="0"/>
          </a:p>
          <a:p>
            <a:pPr marL="0" indent="0" defTabSz="1146047">
              <a:buSzTx/>
              <a:buNone/>
              <a:defRPr sz="3008"/>
            </a:pPr>
            <a:endParaRPr lang="nl-NL" sz="2400" dirty="0" smtClean="0"/>
          </a:p>
          <a:p>
            <a:pPr marL="0" indent="0" defTabSz="1146047">
              <a:buSzTx/>
              <a:buNone/>
              <a:defRPr sz="3008"/>
            </a:pPr>
            <a:endParaRPr lang="nl-NL" sz="2400" dirty="0"/>
          </a:p>
          <a:p>
            <a:pPr marL="0" indent="0" defTabSz="1146047">
              <a:buSzTx/>
              <a:buNone/>
              <a:defRPr sz="3008"/>
            </a:pPr>
            <a:endParaRPr lang="nl-NL" sz="2400" dirty="0" smtClean="0"/>
          </a:p>
          <a:p>
            <a:pPr marL="0" indent="0" defTabSz="1146047">
              <a:buSzTx/>
              <a:buNone/>
              <a:defRPr sz="3008"/>
            </a:pPr>
            <a:r>
              <a:rPr lang="nl-NL" sz="2400" dirty="0" smtClean="0"/>
              <a:t>Helaas zijn ze niet allemaal even </a:t>
            </a:r>
            <a:r>
              <a:rPr lang="nl-NL" sz="2400" dirty="0" err="1" smtClean="0"/>
              <a:t>efficient</a:t>
            </a:r>
            <a:r>
              <a:rPr lang="nl-NL" sz="2400" dirty="0" smtClean="0"/>
              <a:t>…</a:t>
            </a:r>
            <a:endParaRPr sz="2400"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313183" y="284882"/>
            <a:ext cx="8229601" cy="857251"/>
          </a:xfrm>
          <a:prstGeom prst="rect">
            <a:avLst/>
          </a:prstGeom>
        </p:spPr>
        <p:txBody>
          <a:bodyPr/>
          <a:lstStyle/>
          <a:p>
            <a:r>
              <a:rPr lang="nl-NL" dirty="0" smtClean="0"/>
              <a:t>Binaire zoekboom</a:t>
            </a:r>
            <a:endParaRPr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3569" y="1766689"/>
            <a:ext cx="2880320" cy="144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3569" y="3140968"/>
            <a:ext cx="2952328" cy="1685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7553" y="1752565"/>
            <a:ext cx="2560825" cy="2622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hape 82"/>
          <p:cNvSpPr/>
          <p:nvPr/>
        </p:nvSpPr>
        <p:spPr>
          <a:xfrm>
            <a:off x="5375729" y="4360269"/>
            <a:ext cx="3456385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1219200">
              <a:defRPr sz="1600">
                <a:solidFill>
                  <a:srgbClr val="FFFFFF"/>
                </a:solidFill>
              </a:defRPr>
            </a:pPr>
            <a:r>
              <a:rPr lang="nl-NL" dirty="0" smtClean="0">
                <a:solidFill>
                  <a:srgbClr val="23114C"/>
                </a:solidFill>
              </a:rPr>
              <a:t>Bron: </a:t>
            </a:r>
            <a:r>
              <a:rPr lang="nl-NL" dirty="0" err="1" smtClean="0">
                <a:solidFill>
                  <a:srgbClr val="23114C"/>
                </a:solidFill>
              </a:rPr>
              <a:t>Algorithms</a:t>
            </a:r>
            <a:r>
              <a:rPr lang="nl-NL" dirty="0" smtClean="0">
                <a:solidFill>
                  <a:srgbClr val="23114C"/>
                </a:solidFill>
              </a:rPr>
              <a:t> boek</a:t>
            </a:r>
            <a:endParaRPr dirty="0">
              <a:solidFill>
                <a:srgbClr val="2311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12372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ashtables on ELO">
  <a:themeElements>
    <a:clrScheme name="Aangepast 2">
      <a:dk1>
        <a:srgbClr val="23114C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angepast 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ashtables on ELO">
  <a:themeElements>
    <a:clrScheme name="Hashtables on ELO">
      <a:dk1>
        <a:srgbClr val="23114C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92C47A9634448A67B6C0F4E203E71" ma:contentTypeVersion="3" ma:contentTypeDescription="Een nieuw document maken." ma:contentTypeScope="" ma:versionID="6718b5531c9594f0118ad4d948279b35">
  <xsd:schema xmlns:xsd="http://www.w3.org/2001/XMLSchema" xmlns:xs="http://www.w3.org/2001/XMLSchema" xmlns:p="http://schemas.microsoft.com/office/2006/metadata/properties" xmlns:ns2="a158c91d-1665-465e-9b38-ca2a7ebcd6da" targetNamespace="http://schemas.microsoft.com/office/2006/metadata/properties" ma:root="true" ma:fieldsID="52e0feb564d94f319910592251323171" ns2:_="">
    <xsd:import namespace="a158c91d-1665-465e-9b38-ca2a7ebcd6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8c91d-1665-465e-9b38-ca2a7ebcd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CA1F9DD-B435-44D9-9144-5059C1B4CC41}"/>
</file>

<file path=customXml/itemProps2.xml><?xml version="1.0" encoding="utf-8"?>
<ds:datastoreItem xmlns:ds="http://schemas.openxmlformats.org/officeDocument/2006/customXml" ds:itemID="{8F050FB7-162C-4E10-9FA4-7EE71D0FE34D}"/>
</file>

<file path=customXml/itemProps3.xml><?xml version="1.0" encoding="utf-8"?>
<ds:datastoreItem xmlns:ds="http://schemas.openxmlformats.org/officeDocument/2006/customXml" ds:itemID="{326468F3-9371-4C2A-B2DB-7F52F78AF1D0}"/>
</file>

<file path=docProps/app.xml><?xml version="1.0" encoding="utf-8"?>
<Properties xmlns="http://schemas.openxmlformats.org/officeDocument/2006/extended-properties" xmlns:vt="http://schemas.openxmlformats.org/officeDocument/2006/docPropsVTypes">
  <Template>Hashtables on ELO.potx</Template>
  <TotalTime>2604</TotalTime>
  <Words>231</Words>
  <Application>Microsoft Office PowerPoint</Application>
  <PresentationFormat>Diavoorstelling (4:3)</PresentationFormat>
  <Paragraphs>61</Paragraphs>
  <Slides>9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2</vt:i4>
      </vt:variant>
      <vt:variant>
        <vt:lpstr>Diatitels</vt:lpstr>
      </vt:variant>
      <vt:variant>
        <vt:i4>9</vt:i4>
      </vt:variant>
    </vt:vector>
  </HeadingPairs>
  <TitlesOfParts>
    <vt:vector size="11" baseType="lpstr">
      <vt:lpstr>Hashtables on ELO</vt:lpstr>
      <vt:lpstr>1_Hashtables on ELO</vt:lpstr>
      <vt:lpstr>Algoritmen &amp; Datastructuren</vt:lpstr>
      <vt:lpstr>Hoe ziet een boom eruit?</vt:lpstr>
      <vt:lpstr>Hoe ziet een boom eruit?</vt:lpstr>
      <vt:lpstr>Is dit een boom?</vt:lpstr>
      <vt:lpstr>Is dit een boom?</vt:lpstr>
      <vt:lpstr>Is dit een boom?</vt:lpstr>
      <vt:lpstr>Hoogte en Diepte in een boom</vt:lpstr>
      <vt:lpstr>Binaire zoekboom</vt:lpstr>
      <vt:lpstr>Binaire zoekboom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1</dc:title>
  <dc:creator>UMW</dc:creator>
  <cp:lastModifiedBy>Charlotte Ipema</cp:lastModifiedBy>
  <cp:revision>122</cp:revision>
  <dcterms:created xsi:type="dcterms:W3CDTF">2013-08-26T08:11:19Z</dcterms:created>
  <dcterms:modified xsi:type="dcterms:W3CDTF">2018-01-31T10:09:47Z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0x010100D6492C47A9634448A67B6C0F4E203E71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1500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