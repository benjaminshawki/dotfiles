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handoutMasterIdLst>
    <p:handoutMasterId r:id="rId12"/>
  </p:handoutMasterIdLst>
  <p:sldIdLst>
    <p:sldId id="259" r:id="rId2"/>
    <p:sldId id="280" r:id="rId3"/>
    <p:sldId id="281" r:id="rId4"/>
    <p:sldId id="282" r:id="rId5"/>
    <p:sldId id="283" r:id="rId6"/>
    <p:sldId id="265" r:id="rId7"/>
    <p:sldId id="266" r:id="rId8"/>
    <p:sldId id="267" r:id="rId9"/>
    <p:sldId id="268" r:id="rId10"/>
  </p:sldIdLst>
  <p:sldSz cx="9144000" cy="6858000" type="screen4x3"/>
  <p:notesSz cx="6858000" cy="9144000"/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3114C"/>
    <a:srgbClr val="20BDB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E46BA04-7F44-43F7-B603-93F4EC602B72}" v="1" dt="2018-09-11T12:30:35.12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708" autoAdjust="0"/>
    <p:restoredTop sz="94660"/>
  </p:normalViewPr>
  <p:slideViewPr>
    <p:cSldViewPr>
      <p:cViewPr varScale="1">
        <p:scale>
          <a:sx n="113" d="100"/>
          <a:sy n="113" d="100"/>
        </p:scale>
        <p:origin x="1758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61" d="100"/>
          <a:sy n="61" d="100"/>
        </p:scale>
        <p:origin x="-2544" y="-72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customXml" Target="../customXml/item3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20" Type="http://schemas.openxmlformats.org/officeDocument/2006/relationships/customXml" Target="../customXml/item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customXml" Target="../customXml/item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arlotte Ipema" userId="32a34b08-cf38-4e41-8d40-0b24ea8eb9fc" providerId="ADAL" clId="{BE46BA04-7F44-43F7-B603-93F4EC602B72}"/>
    <pc:docChg chg="modSld">
      <pc:chgData name="Charlotte Ipema" userId="32a34b08-cf38-4e41-8d40-0b24ea8eb9fc" providerId="ADAL" clId="{BE46BA04-7F44-43F7-B603-93F4EC602B72}" dt="2018-09-11T12:30:35.121" v="0" actId="20577"/>
      <pc:docMkLst>
        <pc:docMk/>
      </pc:docMkLst>
      <pc:sldChg chg="modSp">
        <pc:chgData name="Charlotte Ipema" userId="32a34b08-cf38-4e41-8d40-0b24ea8eb9fc" providerId="ADAL" clId="{BE46BA04-7F44-43F7-B603-93F4EC602B72}" dt="2018-09-11T12:30:35.121" v="0" actId="20577"/>
        <pc:sldMkLst>
          <pc:docMk/>
          <pc:sldMk cId="0" sldId="259"/>
        </pc:sldMkLst>
        <pc:spChg chg="mod">
          <ac:chgData name="Charlotte Ipema" userId="32a34b08-cf38-4e41-8d40-0b24ea8eb9fc" providerId="ADAL" clId="{BE46BA04-7F44-43F7-B603-93F4EC602B72}" dt="2018-09-11T12:30:35.121" v="0" actId="20577"/>
          <ac:spMkLst>
            <pc:docMk/>
            <pc:sldMk cId="0" sldId="259"/>
            <ac:spMk id="2" creationId="{00000000-0000-0000-0000-000000000000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datum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0B7E628-8F28-4EDF-A8A5-A87FD083F340}" type="datetimeFigureOut">
              <a:rPr lang="nl-NL" smtClean="0"/>
              <a:t>11-9-2018</a:t>
            </a:fld>
            <a:endParaRPr lang="nl-NL"/>
          </a:p>
        </p:txBody>
      </p:sp>
      <p:sp>
        <p:nvSpPr>
          <p:cNvPr id="4" name="Tijdelijke aanduiding voor voettekst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5" name="Tijdelijke aanduiding voor dianumm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433DB6-E072-4328-BB92-05C854B6A770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87101521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FF21D89-09CB-5D43-9605-54219E4A1A59}" type="datetimeFigureOut">
              <a:rPr lang="en-US" smtClean="0"/>
              <a:t>9/11/2018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8E4F102-A421-E246-BA82-D625ADAAE1C7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42640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Afbeelding 6" descr="HSLeiden PP Template Huisstijl leeg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10" name="Tijdelijke aanduiding voor tekst 9"/>
          <p:cNvSpPr>
            <a:spLocks noGrp="1"/>
          </p:cNvSpPr>
          <p:nvPr>
            <p:ph type="body" sz="quarter" idx="10" hasCustomPrompt="1"/>
          </p:nvPr>
        </p:nvSpPr>
        <p:spPr>
          <a:xfrm>
            <a:off x="250825" y="620713"/>
            <a:ext cx="8713788" cy="720725"/>
          </a:xfrm>
        </p:spPr>
        <p:txBody>
          <a:bodyPr/>
          <a:lstStyle>
            <a:lvl1pPr marL="0" indent="0">
              <a:buFontTx/>
              <a:buNone/>
              <a:defRPr b="1">
                <a:solidFill>
                  <a:schemeClr val="bg1"/>
                </a:solidFill>
              </a:defRPr>
            </a:lvl1pPr>
            <a:lvl2pPr marL="0" indent="0">
              <a:buFontTx/>
              <a:buNone/>
              <a:defRPr/>
            </a:lvl2pPr>
            <a:lvl3pPr marL="0" indent="0">
              <a:buFontTx/>
              <a:buNone/>
              <a:defRPr/>
            </a:lvl3pPr>
            <a:lvl4pPr marL="0" indent="0">
              <a:buFontTx/>
              <a:buNone/>
              <a:defRPr/>
            </a:lvl4pPr>
            <a:lvl5pPr marL="0" indent="0">
              <a:buFontTx/>
              <a:buNone/>
              <a:defRPr/>
            </a:lvl5pPr>
          </a:lstStyle>
          <a:p>
            <a:pPr lvl="0"/>
            <a:r>
              <a:rPr lang="nl-NL" dirty="0"/>
              <a:t>[Titel van de presentatie]</a:t>
            </a:r>
          </a:p>
        </p:txBody>
      </p:sp>
      <p:sp>
        <p:nvSpPr>
          <p:cNvPr id="11" name="Tijdelijke aanduiding voor tekst 9"/>
          <p:cNvSpPr>
            <a:spLocks noGrp="1"/>
          </p:cNvSpPr>
          <p:nvPr>
            <p:ph type="body" sz="quarter" idx="11" hasCustomPrompt="1"/>
          </p:nvPr>
        </p:nvSpPr>
        <p:spPr>
          <a:xfrm>
            <a:off x="251520" y="3500363"/>
            <a:ext cx="8713788" cy="2520925"/>
          </a:xfrm>
        </p:spPr>
        <p:txBody>
          <a:bodyPr>
            <a:normAutofit/>
          </a:bodyPr>
          <a:lstStyle>
            <a:lvl1pPr marL="93663" indent="-11113">
              <a:buFont typeface="Arial" pitchFamily="34" charset="0"/>
              <a:buNone/>
              <a:defRPr sz="2000" b="1">
                <a:solidFill>
                  <a:schemeClr val="bg1"/>
                </a:solidFill>
              </a:defRPr>
            </a:lvl1pPr>
            <a:lvl2pPr marL="0" indent="0">
              <a:buFontTx/>
              <a:buNone/>
              <a:defRPr/>
            </a:lvl2pPr>
            <a:lvl3pPr marL="0" indent="0">
              <a:buFontTx/>
              <a:buNone/>
              <a:defRPr/>
            </a:lvl3pPr>
            <a:lvl4pPr marL="0" indent="0">
              <a:buFontTx/>
              <a:buNone/>
              <a:defRPr/>
            </a:lvl4pPr>
            <a:lvl5pPr marL="0" indent="0">
              <a:buFontTx/>
              <a:buNone/>
              <a:defRPr/>
            </a:lvl5pPr>
          </a:lstStyle>
          <a:p>
            <a:pPr lvl="0"/>
            <a:r>
              <a:rPr lang="nl-NL" dirty="0"/>
              <a:t>[Onderwerp]</a:t>
            </a:r>
          </a:p>
          <a:p>
            <a:pPr lvl="1"/>
            <a:endParaRPr lang="nl-NL" dirty="0"/>
          </a:p>
        </p:txBody>
      </p:sp>
      <p:sp>
        <p:nvSpPr>
          <p:cNvPr id="12" name="Tijdelijke aanduiding voor tekst 18"/>
          <p:cNvSpPr>
            <a:spLocks noGrp="1"/>
          </p:cNvSpPr>
          <p:nvPr>
            <p:ph type="body" sz="quarter" idx="12" hasCustomPrompt="1"/>
          </p:nvPr>
        </p:nvSpPr>
        <p:spPr>
          <a:xfrm>
            <a:off x="251519" y="6093296"/>
            <a:ext cx="1873771" cy="287262"/>
          </a:xfrm>
        </p:spPr>
        <p:txBody>
          <a:bodyPr>
            <a:noAutofit/>
          </a:bodyPr>
          <a:lstStyle>
            <a:lvl1pPr marL="0" indent="0">
              <a:buNone/>
              <a:defRPr sz="11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nl-NL" dirty="0"/>
              <a:t>[Periode]</a:t>
            </a:r>
          </a:p>
        </p:txBody>
      </p:sp>
      <p:sp>
        <p:nvSpPr>
          <p:cNvPr id="13" name="Tijdelijke aanduiding voor tekst 22"/>
          <p:cNvSpPr>
            <a:spLocks noGrp="1"/>
          </p:cNvSpPr>
          <p:nvPr>
            <p:ph type="body" sz="quarter" idx="13" hasCustomPrompt="1"/>
          </p:nvPr>
        </p:nvSpPr>
        <p:spPr>
          <a:xfrm>
            <a:off x="250950" y="6308624"/>
            <a:ext cx="1872778" cy="287957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1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nl-NL" dirty="0"/>
              <a:t>[Jaargang]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kstue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Afbeelding 6" descr="HSLeiden PP Template Huisstijl leeg2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10" name="Tijdelijke aanduiding voor tekst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031" y="476473"/>
            <a:ext cx="8353425" cy="576263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2800" b="1">
                <a:solidFill>
                  <a:srgbClr val="20BDBA"/>
                </a:solidFill>
              </a:defRPr>
            </a:lvl1pPr>
            <a:lvl2pPr marL="0" indent="0">
              <a:buFontTx/>
              <a:buNone/>
              <a:defRPr/>
            </a:lvl2pPr>
            <a:lvl3pPr marL="0" indent="0">
              <a:buFontTx/>
              <a:buNone/>
              <a:defRPr/>
            </a:lvl3pPr>
            <a:lvl4pPr marL="0" indent="0">
              <a:buFontTx/>
              <a:buNone/>
              <a:defRPr/>
            </a:lvl4pPr>
            <a:lvl5pPr marL="0" indent="0">
              <a:buFontTx/>
              <a:buNone/>
              <a:defRPr/>
            </a:lvl5pPr>
          </a:lstStyle>
          <a:p>
            <a:pPr lvl="0"/>
            <a:r>
              <a:rPr lang="nl-NL" dirty="0"/>
              <a:t>[Hier komt de kop van de </a:t>
            </a:r>
            <a:r>
              <a:rPr lang="nl-NL" dirty="0" err="1"/>
              <a:t>slide</a:t>
            </a:r>
            <a:r>
              <a:rPr lang="nl-NL" dirty="0"/>
              <a:t>]</a:t>
            </a:r>
          </a:p>
        </p:txBody>
      </p:sp>
      <p:sp>
        <p:nvSpPr>
          <p:cNvPr id="12" name="Tijdelijke aanduiding voor tekst 11"/>
          <p:cNvSpPr>
            <a:spLocks noGrp="1"/>
          </p:cNvSpPr>
          <p:nvPr>
            <p:ph type="body" sz="quarter" idx="11" hasCustomPrompt="1"/>
          </p:nvPr>
        </p:nvSpPr>
        <p:spPr>
          <a:xfrm>
            <a:off x="684213" y="1126257"/>
            <a:ext cx="7848600" cy="5327079"/>
          </a:xfrm>
        </p:spPr>
        <p:txBody>
          <a:bodyPr>
            <a:noAutofit/>
          </a:bodyPr>
          <a:lstStyle>
            <a:lvl1pPr marL="176213" marR="0" indent="-176213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 baseline="0">
                <a:solidFill>
                  <a:srgbClr val="23114C"/>
                </a:solidFill>
              </a:defRPr>
            </a:lvl1pPr>
            <a:lvl2pPr marL="446088" indent="-176213">
              <a:buFont typeface="Arial" pitchFamily="34" charset="0"/>
              <a:buChar char="•"/>
              <a:defRPr sz="1600">
                <a:solidFill>
                  <a:srgbClr val="23114C"/>
                </a:solidFill>
              </a:defRPr>
            </a:lvl2pPr>
            <a:lvl3pPr marL="809625" indent="-188913">
              <a:buFont typeface="Arial" pitchFamily="34" charset="0"/>
              <a:buChar char="•"/>
              <a:defRPr sz="1600">
                <a:solidFill>
                  <a:srgbClr val="23114C"/>
                </a:solidFill>
              </a:defRPr>
            </a:lvl3pPr>
            <a:lvl4pPr marL="1160463" indent="-176213">
              <a:buFont typeface="Arial" pitchFamily="34" charset="0"/>
              <a:buChar char="•"/>
              <a:defRPr sz="1600">
                <a:solidFill>
                  <a:srgbClr val="23114C"/>
                </a:solidFill>
              </a:defRPr>
            </a:lvl4pPr>
            <a:lvl5pPr marL="1524000" indent="-176213">
              <a:buFont typeface="Arial" pitchFamily="34" charset="0"/>
              <a:buChar char="•"/>
              <a:defRPr sz="1600">
                <a:solidFill>
                  <a:srgbClr val="23114C"/>
                </a:solidFill>
              </a:defRPr>
            </a:lvl5pPr>
            <a:lvl6pPr marL="1887538" indent="-187325">
              <a:buFont typeface="Arial" pitchFamily="34" charset="0"/>
              <a:buChar char="•"/>
              <a:tabLst/>
              <a:defRPr sz="1600">
                <a:solidFill>
                  <a:srgbClr val="23114C"/>
                </a:solidFill>
              </a:defRPr>
            </a:lvl6pPr>
            <a:lvl7pPr marL="2238375" indent="-174625">
              <a:buFont typeface="Arial" pitchFamily="34" charset="0"/>
              <a:buChar char="•"/>
              <a:defRPr sz="1600">
                <a:solidFill>
                  <a:srgbClr val="23114C"/>
                </a:solidFill>
              </a:defRPr>
            </a:lvl7pPr>
            <a:lvl8pPr marL="2601913" indent="-174625">
              <a:buFont typeface="Arial" pitchFamily="34" charset="0"/>
              <a:buChar char="•"/>
              <a:defRPr sz="1600">
                <a:solidFill>
                  <a:srgbClr val="23114C"/>
                </a:solidFill>
              </a:defRPr>
            </a:lvl8pPr>
            <a:lvl9pPr marL="2954338" indent="-176213">
              <a:buFont typeface="Arial" pitchFamily="34" charset="0"/>
              <a:buChar char="•"/>
              <a:defRPr sz="1600">
                <a:solidFill>
                  <a:srgbClr val="23114C"/>
                </a:solidFill>
              </a:defRPr>
            </a:lvl9pPr>
          </a:lstStyle>
          <a:p>
            <a:pPr lvl="0"/>
            <a:r>
              <a:rPr lang="nl-NL" dirty="0"/>
              <a:t>Tekstuele content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</a:p>
          <a:p>
            <a:pPr lvl="5"/>
            <a:r>
              <a:rPr lang="nl-NL" dirty="0"/>
              <a:t>Zesde niveau</a:t>
            </a:r>
          </a:p>
          <a:p>
            <a:pPr lvl="6"/>
            <a:r>
              <a:rPr lang="nl-NL" dirty="0"/>
              <a:t>Zevende niveau</a:t>
            </a:r>
          </a:p>
          <a:p>
            <a:pPr lvl="7"/>
            <a:r>
              <a:rPr lang="nl-NL" dirty="0"/>
              <a:t>Achtste niveau</a:t>
            </a:r>
          </a:p>
          <a:p>
            <a:pPr lvl="8"/>
            <a:r>
              <a:rPr lang="nl-NL" dirty="0"/>
              <a:t>Negende niveau</a:t>
            </a:r>
          </a:p>
          <a:p>
            <a:pPr lvl="8"/>
            <a:r>
              <a:rPr lang="nl-NL" dirty="0"/>
              <a:t>Tiende niveau</a:t>
            </a:r>
          </a:p>
          <a:p>
            <a:pPr lvl="0"/>
            <a:endParaRPr lang="nl-NL" dirty="0"/>
          </a:p>
          <a:p>
            <a:pPr lvl="0"/>
            <a:endParaRPr lang="nl-NL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kstueel + Afbeel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Afbeelding 6" descr="HSLeiden PP Template Huisstijl leeg2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10" name="Tijdelijke aanduiding voor tekst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031" y="476473"/>
            <a:ext cx="8353425" cy="576263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2800" b="1">
                <a:solidFill>
                  <a:srgbClr val="20BDBA"/>
                </a:solidFill>
              </a:defRPr>
            </a:lvl1pPr>
            <a:lvl2pPr marL="0" indent="0">
              <a:buFontTx/>
              <a:buNone/>
              <a:defRPr/>
            </a:lvl2pPr>
            <a:lvl3pPr marL="0" indent="0">
              <a:buFontTx/>
              <a:buNone/>
              <a:defRPr/>
            </a:lvl3pPr>
            <a:lvl4pPr marL="0" indent="0">
              <a:buFontTx/>
              <a:buNone/>
              <a:defRPr/>
            </a:lvl4pPr>
            <a:lvl5pPr marL="0" indent="0">
              <a:buFontTx/>
              <a:buNone/>
              <a:defRPr/>
            </a:lvl5pPr>
          </a:lstStyle>
          <a:p>
            <a:pPr lvl="0"/>
            <a:r>
              <a:rPr lang="nl-NL" dirty="0"/>
              <a:t>[Hier komt de kop van de </a:t>
            </a:r>
            <a:r>
              <a:rPr lang="nl-NL" dirty="0" err="1"/>
              <a:t>slide</a:t>
            </a:r>
            <a:r>
              <a:rPr lang="nl-NL" dirty="0"/>
              <a:t>]</a:t>
            </a:r>
          </a:p>
        </p:txBody>
      </p:sp>
      <p:sp>
        <p:nvSpPr>
          <p:cNvPr id="12" name="Tijdelijke aanduiding voor tekst 11"/>
          <p:cNvSpPr>
            <a:spLocks noGrp="1"/>
          </p:cNvSpPr>
          <p:nvPr>
            <p:ph type="body" sz="quarter" idx="11" hasCustomPrompt="1"/>
          </p:nvPr>
        </p:nvSpPr>
        <p:spPr>
          <a:xfrm>
            <a:off x="684213" y="1126257"/>
            <a:ext cx="7848600" cy="5327079"/>
          </a:xfrm>
        </p:spPr>
        <p:txBody>
          <a:bodyPr>
            <a:noAutofit/>
          </a:bodyPr>
          <a:lstStyle>
            <a:lvl1pPr marL="176213" marR="0" indent="-176213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 baseline="0">
                <a:solidFill>
                  <a:srgbClr val="23114C"/>
                </a:solidFill>
              </a:defRPr>
            </a:lvl1pPr>
            <a:lvl2pPr marL="446088" indent="-176213">
              <a:buFont typeface="Arial" pitchFamily="34" charset="0"/>
              <a:buChar char="•"/>
              <a:defRPr sz="1600">
                <a:solidFill>
                  <a:srgbClr val="23114C"/>
                </a:solidFill>
              </a:defRPr>
            </a:lvl2pPr>
            <a:lvl3pPr marL="809625" indent="-188913">
              <a:buFont typeface="Arial" pitchFamily="34" charset="0"/>
              <a:buChar char="•"/>
              <a:defRPr sz="1600">
                <a:solidFill>
                  <a:srgbClr val="23114C"/>
                </a:solidFill>
              </a:defRPr>
            </a:lvl3pPr>
            <a:lvl4pPr marL="1160463" indent="-176213">
              <a:buFont typeface="Arial" pitchFamily="34" charset="0"/>
              <a:buChar char="•"/>
              <a:defRPr sz="1600">
                <a:solidFill>
                  <a:srgbClr val="23114C"/>
                </a:solidFill>
              </a:defRPr>
            </a:lvl4pPr>
            <a:lvl5pPr marL="1524000" indent="-176213">
              <a:buFont typeface="Arial" pitchFamily="34" charset="0"/>
              <a:buChar char="•"/>
              <a:defRPr sz="1600">
                <a:solidFill>
                  <a:srgbClr val="23114C"/>
                </a:solidFill>
              </a:defRPr>
            </a:lvl5pPr>
            <a:lvl6pPr marL="1887538" indent="-187325">
              <a:buFont typeface="Arial" pitchFamily="34" charset="0"/>
              <a:buChar char="•"/>
              <a:tabLst/>
              <a:defRPr sz="1600">
                <a:solidFill>
                  <a:srgbClr val="23114C"/>
                </a:solidFill>
              </a:defRPr>
            </a:lvl6pPr>
            <a:lvl7pPr marL="2238375" indent="-174625">
              <a:buFont typeface="Arial" pitchFamily="34" charset="0"/>
              <a:buChar char="•"/>
              <a:defRPr sz="1600">
                <a:solidFill>
                  <a:srgbClr val="23114C"/>
                </a:solidFill>
              </a:defRPr>
            </a:lvl7pPr>
            <a:lvl8pPr marL="2601913" indent="-174625">
              <a:buFont typeface="Arial" pitchFamily="34" charset="0"/>
              <a:buChar char="•"/>
              <a:defRPr sz="1600">
                <a:solidFill>
                  <a:srgbClr val="23114C"/>
                </a:solidFill>
              </a:defRPr>
            </a:lvl8pPr>
            <a:lvl9pPr marL="2954338" indent="-176213">
              <a:buFont typeface="Arial" pitchFamily="34" charset="0"/>
              <a:buChar char="•"/>
              <a:defRPr sz="1600">
                <a:solidFill>
                  <a:srgbClr val="23114C"/>
                </a:solidFill>
              </a:defRPr>
            </a:lvl9pPr>
          </a:lstStyle>
          <a:p>
            <a:pPr lvl="0"/>
            <a:r>
              <a:rPr lang="nl-NL" dirty="0"/>
              <a:t>Tekstuele content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</a:p>
          <a:p>
            <a:pPr lvl="5"/>
            <a:r>
              <a:rPr lang="nl-NL" dirty="0"/>
              <a:t>Zesde niveau</a:t>
            </a:r>
          </a:p>
          <a:p>
            <a:pPr lvl="6"/>
            <a:r>
              <a:rPr lang="nl-NL" dirty="0"/>
              <a:t>Zevende niveau</a:t>
            </a:r>
          </a:p>
          <a:p>
            <a:pPr lvl="7"/>
            <a:r>
              <a:rPr lang="nl-NL" dirty="0"/>
              <a:t>Achtste niveau</a:t>
            </a:r>
          </a:p>
          <a:p>
            <a:pPr lvl="8"/>
            <a:r>
              <a:rPr lang="nl-NL" dirty="0"/>
              <a:t>Negende niveau</a:t>
            </a:r>
          </a:p>
          <a:p>
            <a:pPr lvl="8"/>
            <a:r>
              <a:rPr lang="nl-NL" dirty="0"/>
              <a:t>Tiende niveau</a:t>
            </a:r>
          </a:p>
          <a:p>
            <a:pPr lvl="0"/>
            <a:endParaRPr lang="nl-NL" dirty="0"/>
          </a:p>
          <a:p>
            <a:pPr lvl="0"/>
            <a:endParaRPr lang="nl-NL" dirty="0"/>
          </a:p>
        </p:txBody>
      </p:sp>
      <p:sp>
        <p:nvSpPr>
          <p:cNvPr id="6" name="Tijdelijke aanduiding voor afbeelding 5"/>
          <p:cNvSpPr>
            <a:spLocks noGrp="1"/>
          </p:cNvSpPr>
          <p:nvPr>
            <p:ph type="pic" sz="quarter" idx="12" hasCustomPrompt="1"/>
          </p:nvPr>
        </p:nvSpPr>
        <p:spPr>
          <a:xfrm>
            <a:off x="5651500" y="3365500"/>
            <a:ext cx="3492500" cy="3492500"/>
          </a:xfrm>
          <a:solidFill>
            <a:schemeClr val="bg1">
              <a:lumMod val="75000"/>
            </a:schemeClr>
          </a:solidFill>
        </p:spPr>
        <p:txBody>
          <a:bodyPr>
            <a:normAutofit/>
          </a:bodyPr>
          <a:lstStyle>
            <a:lvl1pPr algn="ctr">
              <a:buFontTx/>
              <a:buNone/>
              <a:defRPr sz="2000">
                <a:solidFill>
                  <a:srgbClr val="23114C"/>
                </a:solidFill>
              </a:defRPr>
            </a:lvl1pPr>
          </a:lstStyle>
          <a:p>
            <a:r>
              <a:rPr lang="nl-NL" dirty="0"/>
              <a:t>Afbeelding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4640213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833888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l-NL" dirty="0"/>
              <a:t>Klik om de stijl te bewerken</a:t>
            </a:r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 dirty="0"/>
              <a:t>Tekstuele content met </a:t>
            </a:r>
            <a:r>
              <a:rPr lang="nl-NL" dirty="0" err="1"/>
              <a:t>bullits</a:t>
            </a:r>
            <a:endParaRPr lang="nl-NL" dirty="0"/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</a:p>
          <a:p>
            <a:pPr lvl="5"/>
            <a:r>
              <a:rPr lang="nl-NL" dirty="0"/>
              <a:t>Zesde niveau</a:t>
            </a:r>
          </a:p>
          <a:p>
            <a:pPr lvl="6"/>
            <a:r>
              <a:rPr lang="nl-NL" dirty="0"/>
              <a:t>Zevende niveau</a:t>
            </a:r>
          </a:p>
          <a:p>
            <a:pPr lvl="7"/>
            <a:r>
              <a:rPr lang="nl-NL" dirty="0"/>
              <a:t>Achtste niveau</a:t>
            </a:r>
          </a:p>
          <a:p>
            <a:pPr lvl="8"/>
            <a:r>
              <a:rPr lang="nl-NL" dirty="0"/>
              <a:t>Negende niveau</a:t>
            </a:r>
          </a:p>
          <a:p>
            <a:pPr lvl="8"/>
            <a:r>
              <a:rPr lang="nl-NL" dirty="0"/>
              <a:t>Tiende niveau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 algn="l" defTabSz="914400" rtl="0" eaLnBrk="1" latinLnBrk="0" hangingPunct="1">
        <a:spcBef>
          <a:spcPct val="0"/>
        </a:spcBef>
        <a:buNone/>
        <a:defRPr sz="2800" kern="1200">
          <a:solidFill>
            <a:srgbClr val="20BDBA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rgbClr val="23114C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rgbClr val="23114C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rgbClr val="23114C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rgbClr val="23114C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rgbClr val="23114C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rgbClr val="23114C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rgbClr val="23114C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rgbClr val="23114C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rgbClr val="23114C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ekst 1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nl-NL" sz="2400"/>
              <a:t>Algoritmen </a:t>
            </a:r>
            <a:r>
              <a:rPr lang="nl-NL" sz="2400" dirty="0"/>
              <a:t>en Datastructuren</a:t>
            </a:r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nl-NL" b="0" dirty="0"/>
              <a:t>Graaf</a:t>
            </a:r>
          </a:p>
        </p:txBody>
      </p:sp>
      <p:sp>
        <p:nvSpPr>
          <p:cNvPr id="5" name="Tijdelijke aanduiding voor tekst 4"/>
          <p:cNvSpPr>
            <a:spLocks noGrp="1"/>
          </p:cNvSpPr>
          <p:nvPr>
            <p:ph type="body" sz="quarter" idx="13"/>
          </p:nvPr>
        </p:nvSpPr>
        <p:spPr>
          <a:xfrm>
            <a:off x="323528" y="6165304"/>
            <a:ext cx="1872778" cy="287957"/>
          </a:xfrm>
        </p:spPr>
        <p:txBody>
          <a:bodyPr/>
          <a:lstStyle/>
          <a:p>
            <a:endParaRPr lang="nl-NL" dirty="0"/>
          </a:p>
        </p:txBody>
      </p:sp>
      <p:sp>
        <p:nvSpPr>
          <p:cNvPr id="6" name="Tijdelijke aanduiding voor tekst 5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nl-NL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b="1" dirty="0"/>
              <a:t>Graaf - definitie</a:t>
            </a:r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 err="1">
                <a:solidFill>
                  <a:srgbClr val="000102"/>
                </a:solidFill>
                <a:latin typeface="Arial" charset="0"/>
              </a:rPr>
              <a:t>Een</a:t>
            </a:r>
            <a:r>
              <a:rPr lang="en-US" sz="2000" dirty="0">
                <a:solidFill>
                  <a:srgbClr val="000102"/>
                </a:solidFill>
                <a:latin typeface="Arial" charset="0"/>
              </a:rPr>
              <a:t> </a:t>
            </a:r>
            <a:r>
              <a:rPr lang="en-US" sz="2000" dirty="0" err="1">
                <a:solidFill>
                  <a:srgbClr val="000102"/>
                </a:solidFill>
                <a:latin typeface="Arial" charset="0"/>
              </a:rPr>
              <a:t>graaf</a:t>
            </a:r>
            <a:r>
              <a:rPr lang="en-US" sz="2000" dirty="0">
                <a:solidFill>
                  <a:srgbClr val="000102"/>
                </a:solidFill>
                <a:latin typeface="Arial" charset="0"/>
              </a:rPr>
              <a:t> </a:t>
            </a:r>
            <a:r>
              <a:rPr lang="en-US" sz="2000" dirty="0" err="1">
                <a:solidFill>
                  <a:srgbClr val="000102"/>
                </a:solidFill>
                <a:latin typeface="Arial" charset="0"/>
              </a:rPr>
              <a:t>definieer</a:t>
            </a:r>
            <a:r>
              <a:rPr lang="en-US" sz="2000" dirty="0">
                <a:solidFill>
                  <a:srgbClr val="000102"/>
                </a:solidFill>
                <a:latin typeface="Arial" charset="0"/>
              </a:rPr>
              <a:t> je </a:t>
            </a:r>
            <a:r>
              <a:rPr lang="en-US" sz="2000" dirty="0" err="1">
                <a:solidFill>
                  <a:srgbClr val="000102"/>
                </a:solidFill>
                <a:latin typeface="Arial" charset="0"/>
              </a:rPr>
              <a:t>als</a:t>
            </a:r>
            <a:r>
              <a:rPr lang="en-US" sz="2000" dirty="0">
                <a:solidFill>
                  <a:srgbClr val="000102"/>
                </a:solidFill>
                <a:latin typeface="Arial" charset="0"/>
              </a:rPr>
              <a:t> G = (V, E)</a:t>
            </a:r>
          </a:p>
          <a:p>
            <a:endParaRPr lang="en-US" sz="2000" dirty="0">
              <a:solidFill>
                <a:srgbClr val="000102"/>
              </a:solidFill>
              <a:latin typeface="Arial" charset="0"/>
            </a:endParaRPr>
          </a:p>
          <a:p>
            <a:r>
              <a:rPr lang="en-US" sz="2000" dirty="0">
                <a:solidFill>
                  <a:srgbClr val="000102"/>
                </a:solidFill>
                <a:latin typeface="Arial" charset="0"/>
              </a:rPr>
              <a:t>V is de set van ”vertices” (</a:t>
            </a:r>
            <a:r>
              <a:rPr lang="en-US" sz="2000" dirty="0" err="1">
                <a:solidFill>
                  <a:srgbClr val="000102"/>
                </a:solidFill>
                <a:latin typeface="Arial" charset="0"/>
              </a:rPr>
              <a:t>een</a:t>
            </a:r>
            <a:r>
              <a:rPr lang="en-US" sz="2000" dirty="0">
                <a:solidFill>
                  <a:srgbClr val="000102"/>
                </a:solidFill>
                <a:latin typeface="Arial" charset="0"/>
              </a:rPr>
              <a:t> “vertex” is </a:t>
            </a:r>
            <a:r>
              <a:rPr lang="en-US" sz="2000" dirty="0" err="1">
                <a:solidFill>
                  <a:srgbClr val="000102"/>
                </a:solidFill>
                <a:latin typeface="Arial" charset="0"/>
              </a:rPr>
              <a:t>een</a:t>
            </a:r>
            <a:r>
              <a:rPr lang="en-US" sz="2000" dirty="0">
                <a:solidFill>
                  <a:srgbClr val="000102"/>
                </a:solidFill>
                <a:latin typeface="Arial" charset="0"/>
              </a:rPr>
              <a:t> </a:t>
            </a:r>
            <a:r>
              <a:rPr lang="en-US" sz="2000" i="1" dirty="0" err="1">
                <a:solidFill>
                  <a:srgbClr val="000102"/>
                </a:solidFill>
                <a:latin typeface="Arial" charset="0"/>
              </a:rPr>
              <a:t>knoop</a:t>
            </a:r>
            <a:r>
              <a:rPr lang="en-US" sz="2000" i="1" dirty="0">
                <a:solidFill>
                  <a:srgbClr val="000102"/>
                </a:solidFill>
                <a:latin typeface="Arial" charset="0"/>
              </a:rPr>
              <a:t>(punt), node</a:t>
            </a:r>
            <a:r>
              <a:rPr lang="en-US" sz="2000" dirty="0">
                <a:solidFill>
                  <a:srgbClr val="000102"/>
                </a:solidFill>
                <a:latin typeface="Arial" charset="0"/>
              </a:rPr>
              <a:t>)</a:t>
            </a:r>
          </a:p>
          <a:p>
            <a:pPr lvl="1"/>
            <a:r>
              <a:rPr lang="en-US" sz="2000" dirty="0">
                <a:solidFill>
                  <a:srgbClr val="000102"/>
                </a:solidFill>
                <a:latin typeface="Arial" charset="0"/>
              </a:rPr>
              <a:t>Vertices </a:t>
            </a:r>
            <a:r>
              <a:rPr lang="en-US" sz="2000" dirty="0" err="1">
                <a:solidFill>
                  <a:srgbClr val="000102"/>
                </a:solidFill>
                <a:latin typeface="Arial" charset="0"/>
              </a:rPr>
              <a:t>hebben</a:t>
            </a:r>
            <a:r>
              <a:rPr lang="en-US" sz="2000" dirty="0">
                <a:solidFill>
                  <a:srgbClr val="000102"/>
                </a:solidFill>
                <a:latin typeface="Arial" charset="0"/>
              </a:rPr>
              <a:t> </a:t>
            </a:r>
            <a:r>
              <a:rPr lang="en-US" sz="2000" dirty="0" err="1">
                <a:solidFill>
                  <a:srgbClr val="000102"/>
                </a:solidFill>
                <a:latin typeface="Arial" charset="0"/>
              </a:rPr>
              <a:t>een</a:t>
            </a:r>
            <a:r>
              <a:rPr lang="en-US" sz="2000" dirty="0">
                <a:solidFill>
                  <a:srgbClr val="000102"/>
                </a:solidFill>
                <a:latin typeface="Arial" charset="0"/>
              </a:rPr>
              <a:t> </a:t>
            </a:r>
            <a:r>
              <a:rPr lang="en-US" sz="2000" dirty="0" err="1">
                <a:solidFill>
                  <a:srgbClr val="000102"/>
                </a:solidFill>
                <a:latin typeface="Arial" charset="0"/>
              </a:rPr>
              <a:t>naam</a:t>
            </a:r>
            <a:r>
              <a:rPr lang="en-US" sz="2000" dirty="0">
                <a:solidFill>
                  <a:srgbClr val="000102"/>
                </a:solidFill>
                <a:latin typeface="Arial" charset="0"/>
              </a:rPr>
              <a:t> of </a:t>
            </a:r>
            <a:r>
              <a:rPr lang="en-US" sz="2000" dirty="0" err="1">
                <a:solidFill>
                  <a:srgbClr val="000102"/>
                </a:solidFill>
                <a:latin typeface="Arial" charset="0"/>
              </a:rPr>
              <a:t>een</a:t>
            </a:r>
            <a:r>
              <a:rPr lang="en-US" sz="2000" dirty="0">
                <a:solidFill>
                  <a:srgbClr val="000102"/>
                </a:solidFill>
                <a:latin typeface="Arial" charset="0"/>
              </a:rPr>
              <a:t> label.</a:t>
            </a:r>
          </a:p>
          <a:p>
            <a:pPr lvl="1"/>
            <a:r>
              <a:rPr lang="en-US" sz="2000" dirty="0" err="1">
                <a:solidFill>
                  <a:srgbClr val="000102"/>
                </a:solidFill>
                <a:latin typeface="Arial" charset="0"/>
              </a:rPr>
              <a:t>Afhankelijk</a:t>
            </a:r>
            <a:r>
              <a:rPr lang="en-US" sz="2000" dirty="0">
                <a:solidFill>
                  <a:srgbClr val="000102"/>
                </a:solidFill>
                <a:latin typeface="Arial" charset="0"/>
              </a:rPr>
              <a:t> van de </a:t>
            </a:r>
            <a:r>
              <a:rPr lang="en-US" sz="2000" dirty="0" err="1">
                <a:solidFill>
                  <a:srgbClr val="000102"/>
                </a:solidFill>
                <a:latin typeface="Arial" charset="0"/>
              </a:rPr>
              <a:t>situatie</a:t>
            </a:r>
            <a:r>
              <a:rPr lang="en-US" sz="2000" dirty="0">
                <a:solidFill>
                  <a:srgbClr val="000102"/>
                </a:solidFill>
                <a:latin typeface="Arial" charset="0"/>
              </a:rPr>
              <a:t> </a:t>
            </a:r>
            <a:r>
              <a:rPr lang="en-US" sz="2000" dirty="0" err="1">
                <a:solidFill>
                  <a:srgbClr val="000102"/>
                </a:solidFill>
                <a:latin typeface="Arial" charset="0"/>
              </a:rPr>
              <a:t>hebben</a:t>
            </a:r>
            <a:r>
              <a:rPr lang="en-US" sz="2000" dirty="0">
                <a:solidFill>
                  <a:srgbClr val="000102"/>
                </a:solidFill>
                <a:latin typeface="Arial" charset="0"/>
              </a:rPr>
              <a:t> </a:t>
            </a:r>
            <a:r>
              <a:rPr lang="en-US" sz="2000" dirty="0" err="1">
                <a:solidFill>
                  <a:srgbClr val="000102"/>
                </a:solidFill>
                <a:latin typeface="Arial" charset="0"/>
              </a:rPr>
              <a:t>ze</a:t>
            </a:r>
            <a:r>
              <a:rPr lang="en-US" sz="2000" dirty="0">
                <a:solidFill>
                  <a:srgbClr val="000102"/>
                </a:solidFill>
                <a:latin typeface="Arial" charset="0"/>
              </a:rPr>
              <a:t> </a:t>
            </a:r>
            <a:r>
              <a:rPr lang="en-US" sz="2000" dirty="0" err="1">
                <a:solidFill>
                  <a:srgbClr val="000102"/>
                </a:solidFill>
                <a:latin typeface="Arial" charset="0"/>
              </a:rPr>
              <a:t>meer</a:t>
            </a:r>
            <a:r>
              <a:rPr lang="en-US" sz="2000" dirty="0">
                <a:solidFill>
                  <a:srgbClr val="000102"/>
                </a:solidFill>
                <a:latin typeface="Arial" charset="0"/>
              </a:rPr>
              <a:t> </a:t>
            </a:r>
            <a:r>
              <a:rPr lang="en-US" sz="2000" dirty="0" err="1">
                <a:solidFill>
                  <a:srgbClr val="000102"/>
                </a:solidFill>
                <a:latin typeface="Arial" charset="0"/>
              </a:rPr>
              <a:t>eigenschappen</a:t>
            </a:r>
            <a:r>
              <a:rPr lang="en-US" sz="2000" dirty="0">
                <a:solidFill>
                  <a:srgbClr val="000102"/>
                </a:solidFill>
                <a:latin typeface="Arial" charset="0"/>
              </a:rPr>
              <a:t> </a:t>
            </a:r>
            <a:r>
              <a:rPr lang="en-US" sz="2000" dirty="0" err="1">
                <a:solidFill>
                  <a:srgbClr val="000102"/>
                </a:solidFill>
                <a:latin typeface="Arial" charset="0"/>
              </a:rPr>
              <a:t>zoals</a:t>
            </a:r>
            <a:r>
              <a:rPr lang="en-US" sz="2000" dirty="0">
                <a:solidFill>
                  <a:srgbClr val="000102"/>
                </a:solidFill>
                <a:latin typeface="Arial" charset="0"/>
              </a:rPr>
              <a:t> : x- en y-</a:t>
            </a:r>
            <a:r>
              <a:rPr lang="en-US" sz="2000" dirty="0" err="1">
                <a:solidFill>
                  <a:srgbClr val="000102"/>
                </a:solidFill>
                <a:latin typeface="Arial" charset="0"/>
              </a:rPr>
              <a:t>coördinaten</a:t>
            </a:r>
            <a:r>
              <a:rPr lang="en-US" sz="2000" dirty="0">
                <a:solidFill>
                  <a:srgbClr val="000102"/>
                </a:solidFill>
                <a:latin typeface="Arial" charset="0"/>
              </a:rPr>
              <a:t>, </a:t>
            </a:r>
            <a:r>
              <a:rPr lang="en-US" sz="2000" dirty="0" err="1">
                <a:solidFill>
                  <a:srgbClr val="000102"/>
                </a:solidFill>
                <a:latin typeface="Arial" charset="0"/>
              </a:rPr>
              <a:t>toestand</a:t>
            </a:r>
            <a:r>
              <a:rPr lang="en-US" sz="2000" dirty="0">
                <a:solidFill>
                  <a:srgbClr val="000102"/>
                </a:solidFill>
                <a:latin typeface="Arial" charset="0"/>
              </a:rPr>
              <a:t>, etcetera.</a:t>
            </a:r>
          </a:p>
          <a:p>
            <a:pPr>
              <a:buFontTx/>
              <a:buChar char="-"/>
            </a:pPr>
            <a:endParaRPr lang="en-US" sz="2000" dirty="0">
              <a:solidFill>
                <a:srgbClr val="000102"/>
              </a:solidFill>
              <a:latin typeface="Arial" charset="0"/>
            </a:endParaRPr>
          </a:p>
          <a:p>
            <a:r>
              <a:rPr lang="en-US" sz="2000" dirty="0">
                <a:solidFill>
                  <a:srgbClr val="000102"/>
                </a:solidFill>
                <a:latin typeface="Arial" charset="0"/>
              </a:rPr>
              <a:t>E is de set van “edges” (</a:t>
            </a:r>
            <a:r>
              <a:rPr lang="en-US" sz="2000" dirty="0" err="1">
                <a:solidFill>
                  <a:srgbClr val="000102"/>
                </a:solidFill>
                <a:latin typeface="Arial" charset="0"/>
              </a:rPr>
              <a:t>een</a:t>
            </a:r>
            <a:r>
              <a:rPr lang="en-US" sz="2000" dirty="0">
                <a:solidFill>
                  <a:srgbClr val="000102"/>
                </a:solidFill>
                <a:latin typeface="Arial" charset="0"/>
              </a:rPr>
              <a:t> “edge” is </a:t>
            </a:r>
            <a:r>
              <a:rPr lang="en-US" sz="2000" dirty="0" err="1">
                <a:solidFill>
                  <a:srgbClr val="000102"/>
                </a:solidFill>
                <a:latin typeface="Arial" charset="0"/>
              </a:rPr>
              <a:t>een</a:t>
            </a:r>
            <a:r>
              <a:rPr lang="en-US" sz="2000" dirty="0">
                <a:solidFill>
                  <a:srgbClr val="000102"/>
                </a:solidFill>
                <a:latin typeface="Arial" charset="0"/>
              </a:rPr>
              <a:t> </a:t>
            </a:r>
            <a:r>
              <a:rPr lang="en-US" sz="2000" i="1" dirty="0" err="1">
                <a:solidFill>
                  <a:srgbClr val="000102"/>
                </a:solidFill>
                <a:latin typeface="Arial" charset="0"/>
              </a:rPr>
              <a:t>verbinding</a:t>
            </a:r>
            <a:r>
              <a:rPr lang="en-US" sz="2000" i="1" dirty="0">
                <a:solidFill>
                  <a:srgbClr val="000102"/>
                </a:solidFill>
                <a:latin typeface="Arial" charset="0"/>
              </a:rPr>
              <a:t>, </a:t>
            </a:r>
            <a:r>
              <a:rPr lang="en-US" sz="2000" i="1" dirty="0" err="1">
                <a:solidFill>
                  <a:srgbClr val="000102"/>
                </a:solidFill>
                <a:latin typeface="Arial" charset="0"/>
              </a:rPr>
              <a:t>zijde</a:t>
            </a:r>
            <a:r>
              <a:rPr lang="en-US" sz="2000" i="1" dirty="0">
                <a:solidFill>
                  <a:srgbClr val="000102"/>
                </a:solidFill>
                <a:latin typeface="Arial" charset="0"/>
              </a:rPr>
              <a:t>, pad</a:t>
            </a:r>
            <a:r>
              <a:rPr lang="en-US" sz="2000" dirty="0">
                <a:solidFill>
                  <a:srgbClr val="000102"/>
                </a:solidFill>
                <a:latin typeface="Arial" charset="0"/>
              </a:rPr>
              <a:t>)</a:t>
            </a:r>
          </a:p>
          <a:p>
            <a:pPr lvl="1"/>
            <a:r>
              <a:rPr lang="en-US" sz="2000" dirty="0" err="1">
                <a:solidFill>
                  <a:srgbClr val="000102"/>
                </a:solidFill>
                <a:latin typeface="Arial" charset="0"/>
              </a:rPr>
              <a:t>Een</a:t>
            </a:r>
            <a:r>
              <a:rPr lang="en-US" sz="2000" dirty="0">
                <a:solidFill>
                  <a:srgbClr val="000102"/>
                </a:solidFill>
                <a:latin typeface="Arial" charset="0"/>
              </a:rPr>
              <a:t> edge is </a:t>
            </a:r>
            <a:r>
              <a:rPr lang="en-US" sz="2000" dirty="0" err="1">
                <a:solidFill>
                  <a:srgbClr val="000102"/>
                </a:solidFill>
                <a:latin typeface="Arial" charset="0"/>
              </a:rPr>
              <a:t>een</a:t>
            </a:r>
            <a:r>
              <a:rPr lang="en-US" sz="2000" dirty="0">
                <a:solidFill>
                  <a:srgbClr val="000102"/>
                </a:solidFill>
                <a:latin typeface="Arial" charset="0"/>
              </a:rPr>
              <a:t> </a:t>
            </a:r>
            <a:r>
              <a:rPr lang="en-US" sz="2000" dirty="0" err="1">
                <a:solidFill>
                  <a:srgbClr val="000102"/>
                </a:solidFill>
                <a:latin typeface="Arial" charset="0"/>
              </a:rPr>
              <a:t>aanduiding</a:t>
            </a:r>
            <a:r>
              <a:rPr lang="en-US" sz="2000" dirty="0">
                <a:solidFill>
                  <a:srgbClr val="000102"/>
                </a:solidFill>
                <a:latin typeface="Arial" charset="0"/>
              </a:rPr>
              <a:t> van </a:t>
            </a:r>
            <a:r>
              <a:rPr lang="en-US" sz="2000" dirty="0" err="1">
                <a:solidFill>
                  <a:srgbClr val="000102"/>
                </a:solidFill>
                <a:latin typeface="Arial" charset="0"/>
              </a:rPr>
              <a:t>een</a:t>
            </a:r>
            <a:r>
              <a:rPr lang="en-US" sz="2000" dirty="0">
                <a:solidFill>
                  <a:srgbClr val="000102"/>
                </a:solidFill>
                <a:latin typeface="Arial" charset="0"/>
              </a:rPr>
              <a:t> twee vertices; </a:t>
            </a:r>
            <a:r>
              <a:rPr lang="en-US" sz="2000" dirty="0" err="1">
                <a:solidFill>
                  <a:srgbClr val="000102"/>
                </a:solidFill>
                <a:latin typeface="Arial" charset="0"/>
              </a:rPr>
              <a:t>een</a:t>
            </a:r>
            <a:r>
              <a:rPr lang="en-US" sz="2000" dirty="0">
                <a:solidFill>
                  <a:srgbClr val="000102"/>
                </a:solidFill>
                <a:latin typeface="Arial" charset="0"/>
              </a:rPr>
              <a:t> start- en </a:t>
            </a:r>
            <a:r>
              <a:rPr lang="en-US" sz="2000" dirty="0" err="1">
                <a:solidFill>
                  <a:srgbClr val="000102"/>
                </a:solidFill>
                <a:latin typeface="Arial" charset="0"/>
              </a:rPr>
              <a:t>een</a:t>
            </a:r>
            <a:r>
              <a:rPr lang="en-US" sz="2000" dirty="0">
                <a:solidFill>
                  <a:srgbClr val="000102"/>
                </a:solidFill>
                <a:latin typeface="Arial" charset="0"/>
              </a:rPr>
              <a:t> </a:t>
            </a:r>
            <a:r>
              <a:rPr lang="en-US" sz="2000" dirty="0" err="1">
                <a:solidFill>
                  <a:srgbClr val="000102"/>
                </a:solidFill>
                <a:latin typeface="Arial" charset="0"/>
              </a:rPr>
              <a:t>eindpunt</a:t>
            </a:r>
            <a:r>
              <a:rPr lang="en-US" sz="2000" i="1" dirty="0">
                <a:solidFill>
                  <a:srgbClr val="000102"/>
                </a:solidFill>
                <a:latin typeface="Arial" charset="0"/>
              </a:rPr>
              <a:t>.</a:t>
            </a:r>
            <a:endParaRPr lang="en-US" sz="2000" dirty="0">
              <a:solidFill>
                <a:srgbClr val="000102"/>
              </a:solidFill>
              <a:latin typeface="Arial" charset="0"/>
            </a:endParaRPr>
          </a:p>
          <a:p>
            <a:pPr lvl="1"/>
            <a:r>
              <a:rPr lang="en-US" sz="2000" dirty="0" err="1">
                <a:solidFill>
                  <a:srgbClr val="000102"/>
                </a:solidFill>
                <a:latin typeface="Arial" charset="0"/>
              </a:rPr>
              <a:t>Afhankelijk</a:t>
            </a:r>
            <a:r>
              <a:rPr lang="en-US" sz="2000" dirty="0">
                <a:solidFill>
                  <a:srgbClr val="000102"/>
                </a:solidFill>
                <a:latin typeface="Arial" charset="0"/>
              </a:rPr>
              <a:t> van de </a:t>
            </a:r>
            <a:r>
              <a:rPr lang="en-US" sz="2000" dirty="0" err="1">
                <a:solidFill>
                  <a:srgbClr val="000102"/>
                </a:solidFill>
                <a:latin typeface="Arial" charset="0"/>
              </a:rPr>
              <a:t>situatie</a:t>
            </a:r>
            <a:r>
              <a:rPr lang="en-US" sz="2000" dirty="0">
                <a:solidFill>
                  <a:srgbClr val="000102"/>
                </a:solidFill>
                <a:latin typeface="Arial" charset="0"/>
              </a:rPr>
              <a:t> </a:t>
            </a:r>
            <a:r>
              <a:rPr lang="en-US" sz="2000" dirty="0" err="1">
                <a:solidFill>
                  <a:srgbClr val="000102"/>
                </a:solidFill>
                <a:latin typeface="Arial" charset="0"/>
              </a:rPr>
              <a:t>hebben</a:t>
            </a:r>
            <a:r>
              <a:rPr lang="en-US" sz="2000" dirty="0">
                <a:solidFill>
                  <a:srgbClr val="000102"/>
                </a:solidFill>
                <a:latin typeface="Arial" charset="0"/>
              </a:rPr>
              <a:t> edges </a:t>
            </a:r>
            <a:r>
              <a:rPr lang="en-US" sz="2000" dirty="0" err="1">
                <a:solidFill>
                  <a:srgbClr val="000102"/>
                </a:solidFill>
                <a:latin typeface="Arial" charset="0"/>
              </a:rPr>
              <a:t>meer</a:t>
            </a:r>
            <a:r>
              <a:rPr lang="en-US" sz="2000" dirty="0">
                <a:solidFill>
                  <a:srgbClr val="000102"/>
                </a:solidFill>
                <a:latin typeface="Arial" charset="0"/>
              </a:rPr>
              <a:t> </a:t>
            </a:r>
            <a:r>
              <a:rPr lang="en-US" sz="2000" dirty="0" err="1">
                <a:solidFill>
                  <a:srgbClr val="000102"/>
                </a:solidFill>
                <a:latin typeface="Arial" charset="0"/>
              </a:rPr>
              <a:t>eigenschappen</a:t>
            </a:r>
            <a:r>
              <a:rPr lang="en-US" sz="2000" dirty="0">
                <a:solidFill>
                  <a:srgbClr val="000102"/>
                </a:solidFill>
                <a:latin typeface="Arial" charset="0"/>
              </a:rPr>
              <a:t> </a:t>
            </a:r>
            <a:r>
              <a:rPr lang="en-US" sz="2000" dirty="0" err="1">
                <a:solidFill>
                  <a:srgbClr val="000102"/>
                </a:solidFill>
                <a:latin typeface="Arial" charset="0"/>
              </a:rPr>
              <a:t>zoals</a:t>
            </a:r>
            <a:r>
              <a:rPr lang="en-US" sz="2000" dirty="0">
                <a:solidFill>
                  <a:srgbClr val="000102"/>
                </a:solidFill>
                <a:latin typeface="Arial" charset="0"/>
              </a:rPr>
              <a:t>: </a:t>
            </a:r>
            <a:r>
              <a:rPr lang="en-US" sz="2000" dirty="0" err="1">
                <a:solidFill>
                  <a:srgbClr val="000102"/>
                </a:solidFill>
                <a:latin typeface="Arial" charset="0"/>
              </a:rPr>
              <a:t>lengte</a:t>
            </a:r>
            <a:r>
              <a:rPr lang="en-US" sz="2000" dirty="0">
                <a:solidFill>
                  <a:srgbClr val="000102"/>
                </a:solidFill>
                <a:latin typeface="Arial" charset="0"/>
              </a:rPr>
              <a:t>, </a:t>
            </a:r>
            <a:r>
              <a:rPr lang="en-US" sz="2000" dirty="0" err="1">
                <a:solidFill>
                  <a:srgbClr val="000102"/>
                </a:solidFill>
                <a:latin typeface="Arial" charset="0"/>
              </a:rPr>
              <a:t>capiciteit</a:t>
            </a:r>
            <a:r>
              <a:rPr lang="en-US" sz="2000" dirty="0">
                <a:solidFill>
                  <a:srgbClr val="000102"/>
                </a:solidFill>
                <a:latin typeface="Arial" charset="0"/>
              </a:rPr>
              <a:t> en/of </a:t>
            </a:r>
            <a:r>
              <a:rPr lang="en-US" sz="2000" dirty="0" err="1">
                <a:solidFill>
                  <a:srgbClr val="000102"/>
                </a:solidFill>
                <a:latin typeface="Arial" charset="0"/>
              </a:rPr>
              <a:t>andere</a:t>
            </a:r>
            <a:r>
              <a:rPr lang="en-US" sz="2000" dirty="0">
                <a:solidFill>
                  <a:srgbClr val="000102"/>
                </a:solidFill>
                <a:latin typeface="Arial" charset="0"/>
              </a:rPr>
              <a:t> </a:t>
            </a:r>
            <a:r>
              <a:rPr lang="en-US" sz="2000" dirty="0" err="1">
                <a:solidFill>
                  <a:srgbClr val="000102"/>
                </a:solidFill>
                <a:latin typeface="Arial" charset="0"/>
              </a:rPr>
              <a:t>attributen</a:t>
            </a:r>
            <a:endParaRPr lang="en-US" sz="2000" dirty="0">
              <a:solidFill>
                <a:srgbClr val="000102"/>
              </a:solidFill>
              <a:latin typeface="Arial" charset="0"/>
            </a:endParaRPr>
          </a:p>
          <a:p>
            <a:pPr marL="0" indent="0">
              <a:buNone/>
            </a:pP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41250014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b="1" dirty="0"/>
              <a:t>Graaf - interpretatie</a:t>
            </a:r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676672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US" sz="2000" dirty="0" err="1">
                <a:solidFill>
                  <a:srgbClr val="000102"/>
                </a:solidFill>
                <a:latin typeface="Arial" charset="0"/>
              </a:rPr>
              <a:t>Er</a:t>
            </a:r>
            <a:r>
              <a:rPr lang="en-US" sz="2000" dirty="0">
                <a:solidFill>
                  <a:srgbClr val="000102"/>
                </a:solidFill>
                <a:latin typeface="Arial" charset="0"/>
              </a:rPr>
              <a:t> </a:t>
            </a:r>
            <a:r>
              <a:rPr lang="en-US" sz="2000" dirty="0" err="1">
                <a:solidFill>
                  <a:srgbClr val="000102"/>
                </a:solidFill>
                <a:latin typeface="Arial" charset="0"/>
              </a:rPr>
              <a:t>zijn</a:t>
            </a:r>
            <a:r>
              <a:rPr lang="en-US" sz="2000" dirty="0">
                <a:solidFill>
                  <a:srgbClr val="000102"/>
                </a:solidFill>
                <a:latin typeface="Arial" charset="0"/>
              </a:rPr>
              <a:t> </a:t>
            </a:r>
            <a:r>
              <a:rPr lang="en-US" sz="2000" dirty="0" err="1">
                <a:solidFill>
                  <a:srgbClr val="000102"/>
                </a:solidFill>
                <a:latin typeface="Arial" charset="0"/>
              </a:rPr>
              <a:t>veel</a:t>
            </a:r>
            <a:r>
              <a:rPr lang="en-US" sz="2000" dirty="0">
                <a:solidFill>
                  <a:srgbClr val="000102"/>
                </a:solidFill>
                <a:latin typeface="Arial" charset="0"/>
              </a:rPr>
              <a:t> </a:t>
            </a:r>
            <a:r>
              <a:rPr lang="en-US" sz="2000" dirty="0" err="1">
                <a:solidFill>
                  <a:srgbClr val="000102"/>
                </a:solidFill>
                <a:latin typeface="Arial" charset="0"/>
              </a:rPr>
              <a:t>verschillende</a:t>
            </a:r>
            <a:r>
              <a:rPr lang="en-US" sz="2000" dirty="0">
                <a:solidFill>
                  <a:srgbClr val="000102"/>
                </a:solidFill>
                <a:latin typeface="Arial" charset="0"/>
              </a:rPr>
              <a:t> </a:t>
            </a:r>
            <a:r>
              <a:rPr lang="en-US" sz="2000" dirty="0" err="1">
                <a:solidFill>
                  <a:srgbClr val="000102"/>
                </a:solidFill>
                <a:latin typeface="Arial" charset="0"/>
              </a:rPr>
              <a:t>toepassingen</a:t>
            </a:r>
            <a:r>
              <a:rPr lang="en-US" sz="2000" dirty="0">
                <a:solidFill>
                  <a:srgbClr val="000102"/>
                </a:solidFill>
                <a:latin typeface="Arial" charset="0"/>
              </a:rPr>
              <a:t>. </a:t>
            </a:r>
            <a:r>
              <a:rPr lang="en-US" sz="2000" dirty="0" err="1">
                <a:solidFill>
                  <a:srgbClr val="000102"/>
                </a:solidFill>
                <a:latin typeface="Arial" charset="0"/>
              </a:rPr>
              <a:t>Een</a:t>
            </a:r>
            <a:r>
              <a:rPr lang="en-US" sz="2000" dirty="0">
                <a:solidFill>
                  <a:srgbClr val="000102"/>
                </a:solidFill>
                <a:latin typeface="Arial" charset="0"/>
              </a:rPr>
              <a:t> </a:t>
            </a:r>
            <a:r>
              <a:rPr lang="en-US" sz="2000" dirty="0" err="1">
                <a:solidFill>
                  <a:srgbClr val="000102"/>
                </a:solidFill>
                <a:latin typeface="Arial" charset="0"/>
              </a:rPr>
              <a:t>graaf</a:t>
            </a:r>
            <a:r>
              <a:rPr lang="en-US" sz="2000" dirty="0">
                <a:solidFill>
                  <a:srgbClr val="000102"/>
                </a:solidFill>
                <a:latin typeface="Arial" charset="0"/>
              </a:rPr>
              <a:t> </a:t>
            </a:r>
            <a:r>
              <a:rPr lang="en-US" sz="2000" dirty="0" err="1">
                <a:solidFill>
                  <a:srgbClr val="000102"/>
                </a:solidFill>
                <a:latin typeface="Arial" charset="0"/>
              </a:rPr>
              <a:t>kan</a:t>
            </a:r>
            <a:r>
              <a:rPr lang="en-US" sz="2000" dirty="0">
                <a:solidFill>
                  <a:srgbClr val="000102"/>
                </a:solidFill>
                <a:latin typeface="Arial" charset="0"/>
              </a:rPr>
              <a:t> </a:t>
            </a:r>
            <a:r>
              <a:rPr lang="en-US" sz="2000" dirty="0" err="1">
                <a:solidFill>
                  <a:srgbClr val="000102"/>
                </a:solidFill>
                <a:latin typeface="Arial" charset="0"/>
              </a:rPr>
              <a:t>een</a:t>
            </a:r>
            <a:r>
              <a:rPr lang="en-US" sz="2000" dirty="0">
                <a:solidFill>
                  <a:srgbClr val="000102"/>
                </a:solidFill>
                <a:latin typeface="Arial" charset="0"/>
              </a:rPr>
              <a:t> </a:t>
            </a:r>
            <a:r>
              <a:rPr lang="en-US" sz="2000" dirty="0" err="1">
                <a:solidFill>
                  <a:srgbClr val="000102"/>
                </a:solidFill>
                <a:latin typeface="Arial" charset="0"/>
              </a:rPr>
              <a:t>kaart</a:t>
            </a:r>
            <a:r>
              <a:rPr lang="en-US" sz="2000" dirty="0">
                <a:solidFill>
                  <a:srgbClr val="000102"/>
                </a:solidFill>
                <a:latin typeface="Arial" charset="0"/>
              </a:rPr>
              <a:t> </a:t>
            </a:r>
            <a:r>
              <a:rPr lang="en-US" sz="2000" dirty="0" err="1">
                <a:solidFill>
                  <a:srgbClr val="000102"/>
                </a:solidFill>
                <a:latin typeface="Arial" charset="0"/>
              </a:rPr>
              <a:t>zijn</a:t>
            </a:r>
            <a:r>
              <a:rPr lang="en-US" sz="2000" dirty="0">
                <a:solidFill>
                  <a:srgbClr val="000102"/>
                </a:solidFill>
                <a:latin typeface="Arial" charset="0"/>
              </a:rPr>
              <a:t>, de vertices </a:t>
            </a:r>
            <a:r>
              <a:rPr lang="en-US" sz="2000" dirty="0" err="1">
                <a:solidFill>
                  <a:srgbClr val="000102"/>
                </a:solidFill>
                <a:latin typeface="Arial" charset="0"/>
              </a:rPr>
              <a:t>zijn</a:t>
            </a:r>
            <a:r>
              <a:rPr lang="en-US" sz="2000" dirty="0">
                <a:solidFill>
                  <a:srgbClr val="000102"/>
                </a:solidFill>
                <a:latin typeface="Arial" charset="0"/>
              </a:rPr>
              <a:t> de </a:t>
            </a:r>
            <a:r>
              <a:rPr lang="en-US" sz="2000" dirty="0" err="1">
                <a:solidFill>
                  <a:srgbClr val="000102"/>
                </a:solidFill>
                <a:latin typeface="Arial" charset="0"/>
              </a:rPr>
              <a:t>steden</a:t>
            </a:r>
            <a:r>
              <a:rPr lang="en-US" sz="2000" dirty="0">
                <a:solidFill>
                  <a:srgbClr val="000102"/>
                </a:solidFill>
                <a:latin typeface="Arial" charset="0"/>
              </a:rPr>
              <a:t> en de edges de </a:t>
            </a:r>
            <a:r>
              <a:rPr lang="en-US" sz="2000" dirty="0" err="1">
                <a:solidFill>
                  <a:srgbClr val="000102"/>
                </a:solidFill>
                <a:latin typeface="Arial" charset="0"/>
              </a:rPr>
              <a:t>wegen</a:t>
            </a:r>
            <a:r>
              <a:rPr lang="en-US" sz="2000" dirty="0">
                <a:solidFill>
                  <a:srgbClr val="000102"/>
                </a:solidFill>
                <a:latin typeface="Arial" charset="0"/>
              </a:rPr>
              <a:t> die de </a:t>
            </a:r>
            <a:r>
              <a:rPr lang="en-US" sz="2000" dirty="0" err="1">
                <a:solidFill>
                  <a:srgbClr val="000102"/>
                </a:solidFill>
                <a:latin typeface="Arial" charset="0"/>
              </a:rPr>
              <a:t>steden</a:t>
            </a:r>
            <a:r>
              <a:rPr lang="en-US" sz="2000" dirty="0">
                <a:solidFill>
                  <a:srgbClr val="000102"/>
                </a:solidFill>
                <a:latin typeface="Arial" charset="0"/>
              </a:rPr>
              <a:t> met </a:t>
            </a:r>
            <a:r>
              <a:rPr lang="en-US" sz="2000" dirty="0" err="1">
                <a:solidFill>
                  <a:srgbClr val="000102"/>
                </a:solidFill>
                <a:latin typeface="Arial" charset="0"/>
              </a:rPr>
              <a:t>elkaar</a:t>
            </a:r>
            <a:r>
              <a:rPr lang="en-US" sz="2000" dirty="0">
                <a:solidFill>
                  <a:srgbClr val="000102"/>
                </a:solidFill>
                <a:latin typeface="Arial" charset="0"/>
              </a:rPr>
              <a:t> </a:t>
            </a:r>
            <a:r>
              <a:rPr lang="en-US" sz="2000" dirty="0" err="1">
                <a:solidFill>
                  <a:srgbClr val="000102"/>
                </a:solidFill>
                <a:latin typeface="Arial" charset="0"/>
              </a:rPr>
              <a:t>verbinden</a:t>
            </a:r>
            <a:r>
              <a:rPr lang="en-US" sz="2000" dirty="0">
                <a:solidFill>
                  <a:srgbClr val="000102"/>
                </a:solidFill>
                <a:latin typeface="Arial" charset="0"/>
              </a:rPr>
              <a:t>.</a:t>
            </a:r>
          </a:p>
          <a:p>
            <a:pPr marL="0" indent="0">
              <a:buNone/>
            </a:pPr>
            <a:endParaRPr lang="nl-NL" dirty="0"/>
          </a:p>
        </p:txBody>
      </p:sp>
      <p:pic>
        <p:nvPicPr>
          <p:cNvPr id="4" name="Picture 4" descr="nsgraaf.tiff                                                   00013C17Data                           B94D09FE: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5400" y="2362200"/>
            <a:ext cx="4570413" cy="4132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383486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b="1" dirty="0"/>
              <a:t>Graaf - interpretatie</a:t>
            </a:r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err="1">
                <a:solidFill>
                  <a:srgbClr val="000102"/>
                </a:solidFill>
                <a:latin typeface="Arial" charset="0"/>
              </a:rPr>
              <a:t>Een</a:t>
            </a:r>
            <a:r>
              <a:rPr lang="en-US" dirty="0">
                <a:solidFill>
                  <a:srgbClr val="000102"/>
                </a:solidFill>
                <a:latin typeface="Arial" charset="0"/>
              </a:rPr>
              <a:t> “State Transition Diagram” is </a:t>
            </a:r>
            <a:r>
              <a:rPr lang="en-US" dirty="0" err="1">
                <a:solidFill>
                  <a:srgbClr val="000102"/>
                </a:solidFill>
                <a:latin typeface="Arial" charset="0"/>
              </a:rPr>
              <a:t>ook</a:t>
            </a:r>
            <a:r>
              <a:rPr lang="en-US" dirty="0">
                <a:solidFill>
                  <a:srgbClr val="000102"/>
                </a:solidFill>
                <a:latin typeface="Arial" charset="0"/>
              </a:rPr>
              <a:t> </a:t>
            </a:r>
            <a:r>
              <a:rPr lang="en-US" dirty="0" err="1">
                <a:solidFill>
                  <a:srgbClr val="000102"/>
                </a:solidFill>
                <a:latin typeface="Arial" charset="0"/>
              </a:rPr>
              <a:t>een</a:t>
            </a:r>
            <a:r>
              <a:rPr lang="en-US" dirty="0">
                <a:solidFill>
                  <a:srgbClr val="000102"/>
                </a:solidFill>
                <a:latin typeface="Arial" charset="0"/>
              </a:rPr>
              <a:t> </a:t>
            </a:r>
            <a:r>
              <a:rPr lang="en-US" dirty="0" err="1">
                <a:solidFill>
                  <a:srgbClr val="000102"/>
                </a:solidFill>
                <a:latin typeface="Arial" charset="0"/>
              </a:rPr>
              <a:t>graaf</a:t>
            </a:r>
            <a:r>
              <a:rPr lang="en-US" dirty="0">
                <a:solidFill>
                  <a:srgbClr val="000102"/>
                </a:solidFill>
                <a:latin typeface="Arial" charset="0"/>
              </a:rPr>
              <a:t>, de vertices </a:t>
            </a:r>
            <a:r>
              <a:rPr lang="en-US" dirty="0" err="1">
                <a:solidFill>
                  <a:srgbClr val="000102"/>
                </a:solidFill>
                <a:latin typeface="Arial" charset="0"/>
              </a:rPr>
              <a:t>zijn</a:t>
            </a:r>
            <a:r>
              <a:rPr lang="en-US" dirty="0">
                <a:solidFill>
                  <a:srgbClr val="000102"/>
                </a:solidFill>
                <a:latin typeface="Arial" charset="0"/>
              </a:rPr>
              <a:t> de </a:t>
            </a:r>
            <a:r>
              <a:rPr lang="en-US" dirty="0" err="1">
                <a:solidFill>
                  <a:srgbClr val="000102"/>
                </a:solidFill>
                <a:latin typeface="Arial" charset="0"/>
              </a:rPr>
              <a:t>toestanden</a:t>
            </a:r>
            <a:r>
              <a:rPr lang="en-US" dirty="0">
                <a:solidFill>
                  <a:srgbClr val="000102"/>
                </a:solidFill>
                <a:latin typeface="Arial" charset="0"/>
              </a:rPr>
              <a:t> en de edges </a:t>
            </a:r>
            <a:r>
              <a:rPr lang="en-US" dirty="0" err="1">
                <a:solidFill>
                  <a:srgbClr val="000102"/>
                </a:solidFill>
                <a:latin typeface="Arial" charset="0"/>
              </a:rPr>
              <a:t>zijn</a:t>
            </a:r>
            <a:r>
              <a:rPr lang="en-US" dirty="0">
                <a:solidFill>
                  <a:srgbClr val="000102"/>
                </a:solidFill>
                <a:latin typeface="Arial" charset="0"/>
              </a:rPr>
              <a:t> de </a:t>
            </a:r>
            <a:r>
              <a:rPr lang="en-US" dirty="0" err="1">
                <a:solidFill>
                  <a:srgbClr val="000102"/>
                </a:solidFill>
                <a:latin typeface="Arial" charset="0"/>
              </a:rPr>
              <a:t>mogelijke</a:t>
            </a:r>
            <a:r>
              <a:rPr lang="en-US" dirty="0">
                <a:solidFill>
                  <a:srgbClr val="000102"/>
                </a:solidFill>
                <a:latin typeface="Arial" charset="0"/>
              </a:rPr>
              <a:t> </a:t>
            </a:r>
            <a:r>
              <a:rPr lang="en-US" dirty="0" err="1">
                <a:solidFill>
                  <a:srgbClr val="000102"/>
                </a:solidFill>
                <a:latin typeface="Arial" charset="0"/>
              </a:rPr>
              <a:t>transities</a:t>
            </a:r>
            <a:endParaRPr lang="nl-NL" dirty="0"/>
          </a:p>
        </p:txBody>
      </p:sp>
      <p:pic>
        <p:nvPicPr>
          <p:cNvPr id="4" name="Picture 4" descr="stdwekker.tiff                                                 00013C17Data                           B94D09FE: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2514600"/>
            <a:ext cx="6399213" cy="3319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712654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b="1" dirty="0"/>
              <a:t>Gerichte graaf</a:t>
            </a:r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rgbClr val="000102"/>
                </a:solidFill>
                <a:latin typeface="Arial" charset="0"/>
              </a:rPr>
              <a:t>In </a:t>
            </a:r>
            <a:r>
              <a:rPr lang="en-US" dirty="0" err="1">
                <a:solidFill>
                  <a:srgbClr val="000102"/>
                </a:solidFill>
                <a:latin typeface="Arial" charset="0"/>
              </a:rPr>
              <a:t>een</a:t>
            </a:r>
            <a:r>
              <a:rPr lang="en-US" dirty="0">
                <a:solidFill>
                  <a:srgbClr val="000102"/>
                </a:solidFill>
                <a:latin typeface="Arial" charset="0"/>
              </a:rPr>
              <a:t> </a:t>
            </a:r>
            <a:r>
              <a:rPr lang="en-US" dirty="0" err="1">
                <a:solidFill>
                  <a:srgbClr val="000102"/>
                </a:solidFill>
                <a:latin typeface="Arial" charset="0"/>
              </a:rPr>
              <a:t>gerichte</a:t>
            </a:r>
            <a:r>
              <a:rPr lang="en-US" dirty="0">
                <a:solidFill>
                  <a:srgbClr val="000102"/>
                </a:solidFill>
                <a:latin typeface="Arial" charset="0"/>
              </a:rPr>
              <a:t> </a:t>
            </a:r>
            <a:r>
              <a:rPr lang="en-US" dirty="0" err="1">
                <a:solidFill>
                  <a:srgbClr val="000102"/>
                </a:solidFill>
                <a:latin typeface="Arial" charset="0"/>
              </a:rPr>
              <a:t>graaf</a:t>
            </a:r>
            <a:r>
              <a:rPr lang="en-US" dirty="0">
                <a:solidFill>
                  <a:srgbClr val="000102"/>
                </a:solidFill>
                <a:latin typeface="Arial" charset="0"/>
              </a:rPr>
              <a:t> (directed graph) </a:t>
            </a:r>
            <a:r>
              <a:rPr lang="en-US" dirty="0" err="1">
                <a:solidFill>
                  <a:srgbClr val="000102"/>
                </a:solidFill>
                <a:latin typeface="Arial" charset="0"/>
              </a:rPr>
              <a:t>gaan</a:t>
            </a:r>
            <a:r>
              <a:rPr lang="en-US" dirty="0">
                <a:solidFill>
                  <a:srgbClr val="000102"/>
                </a:solidFill>
                <a:latin typeface="Arial" charset="0"/>
              </a:rPr>
              <a:t> edges maar </a:t>
            </a:r>
            <a:r>
              <a:rPr lang="en-US" dirty="0" err="1">
                <a:solidFill>
                  <a:srgbClr val="000102"/>
                </a:solidFill>
                <a:latin typeface="Arial" charset="0"/>
              </a:rPr>
              <a:t>één</a:t>
            </a:r>
            <a:r>
              <a:rPr lang="en-US" dirty="0">
                <a:solidFill>
                  <a:srgbClr val="000102"/>
                </a:solidFill>
                <a:latin typeface="Arial" charset="0"/>
              </a:rPr>
              <a:t> </a:t>
            </a:r>
            <a:r>
              <a:rPr lang="en-US" dirty="0" err="1">
                <a:solidFill>
                  <a:srgbClr val="000102"/>
                </a:solidFill>
                <a:latin typeface="Arial" charset="0"/>
              </a:rPr>
              <a:t>kant</a:t>
            </a:r>
            <a:r>
              <a:rPr lang="en-US" dirty="0">
                <a:solidFill>
                  <a:srgbClr val="000102"/>
                </a:solidFill>
                <a:latin typeface="Arial" charset="0"/>
              </a:rPr>
              <a:t> op. Edges </a:t>
            </a:r>
            <a:r>
              <a:rPr lang="en-US" dirty="0" err="1">
                <a:solidFill>
                  <a:srgbClr val="000102"/>
                </a:solidFill>
                <a:latin typeface="Arial" charset="0"/>
              </a:rPr>
              <a:t>zijn</a:t>
            </a:r>
            <a:r>
              <a:rPr lang="en-US" dirty="0">
                <a:solidFill>
                  <a:srgbClr val="000102"/>
                </a:solidFill>
                <a:latin typeface="Arial" charset="0"/>
              </a:rPr>
              <a:t> </a:t>
            </a:r>
            <a:r>
              <a:rPr lang="en-US" dirty="0" err="1">
                <a:solidFill>
                  <a:srgbClr val="000102"/>
                </a:solidFill>
                <a:latin typeface="Arial" charset="0"/>
              </a:rPr>
              <a:t>dan</a:t>
            </a:r>
            <a:r>
              <a:rPr lang="en-US" dirty="0">
                <a:solidFill>
                  <a:srgbClr val="000102"/>
                </a:solidFill>
                <a:latin typeface="Arial" charset="0"/>
              </a:rPr>
              <a:t> </a:t>
            </a:r>
            <a:r>
              <a:rPr lang="en-US" dirty="0" err="1">
                <a:solidFill>
                  <a:srgbClr val="000102"/>
                </a:solidFill>
                <a:latin typeface="Arial" charset="0"/>
              </a:rPr>
              <a:t>getekend</a:t>
            </a:r>
            <a:r>
              <a:rPr lang="en-US" dirty="0">
                <a:solidFill>
                  <a:srgbClr val="000102"/>
                </a:solidFill>
                <a:latin typeface="Arial" charset="0"/>
              </a:rPr>
              <a:t> </a:t>
            </a:r>
            <a:r>
              <a:rPr lang="en-US" dirty="0" err="1">
                <a:solidFill>
                  <a:srgbClr val="000102"/>
                </a:solidFill>
                <a:latin typeface="Arial" charset="0"/>
              </a:rPr>
              <a:t>als</a:t>
            </a:r>
            <a:r>
              <a:rPr lang="en-US" dirty="0">
                <a:solidFill>
                  <a:srgbClr val="000102"/>
                </a:solidFill>
                <a:latin typeface="Arial" charset="0"/>
              </a:rPr>
              <a:t> </a:t>
            </a:r>
            <a:r>
              <a:rPr lang="en-US" dirty="0" err="1">
                <a:solidFill>
                  <a:srgbClr val="000102"/>
                </a:solidFill>
                <a:latin typeface="Arial" charset="0"/>
              </a:rPr>
              <a:t>pijlen</a:t>
            </a:r>
            <a:r>
              <a:rPr lang="en-US" dirty="0">
                <a:solidFill>
                  <a:srgbClr val="000102"/>
                </a:solidFill>
                <a:latin typeface="Arial" charset="0"/>
              </a:rPr>
              <a:t>.</a:t>
            </a:r>
          </a:p>
          <a:p>
            <a:pPr marL="0" indent="0">
              <a:buNone/>
            </a:pPr>
            <a:endParaRPr lang="en-US" dirty="0">
              <a:solidFill>
                <a:srgbClr val="000102"/>
              </a:solidFill>
              <a:latin typeface="Arial" charset="0"/>
            </a:endParaRPr>
          </a:p>
          <a:p>
            <a:pPr marL="0" indent="0">
              <a:buNone/>
            </a:pPr>
            <a:endParaRPr lang="en-US" dirty="0">
              <a:solidFill>
                <a:srgbClr val="000102"/>
              </a:solidFill>
              <a:latin typeface="Arial" charset="0"/>
            </a:endParaRPr>
          </a:p>
          <a:p>
            <a:pPr marL="0" indent="0">
              <a:buNone/>
            </a:pPr>
            <a:endParaRPr lang="en-US" dirty="0">
              <a:solidFill>
                <a:srgbClr val="000102"/>
              </a:solidFill>
              <a:latin typeface="Arial" charset="0"/>
            </a:endParaRPr>
          </a:p>
          <a:p>
            <a:pPr marL="0" indent="0">
              <a:buNone/>
            </a:pPr>
            <a:endParaRPr lang="en-US" dirty="0">
              <a:solidFill>
                <a:srgbClr val="000102"/>
              </a:solidFill>
              <a:latin typeface="Arial" charset="0"/>
            </a:endParaRPr>
          </a:p>
          <a:p>
            <a:pPr marL="0" indent="0">
              <a:buNone/>
            </a:pPr>
            <a:endParaRPr lang="en-US" dirty="0">
              <a:solidFill>
                <a:srgbClr val="000102"/>
              </a:solidFill>
              <a:latin typeface="Arial" charset="0"/>
            </a:endParaRPr>
          </a:p>
          <a:p>
            <a:pPr marL="0" indent="0">
              <a:buNone/>
            </a:pPr>
            <a:endParaRPr lang="en-US" dirty="0">
              <a:solidFill>
                <a:srgbClr val="000102"/>
              </a:solidFill>
              <a:latin typeface="Arial" charset="0"/>
            </a:endParaRPr>
          </a:p>
          <a:p>
            <a:pPr marL="0" indent="0">
              <a:buNone/>
            </a:pPr>
            <a:endParaRPr lang="en-US" dirty="0">
              <a:solidFill>
                <a:srgbClr val="000102"/>
              </a:solidFill>
              <a:latin typeface="Arial" charset="0"/>
            </a:endParaRPr>
          </a:p>
          <a:p>
            <a:pPr marL="0" indent="0">
              <a:buNone/>
            </a:pPr>
            <a:endParaRPr lang="en-US" dirty="0">
              <a:solidFill>
                <a:srgbClr val="000102"/>
              </a:solidFill>
              <a:latin typeface="Arial" charset="0"/>
            </a:endParaRPr>
          </a:p>
          <a:p>
            <a:pPr marL="0" indent="0">
              <a:buNone/>
            </a:pPr>
            <a:endParaRPr lang="en-US" dirty="0">
              <a:solidFill>
                <a:srgbClr val="000102"/>
              </a:solidFill>
              <a:latin typeface="Arial" charset="0"/>
            </a:endParaRPr>
          </a:p>
          <a:p>
            <a:pPr marL="0" indent="0">
              <a:buNone/>
            </a:pPr>
            <a:endParaRPr lang="en-US" dirty="0">
              <a:solidFill>
                <a:srgbClr val="000102"/>
              </a:solidFill>
              <a:latin typeface="Arial" charset="0"/>
            </a:endParaRPr>
          </a:p>
          <a:p>
            <a:pPr marL="0" indent="0">
              <a:buNone/>
            </a:pPr>
            <a:endParaRPr lang="en-US" dirty="0">
              <a:solidFill>
                <a:srgbClr val="000102"/>
              </a:solidFill>
              <a:latin typeface="Arial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000102"/>
                </a:solidFill>
                <a:latin typeface="Arial" charset="0"/>
              </a:rPr>
              <a:t>In </a:t>
            </a:r>
            <a:r>
              <a:rPr lang="en-US" dirty="0" err="1">
                <a:solidFill>
                  <a:srgbClr val="000102"/>
                </a:solidFill>
                <a:latin typeface="Arial" charset="0"/>
              </a:rPr>
              <a:t>een</a:t>
            </a:r>
            <a:r>
              <a:rPr lang="en-US" dirty="0">
                <a:solidFill>
                  <a:srgbClr val="000102"/>
                </a:solidFill>
                <a:latin typeface="Arial" charset="0"/>
              </a:rPr>
              <a:t> </a:t>
            </a:r>
            <a:r>
              <a:rPr lang="en-US" dirty="0" err="1">
                <a:solidFill>
                  <a:srgbClr val="000102"/>
                </a:solidFill>
                <a:latin typeface="Arial" charset="0"/>
              </a:rPr>
              <a:t>ongerichte</a:t>
            </a:r>
            <a:r>
              <a:rPr lang="en-US" dirty="0">
                <a:solidFill>
                  <a:srgbClr val="000102"/>
                </a:solidFill>
                <a:latin typeface="Arial" charset="0"/>
              </a:rPr>
              <a:t> </a:t>
            </a:r>
            <a:r>
              <a:rPr lang="en-US" dirty="0" err="1">
                <a:solidFill>
                  <a:srgbClr val="000102"/>
                </a:solidFill>
                <a:latin typeface="Arial" charset="0"/>
              </a:rPr>
              <a:t>graaf</a:t>
            </a:r>
            <a:r>
              <a:rPr lang="en-US" dirty="0">
                <a:solidFill>
                  <a:srgbClr val="000102"/>
                </a:solidFill>
                <a:latin typeface="Arial" charset="0"/>
              </a:rPr>
              <a:t> </a:t>
            </a:r>
            <a:r>
              <a:rPr lang="en-US" dirty="0" err="1">
                <a:solidFill>
                  <a:srgbClr val="000102"/>
                </a:solidFill>
                <a:latin typeface="Arial" charset="0"/>
              </a:rPr>
              <a:t>kunnen</a:t>
            </a:r>
            <a:r>
              <a:rPr lang="en-US" dirty="0">
                <a:solidFill>
                  <a:srgbClr val="000102"/>
                </a:solidFill>
                <a:latin typeface="Arial" charset="0"/>
              </a:rPr>
              <a:t> op de edges </a:t>
            </a:r>
            <a:r>
              <a:rPr lang="en-US" dirty="0" err="1">
                <a:solidFill>
                  <a:srgbClr val="000102"/>
                </a:solidFill>
                <a:latin typeface="Arial" charset="0"/>
              </a:rPr>
              <a:t>beide</a:t>
            </a:r>
            <a:r>
              <a:rPr lang="en-US" dirty="0">
                <a:solidFill>
                  <a:srgbClr val="000102"/>
                </a:solidFill>
                <a:latin typeface="Arial" charset="0"/>
              </a:rPr>
              <a:t> </a:t>
            </a:r>
            <a:r>
              <a:rPr lang="en-US" dirty="0" err="1">
                <a:solidFill>
                  <a:srgbClr val="000102"/>
                </a:solidFill>
                <a:latin typeface="Arial" charset="0"/>
              </a:rPr>
              <a:t>kanten</a:t>
            </a:r>
            <a:r>
              <a:rPr lang="en-US" dirty="0">
                <a:solidFill>
                  <a:srgbClr val="000102"/>
                </a:solidFill>
                <a:latin typeface="Arial" charset="0"/>
              </a:rPr>
              <a:t> “</a:t>
            </a:r>
            <a:r>
              <a:rPr lang="en-US" dirty="0" err="1">
                <a:solidFill>
                  <a:srgbClr val="000102"/>
                </a:solidFill>
                <a:latin typeface="Arial" charset="0"/>
              </a:rPr>
              <a:t>gereisd</a:t>
            </a:r>
            <a:r>
              <a:rPr lang="en-US" dirty="0">
                <a:solidFill>
                  <a:srgbClr val="000102"/>
                </a:solidFill>
                <a:latin typeface="Arial" charset="0"/>
              </a:rPr>
              <a:t>” </a:t>
            </a:r>
            <a:r>
              <a:rPr lang="en-US" dirty="0" err="1">
                <a:solidFill>
                  <a:srgbClr val="000102"/>
                </a:solidFill>
                <a:latin typeface="Arial" charset="0"/>
              </a:rPr>
              <a:t>worden</a:t>
            </a:r>
            <a:r>
              <a:rPr lang="en-US" dirty="0">
                <a:solidFill>
                  <a:srgbClr val="000102"/>
                </a:solidFill>
                <a:latin typeface="Arial" charset="0"/>
              </a:rPr>
              <a:t>. Edges </a:t>
            </a:r>
            <a:r>
              <a:rPr lang="en-US" dirty="0" err="1">
                <a:solidFill>
                  <a:srgbClr val="000102"/>
                </a:solidFill>
                <a:latin typeface="Arial" charset="0"/>
              </a:rPr>
              <a:t>worden</a:t>
            </a:r>
            <a:r>
              <a:rPr lang="en-US" dirty="0">
                <a:solidFill>
                  <a:srgbClr val="000102"/>
                </a:solidFill>
                <a:latin typeface="Arial" charset="0"/>
              </a:rPr>
              <a:t> </a:t>
            </a:r>
            <a:r>
              <a:rPr lang="en-US" dirty="0" err="1">
                <a:solidFill>
                  <a:srgbClr val="000102"/>
                </a:solidFill>
                <a:latin typeface="Arial" charset="0"/>
              </a:rPr>
              <a:t>dan</a:t>
            </a:r>
            <a:r>
              <a:rPr lang="en-US" dirty="0">
                <a:solidFill>
                  <a:srgbClr val="000102"/>
                </a:solidFill>
                <a:latin typeface="Arial" charset="0"/>
              </a:rPr>
              <a:t> </a:t>
            </a:r>
            <a:r>
              <a:rPr lang="en-US" dirty="0" err="1">
                <a:solidFill>
                  <a:srgbClr val="000102"/>
                </a:solidFill>
                <a:latin typeface="Arial" charset="0"/>
              </a:rPr>
              <a:t>getekend</a:t>
            </a:r>
            <a:r>
              <a:rPr lang="en-US" dirty="0">
                <a:solidFill>
                  <a:srgbClr val="000102"/>
                </a:solidFill>
                <a:latin typeface="Arial" charset="0"/>
              </a:rPr>
              <a:t> </a:t>
            </a:r>
            <a:r>
              <a:rPr lang="en-US" dirty="0" err="1">
                <a:solidFill>
                  <a:srgbClr val="000102"/>
                </a:solidFill>
                <a:latin typeface="Arial" charset="0"/>
              </a:rPr>
              <a:t>als</a:t>
            </a:r>
            <a:r>
              <a:rPr lang="en-US" dirty="0">
                <a:solidFill>
                  <a:srgbClr val="000102"/>
                </a:solidFill>
                <a:latin typeface="Arial" charset="0"/>
              </a:rPr>
              <a:t> </a:t>
            </a:r>
            <a:r>
              <a:rPr lang="en-US" dirty="0" err="1">
                <a:solidFill>
                  <a:srgbClr val="000102"/>
                </a:solidFill>
                <a:latin typeface="Arial" charset="0"/>
              </a:rPr>
              <a:t>lijnen</a:t>
            </a:r>
            <a:r>
              <a:rPr lang="en-US" dirty="0">
                <a:solidFill>
                  <a:srgbClr val="000102"/>
                </a:solidFill>
                <a:latin typeface="Arial" charset="0"/>
              </a:rPr>
              <a:t>.</a:t>
            </a:r>
            <a:endParaRPr lang="nl-NL" dirty="0"/>
          </a:p>
        </p:txBody>
      </p:sp>
      <p:sp>
        <p:nvSpPr>
          <p:cNvPr id="4" name="Oval 6"/>
          <p:cNvSpPr>
            <a:spLocks noChangeArrowheads="1"/>
          </p:cNvSpPr>
          <p:nvPr/>
        </p:nvSpPr>
        <p:spPr bwMode="auto">
          <a:xfrm>
            <a:off x="4353595" y="2739628"/>
            <a:ext cx="228600" cy="228600"/>
          </a:xfrm>
          <a:prstGeom prst="ellipse">
            <a:avLst/>
          </a:prstGeom>
          <a:solidFill>
            <a:schemeClr val="tx1"/>
          </a:solidFill>
          <a:ln w="9525">
            <a:solidFill>
              <a:srgbClr val="000102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rgbClr val="000102"/>
              </a:solidFill>
            </a:endParaRPr>
          </a:p>
        </p:txBody>
      </p:sp>
      <p:sp>
        <p:nvSpPr>
          <p:cNvPr id="5" name="Oval 7"/>
          <p:cNvSpPr>
            <a:spLocks noChangeArrowheads="1"/>
          </p:cNvSpPr>
          <p:nvPr/>
        </p:nvSpPr>
        <p:spPr bwMode="auto">
          <a:xfrm>
            <a:off x="4353595" y="4187428"/>
            <a:ext cx="228600" cy="228600"/>
          </a:xfrm>
          <a:prstGeom prst="ellipse">
            <a:avLst/>
          </a:prstGeom>
          <a:solidFill>
            <a:schemeClr val="tx1"/>
          </a:solidFill>
          <a:ln w="9525">
            <a:solidFill>
              <a:srgbClr val="000102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rgbClr val="000102"/>
              </a:solidFill>
            </a:endParaRPr>
          </a:p>
        </p:txBody>
      </p:sp>
      <p:sp>
        <p:nvSpPr>
          <p:cNvPr id="6" name="Oval 8"/>
          <p:cNvSpPr>
            <a:spLocks noChangeArrowheads="1"/>
          </p:cNvSpPr>
          <p:nvPr/>
        </p:nvSpPr>
        <p:spPr bwMode="auto">
          <a:xfrm>
            <a:off x="2372395" y="3501628"/>
            <a:ext cx="228600" cy="228600"/>
          </a:xfrm>
          <a:prstGeom prst="ellipse">
            <a:avLst/>
          </a:prstGeom>
          <a:solidFill>
            <a:schemeClr val="tx1"/>
          </a:solidFill>
          <a:ln w="9525">
            <a:solidFill>
              <a:srgbClr val="000102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rgbClr val="000102"/>
              </a:solidFill>
            </a:endParaRPr>
          </a:p>
        </p:txBody>
      </p:sp>
      <p:sp>
        <p:nvSpPr>
          <p:cNvPr id="7" name="Freeform 11"/>
          <p:cNvSpPr>
            <a:spLocks/>
          </p:cNvSpPr>
          <p:nvPr/>
        </p:nvSpPr>
        <p:spPr bwMode="auto">
          <a:xfrm>
            <a:off x="4658395" y="2968228"/>
            <a:ext cx="304800" cy="1219200"/>
          </a:xfrm>
          <a:custGeom>
            <a:avLst/>
            <a:gdLst>
              <a:gd name="T0" fmla="*/ 0 w 192"/>
              <a:gd name="T1" fmla="*/ 0 h 768"/>
              <a:gd name="T2" fmla="*/ 2147483647 w 192"/>
              <a:gd name="T3" fmla="*/ 2147483647 h 768"/>
              <a:gd name="T4" fmla="*/ 0 w 192"/>
              <a:gd name="T5" fmla="*/ 2147483647 h 768"/>
              <a:gd name="T6" fmla="*/ 0 60000 65536"/>
              <a:gd name="T7" fmla="*/ 0 60000 65536"/>
              <a:gd name="T8" fmla="*/ 0 60000 65536"/>
              <a:gd name="T9" fmla="*/ 0 w 192"/>
              <a:gd name="T10" fmla="*/ 0 h 768"/>
              <a:gd name="T11" fmla="*/ 192 w 192"/>
              <a:gd name="T12" fmla="*/ 768 h 76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92" h="768">
                <a:moveTo>
                  <a:pt x="0" y="0"/>
                </a:moveTo>
                <a:cubicBezTo>
                  <a:pt x="96" y="128"/>
                  <a:pt x="192" y="256"/>
                  <a:pt x="192" y="384"/>
                </a:cubicBezTo>
                <a:cubicBezTo>
                  <a:pt x="192" y="512"/>
                  <a:pt x="32" y="704"/>
                  <a:pt x="0" y="768"/>
                </a:cubicBezTo>
              </a:path>
            </a:pathLst>
          </a:custGeom>
          <a:noFill/>
          <a:ln w="9525">
            <a:solidFill>
              <a:srgbClr val="00010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nl-NL"/>
          </a:p>
        </p:txBody>
      </p:sp>
      <p:sp>
        <p:nvSpPr>
          <p:cNvPr id="8" name="Freeform 12"/>
          <p:cNvSpPr>
            <a:spLocks/>
          </p:cNvSpPr>
          <p:nvPr/>
        </p:nvSpPr>
        <p:spPr bwMode="auto">
          <a:xfrm>
            <a:off x="2524795" y="2790428"/>
            <a:ext cx="1752600" cy="635000"/>
          </a:xfrm>
          <a:custGeom>
            <a:avLst/>
            <a:gdLst>
              <a:gd name="T0" fmla="*/ 0 w 1104"/>
              <a:gd name="T1" fmla="*/ 2147483647 h 400"/>
              <a:gd name="T2" fmla="*/ 2147483647 w 1104"/>
              <a:gd name="T3" fmla="*/ 2147483647 h 400"/>
              <a:gd name="T4" fmla="*/ 2147483647 w 1104"/>
              <a:gd name="T5" fmla="*/ 2147483647 h 400"/>
              <a:gd name="T6" fmla="*/ 0 60000 65536"/>
              <a:gd name="T7" fmla="*/ 0 60000 65536"/>
              <a:gd name="T8" fmla="*/ 0 60000 65536"/>
              <a:gd name="T9" fmla="*/ 0 w 1104"/>
              <a:gd name="T10" fmla="*/ 0 h 400"/>
              <a:gd name="T11" fmla="*/ 1104 w 1104"/>
              <a:gd name="T12" fmla="*/ 400 h 4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104" h="400">
                <a:moveTo>
                  <a:pt x="0" y="400"/>
                </a:moveTo>
                <a:cubicBezTo>
                  <a:pt x="124" y="264"/>
                  <a:pt x="248" y="128"/>
                  <a:pt x="432" y="64"/>
                </a:cubicBezTo>
                <a:cubicBezTo>
                  <a:pt x="616" y="0"/>
                  <a:pt x="860" y="8"/>
                  <a:pt x="1104" y="16"/>
                </a:cubicBezTo>
              </a:path>
            </a:pathLst>
          </a:custGeom>
          <a:noFill/>
          <a:ln w="9525">
            <a:solidFill>
              <a:srgbClr val="00010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nl-NL"/>
          </a:p>
        </p:txBody>
      </p:sp>
      <p:sp>
        <p:nvSpPr>
          <p:cNvPr id="9" name="Freeform 13"/>
          <p:cNvSpPr>
            <a:spLocks/>
          </p:cNvSpPr>
          <p:nvPr/>
        </p:nvSpPr>
        <p:spPr bwMode="auto">
          <a:xfrm>
            <a:off x="2600995" y="3806428"/>
            <a:ext cx="1676400" cy="546100"/>
          </a:xfrm>
          <a:custGeom>
            <a:avLst/>
            <a:gdLst>
              <a:gd name="T0" fmla="*/ 2147483647 w 1056"/>
              <a:gd name="T1" fmla="*/ 2147483647 h 344"/>
              <a:gd name="T2" fmla="*/ 2147483647 w 1056"/>
              <a:gd name="T3" fmla="*/ 2147483647 h 344"/>
              <a:gd name="T4" fmla="*/ 0 w 1056"/>
              <a:gd name="T5" fmla="*/ 0 h 344"/>
              <a:gd name="T6" fmla="*/ 0 60000 65536"/>
              <a:gd name="T7" fmla="*/ 0 60000 65536"/>
              <a:gd name="T8" fmla="*/ 0 60000 65536"/>
              <a:gd name="T9" fmla="*/ 0 w 1056"/>
              <a:gd name="T10" fmla="*/ 0 h 344"/>
              <a:gd name="T11" fmla="*/ 1056 w 1056"/>
              <a:gd name="T12" fmla="*/ 344 h 34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056" h="344">
                <a:moveTo>
                  <a:pt x="1056" y="336"/>
                </a:moveTo>
                <a:cubicBezTo>
                  <a:pt x="856" y="340"/>
                  <a:pt x="656" y="344"/>
                  <a:pt x="480" y="288"/>
                </a:cubicBezTo>
                <a:cubicBezTo>
                  <a:pt x="304" y="232"/>
                  <a:pt x="152" y="116"/>
                  <a:pt x="0" y="0"/>
                </a:cubicBezTo>
              </a:path>
            </a:pathLst>
          </a:custGeom>
          <a:noFill/>
          <a:ln w="9525">
            <a:solidFill>
              <a:srgbClr val="00010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nl-NL"/>
          </a:p>
        </p:txBody>
      </p:sp>
      <p:sp>
        <p:nvSpPr>
          <p:cNvPr id="10" name="Freeform 15"/>
          <p:cNvSpPr>
            <a:spLocks/>
          </p:cNvSpPr>
          <p:nvPr/>
        </p:nvSpPr>
        <p:spPr bwMode="auto">
          <a:xfrm>
            <a:off x="4023395" y="2968228"/>
            <a:ext cx="254000" cy="1143000"/>
          </a:xfrm>
          <a:custGeom>
            <a:avLst/>
            <a:gdLst>
              <a:gd name="T0" fmla="*/ 2147483647 w 160"/>
              <a:gd name="T1" fmla="*/ 0 h 720"/>
              <a:gd name="T2" fmla="*/ 2147483647 w 160"/>
              <a:gd name="T3" fmla="*/ 2147483647 h 720"/>
              <a:gd name="T4" fmla="*/ 2147483647 w 160"/>
              <a:gd name="T5" fmla="*/ 2147483647 h 720"/>
              <a:gd name="T6" fmla="*/ 2147483647 w 160"/>
              <a:gd name="T7" fmla="*/ 2147483647 h 720"/>
              <a:gd name="T8" fmla="*/ 2147483647 w 160"/>
              <a:gd name="T9" fmla="*/ 2147483647 h 72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60"/>
              <a:gd name="T16" fmla="*/ 0 h 720"/>
              <a:gd name="T17" fmla="*/ 160 w 160"/>
              <a:gd name="T18" fmla="*/ 720 h 72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60" h="720">
                <a:moveTo>
                  <a:pt x="112" y="0"/>
                </a:moveTo>
                <a:cubicBezTo>
                  <a:pt x="72" y="64"/>
                  <a:pt x="32" y="128"/>
                  <a:pt x="16" y="192"/>
                </a:cubicBezTo>
                <a:cubicBezTo>
                  <a:pt x="0" y="256"/>
                  <a:pt x="8" y="320"/>
                  <a:pt x="16" y="384"/>
                </a:cubicBezTo>
                <a:cubicBezTo>
                  <a:pt x="24" y="448"/>
                  <a:pt x="40" y="520"/>
                  <a:pt x="64" y="576"/>
                </a:cubicBezTo>
                <a:cubicBezTo>
                  <a:pt x="88" y="632"/>
                  <a:pt x="124" y="676"/>
                  <a:pt x="160" y="720"/>
                </a:cubicBezTo>
              </a:path>
            </a:pathLst>
          </a:custGeom>
          <a:noFill/>
          <a:ln w="9525">
            <a:solidFill>
              <a:srgbClr val="00010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nl-NL"/>
          </a:p>
        </p:txBody>
      </p:sp>
      <p:sp>
        <p:nvSpPr>
          <p:cNvPr id="11" name="Line 16"/>
          <p:cNvSpPr>
            <a:spLocks noChangeShapeType="1"/>
          </p:cNvSpPr>
          <p:nvPr/>
        </p:nvSpPr>
        <p:spPr bwMode="auto">
          <a:xfrm flipH="1">
            <a:off x="4658395" y="4035028"/>
            <a:ext cx="76200" cy="152400"/>
          </a:xfrm>
          <a:prstGeom prst="line">
            <a:avLst/>
          </a:prstGeom>
          <a:noFill/>
          <a:ln w="9525">
            <a:solidFill>
              <a:srgbClr val="00010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nl-NL"/>
          </a:p>
        </p:txBody>
      </p:sp>
      <p:sp>
        <p:nvSpPr>
          <p:cNvPr id="12" name="Line 17"/>
          <p:cNvSpPr>
            <a:spLocks noChangeShapeType="1"/>
          </p:cNvSpPr>
          <p:nvPr/>
        </p:nvSpPr>
        <p:spPr bwMode="auto">
          <a:xfrm flipV="1">
            <a:off x="4124995" y="2968228"/>
            <a:ext cx="76200" cy="152400"/>
          </a:xfrm>
          <a:prstGeom prst="line">
            <a:avLst/>
          </a:prstGeom>
          <a:noFill/>
          <a:ln w="9525">
            <a:solidFill>
              <a:srgbClr val="00010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nl-NL"/>
          </a:p>
        </p:txBody>
      </p:sp>
      <p:sp>
        <p:nvSpPr>
          <p:cNvPr id="13" name="Line 18"/>
          <p:cNvSpPr>
            <a:spLocks noChangeShapeType="1"/>
          </p:cNvSpPr>
          <p:nvPr/>
        </p:nvSpPr>
        <p:spPr bwMode="auto">
          <a:xfrm>
            <a:off x="4124995" y="2815828"/>
            <a:ext cx="152400" cy="0"/>
          </a:xfrm>
          <a:prstGeom prst="line">
            <a:avLst/>
          </a:prstGeom>
          <a:noFill/>
          <a:ln w="9525">
            <a:solidFill>
              <a:srgbClr val="00010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nl-NL"/>
          </a:p>
        </p:txBody>
      </p:sp>
      <p:sp>
        <p:nvSpPr>
          <p:cNvPr id="14" name="Line 19"/>
          <p:cNvSpPr>
            <a:spLocks noChangeShapeType="1"/>
          </p:cNvSpPr>
          <p:nvPr/>
        </p:nvSpPr>
        <p:spPr bwMode="auto">
          <a:xfrm flipH="1" flipV="1">
            <a:off x="2600995" y="3806428"/>
            <a:ext cx="152400" cy="76200"/>
          </a:xfrm>
          <a:prstGeom prst="line">
            <a:avLst/>
          </a:prstGeom>
          <a:noFill/>
          <a:ln w="9525">
            <a:solidFill>
              <a:srgbClr val="00010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nl-NL"/>
          </a:p>
        </p:txBody>
      </p:sp>
      <p:sp>
        <p:nvSpPr>
          <p:cNvPr id="15" name="Text Box 21"/>
          <p:cNvSpPr txBox="1">
            <a:spLocks noChangeArrowheads="1"/>
          </p:cNvSpPr>
          <p:nvPr/>
        </p:nvSpPr>
        <p:spPr bwMode="auto">
          <a:xfrm>
            <a:off x="4566320" y="2412603"/>
            <a:ext cx="341313" cy="3397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2pPr>
            <a:lvl3pPr marL="1143000" indent="-22860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3pPr>
            <a:lvl4pPr marL="1600200" indent="-22860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4pPr>
            <a:lvl5pPr marL="2057400" indent="-22860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600" b="1">
                <a:solidFill>
                  <a:srgbClr val="000102"/>
                </a:solidFill>
              </a:rPr>
              <a:t>A</a:t>
            </a:r>
          </a:p>
        </p:txBody>
      </p:sp>
      <p:sp>
        <p:nvSpPr>
          <p:cNvPr id="16" name="Text Box 22"/>
          <p:cNvSpPr txBox="1">
            <a:spLocks noChangeArrowheads="1"/>
          </p:cNvSpPr>
          <p:nvPr/>
        </p:nvSpPr>
        <p:spPr bwMode="auto">
          <a:xfrm>
            <a:off x="4566320" y="4241403"/>
            <a:ext cx="339725" cy="3397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2pPr>
            <a:lvl3pPr marL="1143000" indent="-22860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3pPr>
            <a:lvl4pPr marL="1600200" indent="-22860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4pPr>
            <a:lvl5pPr marL="2057400" indent="-22860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600" b="1">
                <a:solidFill>
                  <a:srgbClr val="000102"/>
                </a:solidFill>
              </a:rPr>
              <a:t>B</a:t>
            </a:r>
          </a:p>
        </p:txBody>
      </p:sp>
      <p:sp>
        <p:nvSpPr>
          <p:cNvPr id="17" name="Text Box 23"/>
          <p:cNvSpPr txBox="1">
            <a:spLocks noChangeArrowheads="1"/>
          </p:cNvSpPr>
          <p:nvPr/>
        </p:nvSpPr>
        <p:spPr bwMode="auto">
          <a:xfrm>
            <a:off x="2051720" y="3631803"/>
            <a:ext cx="331788" cy="3397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2pPr>
            <a:lvl3pPr marL="1143000" indent="-22860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3pPr>
            <a:lvl4pPr marL="1600200" indent="-22860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4pPr>
            <a:lvl5pPr marL="2057400" indent="-22860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600" b="1">
                <a:solidFill>
                  <a:srgbClr val="000102"/>
                </a:solidFill>
              </a:rPr>
              <a:t>C</a:t>
            </a:r>
          </a:p>
        </p:txBody>
      </p:sp>
    </p:spTree>
    <p:extLst>
      <p:ext uri="{BB962C8B-B14F-4D97-AF65-F5344CB8AC3E}">
        <p14:creationId xmlns:p14="http://schemas.microsoft.com/office/powerpoint/2010/main" val="18322340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ext Box 3"/>
          <p:cNvSpPr txBox="1">
            <a:spLocks noChangeArrowheads="1"/>
          </p:cNvSpPr>
          <p:nvPr/>
        </p:nvSpPr>
        <p:spPr bwMode="auto">
          <a:xfrm>
            <a:off x="1143000" y="1676400"/>
            <a:ext cx="70104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2pPr>
            <a:lvl3pPr marL="1143000" indent="-22860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3pPr>
            <a:lvl4pPr marL="1600200" indent="-22860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4pPr>
            <a:lvl5pPr marL="2057400" indent="-22860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2000" dirty="0">
                <a:solidFill>
                  <a:srgbClr val="000102"/>
                </a:solidFill>
                <a:latin typeface="Arial" charset="0"/>
              </a:rPr>
              <a:t>In a directed graph edges have a </a:t>
            </a:r>
            <a:r>
              <a:rPr lang="en-US" sz="2000" i="1" dirty="0">
                <a:solidFill>
                  <a:srgbClr val="000102"/>
                </a:solidFill>
                <a:latin typeface="Arial" charset="0"/>
              </a:rPr>
              <a:t>weight</a:t>
            </a:r>
            <a:r>
              <a:rPr lang="en-US" sz="2000" dirty="0">
                <a:solidFill>
                  <a:srgbClr val="000102"/>
                </a:solidFill>
                <a:latin typeface="Arial" charset="0"/>
              </a:rPr>
              <a:t>. This weight may mean anything: distance, time traveled, capacity, cost, ...</a:t>
            </a:r>
          </a:p>
        </p:txBody>
      </p:sp>
      <p:sp>
        <p:nvSpPr>
          <p:cNvPr id="10243" name="Text Box 15"/>
          <p:cNvSpPr txBox="1">
            <a:spLocks noChangeArrowheads="1"/>
          </p:cNvSpPr>
          <p:nvPr/>
        </p:nvSpPr>
        <p:spPr bwMode="auto">
          <a:xfrm>
            <a:off x="1219200" y="5257800"/>
            <a:ext cx="7010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2pPr>
            <a:lvl3pPr marL="1143000" indent="-22860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3pPr>
            <a:lvl4pPr marL="1600200" indent="-22860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4pPr>
            <a:lvl5pPr marL="2057400" indent="-22860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2000">
                <a:solidFill>
                  <a:srgbClr val="000102"/>
                </a:solidFill>
                <a:latin typeface="Arial" charset="0"/>
              </a:rPr>
              <a:t>A directed graph can also be weighted!</a:t>
            </a:r>
          </a:p>
        </p:txBody>
      </p:sp>
      <p:sp>
        <p:nvSpPr>
          <p:cNvPr id="24" name="Titel 1"/>
          <p:cNvSpPr txBox="1">
            <a:spLocks/>
          </p:cNvSpPr>
          <p:nvPr/>
        </p:nvSpPr>
        <p:spPr>
          <a:xfrm>
            <a:off x="755576" y="620688"/>
            <a:ext cx="8229600" cy="11430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spcBef>
                <a:spcPct val="0"/>
              </a:spcBef>
              <a:buNone/>
              <a:defRPr sz="2800" kern="1200">
                <a:solidFill>
                  <a:srgbClr val="20BDBA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nl-NL" b="1" dirty="0"/>
              <a:t>Gewogen graaf</a:t>
            </a:r>
          </a:p>
        </p:txBody>
      </p:sp>
      <p:pic>
        <p:nvPicPr>
          <p:cNvPr id="2" name="Afbeelding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9752" y="2600052"/>
            <a:ext cx="3327400" cy="2197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85813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3" name="Text Box 2"/>
          <p:cNvSpPr txBox="1">
            <a:spLocks noChangeArrowheads="1"/>
          </p:cNvSpPr>
          <p:nvPr/>
        </p:nvSpPr>
        <p:spPr bwMode="auto">
          <a:xfrm>
            <a:off x="1143000" y="776288"/>
            <a:ext cx="453201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sz="3600" b="1" dirty="0" err="1">
                <a:solidFill>
                  <a:srgbClr val="C10077"/>
                </a:solidFill>
                <a:latin typeface="+mj-lt"/>
              </a:rPr>
              <a:t>Verbonden</a:t>
            </a:r>
            <a:r>
              <a:rPr lang="en-US" sz="3600" b="1" dirty="0">
                <a:solidFill>
                  <a:srgbClr val="C10077"/>
                </a:solidFill>
                <a:latin typeface="+mj-lt"/>
              </a:rPr>
              <a:t> </a:t>
            </a:r>
            <a:r>
              <a:rPr lang="en-US" sz="3600" b="1" dirty="0" err="1">
                <a:solidFill>
                  <a:srgbClr val="C10077"/>
                </a:solidFill>
                <a:latin typeface="+mj-lt"/>
              </a:rPr>
              <a:t>graaf</a:t>
            </a:r>
            <a:endParaRPr lang="en-US" b="1" dirty="0">
              <a:solidFill>
                <a:srgbClr val="C10077"/>
              </a:solidFill>
              <a:latin typeface="+mj-lt"/>
            </a:endParaRPr>
          </a:p>
        </p:txBody>
      </p:sp>
      <p:sp>
        <p:nvSpPr>
          <p:cNvPr id="11266" name="Text Box 3"/>
          <p:cNvSpPr txBox="1">
            <a:spLocks noChangeArrowheads="1"/>
          </p:cNvSpPr>
          <p:nvPr/>
        </p:nvSpPr>
        <p:spPr bwMode="auto">
          <a:xfrm>
            <a:off x="1143000" y="1676400"/>
            <a:ext cx="70104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2pPr>
            <a:lvl3pPr marL="1143000" indent="-22860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3pPr>
            <a:lvl4pPr marL="1600200" indent="-22860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4pPr>
            <a:lvl5pPr marL="2057400" indent="-22860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2000" dirty="0">
                <a:solidFill>
                  <a:srgbClr val="000102"/>
                </a:solidFill>
                <a:latin typeface="Arial" charset="0"/>
              </a:rPr>
              <a:t>In a connected (</a:t>
            </a:r>
            <a:r>
              <a:rPr lang="en-US" sz="2000" i="1" dirty="0" err="1">
                <a:solidFill>
                  <a:srgbClr val="000102"/>
                </a:solidFill>
                <a:latin typeface="Arial" charset="0"/>
              </a:rPr>
              <a:t>samenhangende</a:t>
            </a:r>
            <a:r>
              <a:rPr lang="en-US" sz="2000" dirty="0">
                <a:solidFill>
                  <a:srgbClr val="000102"/>
                </a:solidFill>
                <a:latin typeface="Arial" charset="0"/>
              </a:rPr>
              <a:t>) graph there is a path between every pair of vertices.</a:t>
            </a:r>
          </a:p>
        </p:txBody>
      </p:sp>
      <p:sp>
        <p:nvSpPr>
          <p:cNvPr id="11267" name="Text Box 4"/>
          <p:cNvSpPr txBox="1">
            <a:spLocks noChangeArrowheads="1"/>
          </p:cNvSpPr>
          <p:nvPr/>
        </p:nvSpPr>
        <p:spPr bwMode="auto">
          <a:xfrm>
            <a:off x="1219200" y="5257800"/>
            <a:ext cx="7010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2pPr>
            <a:lvl3pPr marL="1143000" indent="-22860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3pPr>
            <a:lvl4pPr marL="1600200" indent="-22860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4pPr>
            <a:lvl5pPr marL="2057400" indent="-22860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2000" dirty="0" err="1">
                <a:solidFill>
                  <a:srgbClr val="000102"/>
                </a:solidFill>
                <a:latin typeface="Arial" charset="0"/>
              </a:rPr>
              <a:t>Niet</a:t>
            </a:r>
            <a:r>
              <a:rPr lang="en-US" sz="2000" dirty="0">
                <a:solidFill>
                  <a:srgbClr val="000102"/>
                </a:solidFill>
                <a:latin typeface="Arial" charset="0"/>
              </a:rPr>
              <a:t> </a:t>
            </a:r>
            <a:r>
              <a:rPr lang="en-US" sz="2000" dirty="0" err="1">
                <a:solidFill>
                  <a:srgbClr val="000102"/>
                </a:solidFill>
                <a:latin typeface="Arial" charset="0"/>
              </a:rPr>
              <a:t>verbonden</a:t>
            </a:r>
            <a:r>
              <a:rPr lang="en-US" sz="2000" dirty="0">
                <a:solidFill>
                  <a:srgbClr val="000102"/>
                </a:solidFill>
                <a:latin typeface="Arial" charset="0"/>
              </a:rPr>
              <a:t>!</a:t>
            </a:r>
          </a:p>
        </p:txBody>
      </p:sp>
      <p:pic>
        <p:nvPicPr>
          <p:cNvPr id="2054" name="Picture 6" descr="Afbeeldingsresultaat voor graph node separat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40616" y="2378075"/>
            <a:ext cx="4101958" cy="27664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593500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9" name="Tijdelijke aanduiding voor dianummer 3"/>
          <p:cNvSpPr>
            <a:spLocks noGrp="1"/>
          </p:cNvSpPr>
          <p:nvPr>
            <p:ph type="sldNum" sz="quarter" idx="4294967295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2pPr>
            <a:lvl3pPr marL="1143000" indent="-22860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3pPr>
            <a:lvl4pPr marL="1600200" indent="-22860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4pPr>
            <a:lvl5pPr marL="2057400" indent="-22860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9pPr>
          </a:lstStyle>
          <a:p>
            <a:pPr eaLnBrk="1" hangingPunct="1"/>
            <a:fld id="{B10B4314-F3AD-1E41-A3B2-CE86DB489F68}" type="slidenum">
              <a:rPr lang="en-US" sz="1400">
                <a:solidFill>
                  <a:srgbClr val="000102"/>
                </a:solidFill>
                <a:latin typeface="Times" charset="0"/>
              </a:rPr>
              <a:pPr eaLnBrk="1" hangingPunct="1"/>
              <a:t>8</a:t>
            </a:fld>
            <a:endParaRPr lang="en-US" sz="1400">
              <a:solidFill>
                <a:srgbClr val="000102"/>
              </a:solidFill>
              <a:latin typeface="Times" charset="0"/>
            </a:endParaRPr>
          </a:p>
        </p:txBody>
      </p:sp>
      <p:sp>
        <p:nvSpPr>
          <p:cNvPr id="26627" name="Text Box 2"/>
          <p:cNvSpPr txBox="1">
            <a:spLocks noChangeArrowheads="1"/>
          </p:cNvSpPr>
          <p:nvPr/>
        </p:nvSpPr>
        <p:spPr bwMode="auto">
          <a:xfrm>
            <a:off x="1143000" y="776288"/>
            <a:ext cx="6032421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sz="3600" b="1" dirty="0" err="1">
                <a:solidFill>
                  <a:srgbClr val="C10077"/>
                </a:solidFill>
                <a:latin typeface="+mj-lt"/>
              </a:rPr>
              <a:t>Samenhangende</a:t>
            </a:r>
            <a:r>
              <a:rPr lang="en-US" sz="3600" b="1" dirty="0">
                <a:solidFill>
                  <a:srgbClr val="C10077"/>
                </a:solidFill>
                <a:latin typeface="+mj-lt"/>
              </a:rPr>
              <a:t> </a:t>
            </a:r>
            <a:r>
              <a:rPr lang="en-US" sz="3600" b="1" dirty="0" err="1">
                <a:solidFill>
                  <a:srgbClr val="C10077"/>
                </a:solidFill>
                <a:latin typeface="+mj-lt"/>
              </a:rPr>
              <a:t>graaf</a:t>
            </a:r>
            <a:endParaRPr lang="en-US" b="1" dirty="0">
              <a:solidFill>
                <a:srgbClr val="C10077"/>
              </a:solidFill>
              <a:latin typeface="+mj-lt"/>
            </a:endParaRPr>
          </a:p>
        </p:txBody>
      </p:sp>
      <p:sp>
        <p:nvSpPr>
          <p:cNvPr id="12291" name="Text Box 3"/>
          <p:cNvSpPr txBox="1">
            <a:spLocks noChangeArrowheads="1"/>
          </p:cNvSpPr>
          <p:nvPr/>
        </p:nvSpPr>
        <p:spPr bwMode="auto">
          <a:xfrm>
            <a:off x="1143000" y="1676400"/>
            <a:ext cx="70104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2pPr>
            <a:lvl3pPr marL="1143000" indent="-22860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3pPr>
            <a:lvl4pPr marL="1600200" indent="-22860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4pPr>
            <a:lvl5pPr marL="2057400" indent="-22860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2000">
                <a:solidFill>
                  <a:srgbClr val="000102"/>
                </a:solidFill>
                <a:latin typeface="Arial" charset="0"/>
              </a:rPr>
              <a:t>In a fully connected (samenhangend) graph there is an </a:t>
            </a:r>
            <a:r>
              <a:rPr lang="en-US" sz="2000" i="1">
                <a:solidFill>
                  <a:srgbClr val="000102"/>
                </a:solidFill>
                <a:latin typeface="Arial" charset="0"/>
              </a:rPr>
              <a:t>edge</a:t>
            </a:r>
            <a:r>
              <a:rPr lang="en-US" sz="2000">
                <a:solidFill>
                  <a:srgbClr val="000102"/>
                </a:solidFill>
                <a:latin typeface="Arial" charset="0"/>
              </a:rPr>
              <a:t> directly connecting every pair of vertices.</a:t>
            </a:r>
          </a:p>
        </p:txBody>
      </p:sp>
      <p:sp>
        <p:nvSpPr>
          <p:cNvPr id="12292" name="Text Box 4"/>
          <p:cNvSpPr txBox="1">
            <a:spLocks noChangeArrowheads="1"/>
          </p:cNvSpPr>
          <p:nvPr/>
        </p:nvSpPr>
        <p:spPr bwMode="auto">
          <a:xfrm>
            <a:off x="1219200" y="5257800"/>
            <a:ext cx="7010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2pPr>
            <a:lvl3pPr marL="1143000" indent="-22860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3pPr>
            <a:lvl4pPr marL="1600200" indent="-22860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4pPr>
            <a:lvl5pPr marL="2057400" indent="-22860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2000">
                <a:solidFill>
                  <a:srgbClr val="000102"/>
                </a:solidFill>
                <a:latin typeface="Arial" charset="0"/>
              </a:rPr>
              <a:t>Fully connected!</a:t>
            </a:r>
          </a:p>
        </p:txBody>
      </p:sp>
      <p:pic>
        <p:nvPicPr>
          <p:cNvPr id="1026" name="Picture 2" descr="Afbeeldingsresultaat voor graph complete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15816" y="2389336"/>
            <a:ext cx="3841081" cy="37674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767627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1" name="Text Box 2"/>
          <p:cNvSpPr txBox="1">
            <a:spLocks noChangeArrowheads="1"/>
          </p:cNvSpPr>
          <p:nvPr/>
        </p:nvSpPr>
        <p:spPr bwMode="auto">
          <a:xfrm>
            <a:off x="1143000" y="776288"/>
            <a:ext cx="4187365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sz="3600" b="1" dirty="0" err="1">
                <a:solidFill>
                  <a:srgbClr val="C10077"/>
                </a:solidFill>
                <a:latin typeface="+mj-lt"/>
              </a:rPr>
              <a:t>Speciale</a:t>
            </a:r>
            <a:r>
              <a:rPr lang="en-US" sz="3600" b="1" dirty="0">
                <a:solidFill>
                  <a:srgbClr val="C10077"/>
                </a:solidFill>
                <a:latin typeface="+mj-lt"/>
              </a:rPr>
              <a:t> </a:t>
            </a:r>
            <a:r>
              <a:rPr lang="en-US" sz="3600" b="1" dirty="0" err="1">
                <a:solidFill>
                  <a:srgbClr val="C10077"/>
                </a:solidFill>
                <a:latin typeface="+mj-lt"/>
              </a:rPr>
              <a:t>grafen</a:t>
            </a:r>
            <a:endParaRPr lang="en-US" b="1" dirty="0">
              <a:solidFill>
                <a:srgbClr val="C10077"/>
              </a:solidFill>
              <a:latin typeface="+mj-lt"/>
            </a:endParaRPr>
          </a:p>
        </p:txBody>
      </p:sp>
      <p:sp>
        <p:nvSpPr>
          <p:cNvPr id="13314" name="Text Box 3"/>
          <p:cNvSpPr txBox="1">
            <a:spLocks noChangeArrowheads="1"/>
          </p:cNvSpPr>
          <p:nvPr/>
        </p:nvSpPr>
        <p:spPr bwMode="auto">
          <a:xfrm>
            <a:off x="1143000" y="1676400"/>
            <a:ext cx="7010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2pPr>
            <a:lvl3pPr marL="1143000" indent="-22860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3pPr>
            <a:lvl4pPr marL="1600200" indent="-22860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4pPr>
            <a:lvl5pPr marL="2057400" indent="-22860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2000">
                <a:solidFill>
                  <a:srgbClr val="000102"/>
                </a:solidFill>
                <a:latin typeface="Arial" charset="0"/>
              </a:rPr>
              <a:t>Trees and lists are special graphs!</a:t>
            </a:r>
          </a:p>
        </p:txBody>
      </p:sp>
      <p:sp>
        <p:nvSpPr>
          <p:cNvPr id="13315" name="Text Box 4"/>
          <p:cNvSpPr txBox="1">
            <a:spLocks noChangeArrowheads="1"/>
          </p:cNvSpPr>
          <p:nvPr/>
        </p:nvSpPr>
        <p:spPr bwMode="auto">
          <a:xfrm>
            <a:off x="1219200" y="5257800"/>
            <a:ext cx="7010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2pPr>
            <a:lvl3pPr marL="1143000" indent="-22860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3pPr>
            <a:lvl4pPr marL="1600200" indent="-22860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4pPr>
            <a:lvl5pPr marL="2057400" indent="-22860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2000">
                <a:solidFill>
                  <a:srgbClr val="000102"/>
                </a:solidFill>
                <a:latin typeface="Arial" charset="0"/>
              </a:rPr>
              <a:t>What's so special?</a:t>
            </a:r>
          </a:p>
        </p:txBody>
      </p:sp>
      <p:pic>
        <p:nvPicPr>
          <p:cNvPr id="13316" name="Picture 25" descr="boom.tif                                                       00013C17Data                           B94D09FE: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1200" y="2209800"/>
            <a:ext cx="4670425" cy="2995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63540813"/>
      </p:ext>
    </p:extLst>
  </p:cSld>
  <p:clrMapOvr>
    <a:masterClrMapping/>
  </p:clrMapOvr>
</p:sld>
</file>

<file path=ppt/theme/theme1.xml><?xml version="1.0" encoding="utf-8"?>
<a:theme xmlns:a="http://schemas.openxmlformats.org/drawingml/2006/main" name="Hashtables on ELO">
  <a:themeElements>
    <a:clrScheme name="Aangepast 2">
      <a:dk1>
        <a:srgbClr val="23114C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Aangepast 2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Kantoo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-thema">
  <a:themeElements>
    <a:clrScheme name="Kantoor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Kantoor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Kantoo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6492C47A9634448A67B6C0F4E203E71" ma:contentTypeVersion="3" ma:contentTypeDescription="Een nieuw document maken." ma:contentTypeScope="" ma:versionID="6718b5531c9594f0118ad4d948279b35">
  <xsd:schema xmlns:xsd="http://www.w3.org/2001/XMLSchema" xmlns:xs="http://www.w3.org/2001/XMLSchema" xmlns:p="http://schemas.microsoft.com/office/2006/metadata/properties" xmlns:ns2="a158c91d-1665-465e-9b38-ca2a7ebcd6da" targetNamespace="http://schemas.microsoft.com/office/2006/metadata/properties" ma:root="true" ma:fieldsID="52e0feb564d94f319910592251323171" ns2:_="">
    <xsd:import namespace="a158c91d-1665-465e-9b38-ca2a7ebcd6d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158c91d-1665-465e-9b38-ca2a7ebcd6d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ou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8031BE9D-3840-480B-9C43-10B27B6CBA05}"/>
</file>

<file path=customXml/itemProps2.xml><?xml version="1.0" encoding="utf-8"?>
<ds:datastoreItem xmlns:ds="http://schemas.openxmlformats.org/officeDocument/2006/customXml" ds:itemID="{D4E85634-5B31-4494-8C19-675A682CB6E1}"/>
</file>

<file path=customXml/itemProps3.xml><?xml version="1.0" encoding="utf-8"?>
<ds:datastoreItem xmlns:ds="http://schemas.openxmlformats.org/officeDocument/2006/customXml" ds:itemID="{0263D1AA-F78E-4894-9D85-14513EADCDC2}"/>
</file>

<file path=docProps/app.xml><?xml version="1.0" encoding="utf-8"?>
<Properties xmlns="http://schemas.openxmlformats.org/officeDocument/2006/extended-properties" xmlns:vt="http://schemas.openxmlformats.org/officeDocument/2006/docPropsVTypes">
  <Template>Hashtables on ELO.potx</Template>
  <TotalTime>2521</TotalTime>
  <Words>324</Words>
  <Application>Microsoft Office PowerPoint</Application>
  <PresentationFormat>Diavoorstelling (4:3)</PresentationFormat>
  <Paragraphs>46</Paragraphs>
  <Slides>9</Slides>
  <Notes>0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5</vt:i4>
      </vt:variant>
      <vt:variant>
        <vt:lpstr>Thema</vt:lpstr>
      </vt:variant>
      <vt:variant>
        <vt:i4>1</vt:i4>
      </vt:variant>
      <vt:variant>
        <vt:lpstr>Diatitels</vt:lpstr>
      </vt:variant>
      <vt:variant>
        <vt:i4>9</vt:i4>
      </vt:variant>
    </vt:vector>
  </HeadingPairs>
  <TitlesOfParts>
    <vt:vector size="15" baseType="lpstr">
      <vt:lpstr>ＭＳ Ｐゴシック</vt:lpstr>
      <vt:lpstr>Arial</vt:lpstr>
      <vt:lpstr>Calibri</vt:lpstr>
      <vt:lpstr>Times</vt:lpstr>
      <vt:lpstr>Verdana</vt:lpstr>
      <vt:lpstr>Hashtables on ELO</vt:lpstr>
      <vt:lpstr>PowerPoint-presentatie</vt:lpstr>
      <vt:lpstr>Graaf - definitie</vt:lpstr>
      <vt:lpstr>Graaf - interpretatie</vt:lpstr>
      <vt:lpstr>Graaf - interpretatie</vt:lpstr>
      <vt:lpstr>Gerichte graaf</vt:lpstr>
      <vt:lpstr>PowerPoint-presentatie</vt:lpstr>
      <vt:lpstr>PowerPoint-presentatie</vt:lpstr>
      <vt:lpstr>PowerPoint-presentatie</vt:lpstr>
      <vt:lpstr>PowerPoint-presentatie</vt:lpstr>
    </vt:vector>
  </TitlesOfParts>
  <Company>Hewlett-Packard Company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 1</dc:title>
  <dc:creator>UMW</dc:creator>
  <cp:lastModifiedBy>Charlotte Ipema</cp:lastModifiedBy>
  <cp:revision>90</cp:revision>
  <dcterms:created xsi:type="dcterms:W3CDTF">2013-08-26T08:11:19Z</dcterms:created>
  <dcterms:modified xsi:type="dcterms:W3CDTF">2018-09-11T12:30:35Z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0x010100D6492C47A9634448A67B6C0F4E203E71</vt:lpwstr>
  </property>
  <property fmtid="{D5CDD505-2E9C-101B-9397-08002B2CF9AE}" pid="3" name="EducationCourse">
    <vt:lpwstr/>
  </property>
  <property fmtid="{D5CDD505-2E9C-101B-9397-08002B2CF9AE}" pid="4" name="EducationYear">
    <vt:lpwstr/>
  </property>
  <property fmtid="{D5CDD505-2E9C-101B-9397-08002B2CF9AE}" pid="5" name="Order">
    <vt:r8>1800</vt:r8>
  </property>
  <property fmtid="{D5CDD505-2E9C-101B-9397-08002B2CF9AE}" pid="6" name="xd_Signature">
    <vt:bool>false</vt:bool>
  </property>
  <property fmtid="{D5CDD505-2E9C-101B-9397-08002B2CF9AE}" pid="7" name="xd_ProgID">
    <vt:lpwstr/>
  </property>
  <property fmtid="{D5CDD505-2E9C-101B-9397-08002B2CF9AE}" pid="8" name="TriggerFlowInfo">
    <vt:lpwstr/>
  </property>
  <property fmtid="{D5CDD505-2E9C-101B-9397-08002B2CF9AE}" pid="9" name="_SourceUrl">
    <vt:lpwstr/>
  </property>
  <property fmtid="{D5CDD505-2E9C-101B-9397-08002B2CF9AE}" pid="10" name="_SharedFileIndex">
    <vt:lpwstr/>
  </property>
  <property fmtid="{D5CDD505-2E9C-101B-9397-08002B2CF9AE}" pid="11" name="ComplianceAssetId">
    <vt:lpwstr/>
  </property>
  <property fmtid="{D5CDD505-2E9C-101B-9397-08002B2CF9AE}" pid="12" name="TemplateUrl">
    <vt:lpwstr/>
  </property>
  <property fmtid="{D5CDD505-2E9C-101B-9397-08002B2CF9AE}" pid="13" name="_ExtendedDescription">
    <vt:lpwstr/>
  </property>
</Properties>
</file>